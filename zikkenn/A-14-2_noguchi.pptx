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16"/>
  </p:notesMasterIdLst>
  <p:sldIdLst>
    <p:sldId id="256" r:id="rId5"/>
    <p:sldId id="257" r:id="rId6"/>
    <p:sldId id="259" r:id="rId7"/>
    <p:sldId id="260" r:id="rId8"/>
    <p:sldId id="261" r:id="rId9"/>
    <p:sldId id="267" r:id="rId10"/>
    <p:sldId id="263" r:id="rId11"/>
    <p:sldId id="266" r:id="rId12"/>
    <p:sldId id="268" r:id="rId13"/>
    <p:sldId id="262" r:id="rId14"/>
    <p:sldId id="269" r:id="rId15"/>
  </p:sldIdLst>
  <p:sldSz cx="12192000" cy="6858000"/>
  <p:notesSz cx="6858000" cy="9144000"/>
  <p:embeddedFontLst>
    <p:embeddedFont>
      <p:font typeface="BIZ UDGothic" panose="020B0604020202020204" charset="-128"/>
      <p:regular r:id="rId17"/>
      <p:bold r:id="rId18"/>
    </p:embeddedFont>
    <p:embeddedFont>
      <p:font typeface="Noto Sans JP"/>
      <p:regular r:id="rId19"/>
      <p:bold r:id="rId20"/>
    </p:embeddedFont>
    <p:embeddedFont>
      <p:font typeface="Segoe UI" panose="020B0502040204020203" pitchFamily="34" charset="0"/>
      <p:regular r:id="rId21"/>
      <p:bold r:id="rId22"/>
      <p:italic r:id="rId23"/>
      <p:boldItalic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7" userDrawn="1">
          <p15:clr>
            <a:srgbClr val="A4A3A4"/>
          </p15:clr>
        </p15:guide>
        <p15:guide id="2" pos="3863"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99"/>
    <a:srgbClr val="FF33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D6A80F-DFD0-4A89-8387-2D518A766B43}" v="370" dt="2026-08-27T17:01:16.934"/>
    <p1510:client id="{7444E7A2-E0A7-4BB5-ABE6-47D762DBCF3C}" v="1108" dt="2026-08-27T13:24:01.372"/>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37"/>
        <p:guide pos="3863"/>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notesMaster" Target="notesMasters/notes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font" Target="fonts/font7.fntdata"/><Relationship Id="rId24" Type="http://schemas.openxmlformats.org/officeDocument/2006/relationships/font" Target="fonts/font8.fntdata"/><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6/11/relationships/changesInfo" Target="changesInfos/changesInfo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CEM2-21 ac37822m(長岡高専)" userId="45dd5a03-675d-49d7-a16d-8a5974401386" providerId="ADAL" clId="{995BAEAC-821C-448C-A5E1-6B825DA00774}"/>
    <pc:docChg chg="undo custSel addSld delSld modSld sldOrd">
      <pc:chgData name="ACEM2-21 ac37822m(長岡高専)" userId="45dd5a03-675d-49d7-a16d-8a5974401386" providerId="ADAL" clId="{995BAEAC-821C-448C-A5E1-6B825DA00774}" dt="2026-08-27T17:01:16.934" v="2805" actId="20577"/>
      <pc:docMkLst>
        <pc:docMk/>
      </pc:docMkLst>
      <pc:sldChg chg="modSp mod">
        <pc:chgData name="ACEM2-21 ac37822m(長岡高専)" userId="45dd5a03-675d-49d7-a16d-8a5974401386" providerId="ADAL" clId="{995BAEAC-821C-448C-A5E1-6B825DA00774}" dt="2026-08-27T07:09:11.764" v="1467" actId="20577"/>
        <pc:sldMkLst>
          <pc:docMk/>
          <pc:sldMk cId="4039511945" sldId="256"/>
        </pc:sldMkLst>
        <pc:spChg chg="mod">
          <ac:chgData name="ACEM2-21 ac37822m(長岡高専)" userId="45dd5a03-675d-49d7-a16d-8a5974401386" providerId="ADAL" clId="{995BAEAC-821C-448C-A5E1-6B825DA00774}" dt="2026-08-27T05:42:08.866" v="409" actId="20577"/>
          <ac:spMkLst>
            <pc:docMk/>
            <pc:sldMk cId="4039511945" sldId="256"/>
            <ac:spMk id="2" creationId="{8E673128-5879-449C-B673-023262E2C42B}"/>
          </ac:spMkLst>
        </pc:spChg>
        <pc:spChg chg="mod">
          <ac:chgData name="ACEM2-21 ac37822m(長岡高専)" userId="45dd5a03-675d-49d7-a16d-8a5974401386" providerId="ADAL" clId="{995BAEAC-821C-448C-A5E1-6B825DA00774}" dt="2026-08-27T05:16:10.131" v="81" actId="20577"/>
          <ac:spMkLst>
            <pc:docMk/>
            <pc:sldMk cId="4039511945" sldId="256"/>
            <ac:spMk id="3" creationId="{69C65799-1058-4F6E-ADC4-0E217393E526}"/>
          </ac:spMkLst>
        </pc:spChg>
        <pc:spChg chg="mod">
          <ac:chgData name="ACEM2-21 ac37822m(長岡高専)" userId="45dd5a03-675d-49d7-a16d-8a5974401386" providerId="ADAL" clId="{995BAEAC-821C-448C-A5E1-6B825DA00774}" dt="2026-08-27T07:09:11.764" v="1467" actId="20577"/>
          <ac:spMkLst>
            <pc:docMk/>
            <pc:sldMk cId="4039511945" sldId="256"/>
            <ac:spMk id="5" creationId="{88920050-2E2D-4E56-80AB-39A6BC114275}"/>
          </ac:spMkLst>
        </pc:spChg>
      </pc:sldChg>
      <pc:sldChg chg="addSp delSp modSp mod modNotesTx">
        <pc:chgData name="ACEM2-21 ac37822m(長岡高専)" userId="45dd5a03-675d-49d7-a16d-8a5974401386" providerId="ADAL" clId="{995BAEAC-821C-448C-A5E1-6B825DA00774}" dt="2026-08-27T07:58:45.797" v="1896" actId="20577"/>
        <pc:sldMkLst>
          <pc:docMk/>
          <pc:sldMk cId="1614531952" sldId="257"/>
        </pc:sldMkLst>
        <pc:spChg chg="del mod">
          <ac:chgData name="ACEM2-21 ac37822m(長岡高専)" userId="45dd5a03-675d-49d7-a16d-8a5974401386" providerId="ADAL" clId="{995BAEAC-821C-448C-A5E1-6B825DA00774}" dt="2026-08-27T05:27:43.140" v="93" actId="21"/>
          <ac:spMkLst>
            <pc:docMk/>
            <pc:sldMk cId="1614531952" sldId="257"/>
            <ac:spMk id="3" creationId="{E169ABF2-E18F-D843-744C-2F2F58B9CA3E}"/>
          </ac:spMkLst>
        </pc:spChg>
        <pc:spChg chg="del mod">
          <ac:chgData name="ACEM2-21 ac37822m(長岡高専)" userId="45dd5a03-675d-49d7-a16d-8a5974401386" providerId="ADAL" clId="{995BAEAC-821C-448C-A5E1-6B825DA00774}" dt="2026-08-27T05:27:43.140" v="93" actId="21"/>
          <ac:spMkLst>
            <pc:docMk/>
            <pc:sldMk cId="1614531952" sldId="257"/>
            <ac:spMk id="7" creationId="{6949D414-3C38-EABF-2A77-AC3BD519496A}"/>
          </ac:spMkLst>
        </pc:spChg>
        <pc:spChg chg="del">
          <ac:chgData name="ACEM2-21 ac37822m(長岡高専)" userId="45dd5a03-675d-49d7-a16d-8a5974401386" providerId="ADAL" clId="{995BAEAC-821C-448C-A5E1-6B825DA00774}" dt="2026-08-27T05:27:43.140" v="93" actId="21"/>
          <ac:spMkLst>
            <pc:docMk/>
            <pc:sldMk cId="1614531952" sldId="257"/>
            <ac:spMk id="8" creationId="{349FCD99-907B-1222-5D72-C6F713FB9B18}"/>
          </ac:spMkLst>
        </pc:spChg>
        <pc:spChg chg="add mod">
          <ac:chgData name="ACEM2-21 ac37822m(長岡高専)" userId="45dd5a03-675d-49d7-a16d-8a5974401386" providerId="ADAL" clId="{995BAEAC-821C-448C-A5E1-6B825DA00774}" dt="2026-08-27T07:58:45.797" v="1896" actId="20577"/>
          <ac:spMkLst>
            <pc:docMk/>
            <pc:sldMk cId="1614531952" sldId="257"/>
            <ac:spMk id="9" creationId="{EF829B69-4BE3-6BE4-CA40-1DF293AB198C}"/>
          </ac:spMkLst>
        </pc:spChg>
        <pc:spChg chg="mod">
          <ac:chgData name="ACEM2-21 ac37822m(長岡高専)" userId="45dd5a03-675d-49d7-a16d-8a5974401386" providerId="ADAL" clId="{995BAEAC-821C-448C-A5E1-6B825DA00774}" dt="2026-08-27T05:16:21.032" v="89" actId="20577"/>
          <ac:spMkLst>
            <pc:docMk/>
            <pc:sldMk cId="1614531952" sldId="257"/>
            <ac:spMk id="11" creationId="{B171C714-A3D1-7EBD-3E35-C3D40A04CFCC}"/>
          </ac:spMkLst>
        </pc:spChg>
        <pc:spChg chg="add del mod">
          <ac:chgData name="ACEM2-21 ac37822m(長岡高専)" userId="45dd5a03-675d-49d7-a16d-8a5974401386" providerId="ADAL" clId="{995BAEAC-821C-448C-A5E1-6B825DA00774}" dt="2026-08-27T07:50:40.211" v="1798" actId="21"/>
          <ac:spMkLst>
            <pc:docMk/>
            <pc:sldMk cId="1614531952" sldId="257"/>
            <ac:spMk id="19" creationId="{000D1BC9-07F3-29C9-4EB1-95820AF22C2B}"/>
          </ac:spMkLst>
        </pc:spChg>
        <pc:spChg chg="add del mod">
          <ac:chgData name="ACEM2-21 ac37822m(長岡高専)" userId="45dd5a03-675d-49d7-a16d-8a5974401386" providerId="ADAL" clId="{995BAEAC-821C-448C-A5E1-6B825DA00774}" dt="2026-08-27T05:29:44.734" v="128"/>
          <ac:spMkLst>
            <pc:docMk/>
            <pc:sldMk cId="1614531952" sldId="257"/>
            <ac:spMk id="36" creationId="{218B4D5C-3239-922F-DFEB-E91B009A18FC}"/>
          </ac:spMkLst>
        </pc:spChg>
        <pc:spChg chg="add del mod">
          <ac:chgData name="ACEM2-21 ac37822m(長岡高専)" userId="45dd5a03-675d-49d7-a16d-8a5974401386" providerId="ADAL" clId="{995BAEAC-821C-448C-A5E1-6B825DA00774}" dt="2026-08-27T05:29:44.731" v="124"/>
          <ac:spMkLst>
            <pc:docMk/>
            <pc:sldMk cId="1614531952" sldId="257"/>
            <ac:spMk id="43" creationId="{B6B4F9BD-F2A7-B2AF-AB4D-8FE520ACF730}"/>
          </ac:spMkLst>
        </pc:spChg>
        <pc:spChg chg="add del mod">
          <ac:chgData name="ACEM2-21 ac37822m(長岡高専)" userId="45dd5a03-675d-49d7-a16d-8a5974401386" providerId="ADAL" clId="{995BAEAC-821C-448C-A5E1-6B825DA00774}" dt="2026-08-27T05:29:44.734" v="130"/>
          <ac:spMkLst>
            <pc:docMk/>
            <pc:sldMk cId="1614531952" sldId="257"/>
            <ac:spMk id="45" creationId="{4BEBB498-DC85-B5E1-B19C-D9C07A644250}"/>
          </ac:spMkLst>
        </pc:spChg>
        <pc:spChg chg="add del mod">
          <ac:chgData name="ACEM2-21 ac37822m(長岡高専)" userId="45dd5a03-675d-49d7-a16d-8a5974401386" providerId="ADAL" clId="{995BAEAC-821C-448C-A5E1-6B825DA00774}" dt="2026-08-27T05:29:44.734" v="126"/>
          <ac:spMkLst>
            <pc:docMk/>
            <pc:sldMk cId="1614531952" sldId="257"/>
            <ac:spMk id="47" creationId="{8ACA72C3-9551-62E7-8B0A-6A26ED02ABA9}"/>
          </ac:spMkLst>
        </pc:spChg>
        <pc:grpChg chg="mod">
          <ac:chgData name="ACEM2-21 ac37822m(長岡高専)" userId="45dd5a03-675d-49d7-a16d-8a5974401386" providerId="ADAL" clId="{995BAEAC-821C-448C-A5E1-6B825DA00774}" dt="2026-08-27T05:27:39.163" v="92" actId="1076"/>
          <ac:grpSpMkLst>
            <pc:docMk/>
            <pc:sldMk cId="1614531952" sldId="257"/>
            <ac:grpSpMk id="15" creationId="{CE11AEB4-2085-2A47-AD57-34E18D6A8C77}"/>
          </ac:grpSpMkLst>
        </pc:grpChg>
      </pc:sldChg>
      <pc:sldChg chg="addSp delSp modSp add del mod">
        <pc:chgData name="ACEM2-21 ac37822m(長岡高専)" userId="45dd5a03-675d-49d7-a16d-8a5974401386" providerId="ADAL" clId="{995BAEAC-821C-448C-A5E1-6B825DA00774}" dt="2026-08-27T05:48:24.508" v="472" actId="2696"/>
        <pc:sldMkLst>
          <pc:docMk/>
          <pc:sldMk cId="3352009993" sldId="258"/>
        </pc:sldMkLst>
        <pc:spChg chg="add mod">
          <ac:chgData name="ACEM2-21 ac37822m(長岡高専)" userId="45dd5a03-675d-49d7-a16d-8a5974401386" providerId="ADAL" clId="{995BAEAC-821C-448C-A5E1-6B825DA00774}" dt="2026-08-27T05:40:48.234" v="348" actId="403"/>
          <ac:spMkLst>
            <pc:docMk/>
            <pc:sldMk cId="3352009993" sldId="258"/>
            <ac:spMk id="3" creationId="{5E7A2A25-13B1-C502-6E73-00BC654B930F}"/>
          </ac:spMkLst>
        </pc:spChg>
        <pc:spChg chg="add del mod">
          <ac:chgData name="ACEM2-21 ac37822m(長岡高専)" userId="45dd5a03-675d-49d7-a16d-8a5974401386" providerId="ADAL" clId="{995BAEAC-821C-448C-A5E1-6B825DA00774}" dt="2026-08-27T05:32:09.031" v="184"/>
          <ac:spMkLst>
            <pc:docMk/>
            <pc:sldMk cId="3352009993" sldId="258"/>
            <ac:spMk id="8" creationId="{5C2D0C10-C418-7809-CCCC-8050B542C4AE}"/>
          </ac:spMkLst>
        </pc:spChg>
        <pc:spChg chg="mod">
          <ac:chgData name="ACEM2-21 ac37822m(長岡高専)" userId="45dd5a03-675d-49d7-a16d-8a5974401386" providerId="ADAL" clId="{995BAEAC-821C-448C-A5E1-6B825DA00774}" dt="2026-08-27T05:32:33.336" v="185"/>
          <ac:spMkLst>
            <pc:docMk/>
            <pc:sldMk cId="3352009993" sldId="258"/>
            <ac:spMk id="11" creationId="{9090E10D-C78A-464B-2EEC-AB4D7FF28405}"/>
          </ac:spMkLst>
        </pc:spChg>
        <pc:spChg chg="add del mod">
          <ac:chgData name="ACEM2-21 ac37822m(長岡高専)" userId="45dd5a03-675d-49d7-a16d-8a5974401386" providerId="ADAL" clId="{995BAEAC-821C-448C-A5E1-6B825DA00774}" dt="2026-08-27T05:32:09.031" v="182"/>
          <ac:spMkLst>
            <pc:docMk/>
            <pc:sldMk cId="3352009993" sldId="258"/>
            <ac:spMk id="12" creationId="{7B10CBE0-5A46-327E-21C4-FC57E64E7BF6}"/>
          </ac:spMkLst>
        </pc:spChg>
      </pc:sldChg>
      <pc:sldChg chg="addSp delSp modSp add mod modNotesTx">
        <pc:chgData name="ACEM2-21 ac37822m(長岡高専)" userId="45dd5a03-675d-49d7-a16d-8a5974401386" providerId="ADAL" clId="{995BAEAC-821C-448C-A5E1-6B825DA00774}" dt="2026-08-27T07:59:21.403" v="1900" actId="20577"/>
        <pc:sldMkLst>
          <pc:docMk/>
          <pc:sldMk cId="1080048326" sldId="259"/>
        </pc:sldMkLst>
        <pc:spChg chg="add del">
          <ac:chgData name="ACEM2-21 ac37822m(長岡高専)" userId="45dd5a03-675d-49d7-a16d-8a5974401386" providerId="ADAL" clId="{995BAEAC-821C-448C-A5E1-6B825DA00774}" dt="2026-08-27T05:40:32.383" v="341" actId="22"/>
          <ac:spMkLst>
            <pc:docMk/>
            <pc:sldMk cId="1080048326" sldId="259"/>
            <ac:spMk id="3" creationId="{7292A370-FCB8-9FB4-D542-0D6B87FCCC48}"/>
          </ac:spMkLst>
        </pc:spChg>
        <pc:spChg chg="add mod">
          <ac:chgData name="ACEM2-21 ac37822m(長岡高専)" userId="45dd5a03-675d-49d7-a16d-8a5974401386" providerId="ADAL" clId="{995BAEAC-821C-448C-A5E1-6B825DA00774}" dt="2026-08-27T07:59:21.403" v="1900" actId="20577"/>
          <ac:spMkLst>
            <pc:docMk/>
            <pc:sldMk cId="1080048326" sldId="259"/>
            <ac:spMk id="8" creationId="{596D7417-DB38-06EF-2C85-B4C28082CF91}"/>
          </ac:spMkLst>
        </pc:spChg>
        <pc:spChg chg="mod">
          <ac:chgData name="ACEM2-21 ac37822m(長岡高専)" userId="45dd5a03-675d-49d7-a16d-8a5974401386" providerId="ADAL" clId="{995BAEAC-821C-448C-A5E1-6B825DA00774}" dt="2026-08-27T05:40:14.137" v="339" actId="20577"/>
          <ac:spMkLst>
            <pc:docMk/>
            <pc:sldMk cId="1080048326" sldId="259"/>
            <ac:spMk id="11" creationId="{3BB9729B-C217-E0CA-6E11-211FAB166132}"/>
          </ac:spMkLst>
        </pc:spChg>
      </pc:sldChg>
      <pc:sldChg chg="del">
        <pc:chgData name="ACEM2-21 ac37822m(長岡高専)" userId="45dd5a03-675d-49d7-a16d-8a5974401386" providerId="ADAL" clId="{995BAEAC-821C-448C-A5E1-6B825DA00774}" dt="2026-08-27T05:27:51.852" v="94" actId="2696"/>
        <pc:sldMkLst>
          <pc:docMk/>
          <pc:sldMk cId="450422527" sldId="260"/>
        </pc:sldMkLst>
      </pc:sldChg>
      <pc:sldChg chg="addSp delSp modSp add mod">
        <pc:chgData name="ACEM2-21 ac37822m(長岡高専)" userId="45dd5a03-675d-49d7-a16d-8a5974401386" providerId="ADAL" clId="{995BAEAC-821C-448C-A5E1-6B825DA00774}" dt="2026-08-27T08:12:46.728" v="2487" actId="1076"/>
        <pc:sldMkLst>
          <pc:docMk/>
          <pc:sldMk cId="1055157735" sldId="260"/>
        </pc:sldMkLst>
        <pc:spChg chg="add del">
          <ac:chgData name="ACEM2-21 ac37822m(長岡高専)" userId="45dd5a03-675d-49d7-a16d-8a5974401386" providerId="ADAL" clId="{995BAEAC-821C-448C-A5E1-6B825DA00774}" dt="2026-08-27T05:44:59.477" v="437" actId="22"/>
          <ac:spMkLst>
            <pc:docMk/>
            <pc:sldMk cId="1055157735" sldId="260"/>
            <ac:spMk id="3" creationId="{DA400F2E-22C6-7815-FA09-75A3A9812461}"/>
          </ac:spMkLst>
        </pc:spChg>
        <pc:spChg chg="mod">
          <ac:chgData name="ACEM2-21 ac37822m(長岡高専)" userId="45dd5a03-675d-49d7-a16d-8a5974401386" providerId="ADAL" clId="{995BAEAC-821C-448C-A5E1-6B825DA00774}" dt="2026-08-27T08:10:26.948" v="2410" actId="20577"/>
          <ac:spMkLst>
            <pc:docMk/>
            <pc:sldMk cId="1055157735" sldId="260"/>
            <ac:spMk id="8" creationId="{C8D01C72-CBDA-1768-0C65-44D1957DCA60}"/>
          </ac:spMkLst>
        </pc:spChg>
        <pc:spChg chg="add del">
          <ac:chgData name="ACEM2-21 ac37822m(長岡高専)" userId="45dd5a03-675d-49d7-a16d-8a5974401386" providerId="ADAL" clId="{995BAEAC-821C-448C-A5E1-6B825DA00774}" dt="2026-08-27T05:44:59.477" v="437" actId="22"/>
          <ac:spMkLst>
            <pc:docMk/>
            <pc:sldMk cId="1055157735" sldId="260"/>
            <ac:spMk id="9" creationId="{B4278E13-F28B-A13D-CF21-E65355E366E3}"/>
          </ac:spMkLst>
        </pc:spChg>
        <pc:spChg chg="mod">
          <ac:chgData name="ACEM2-21 ac37822m(長岡高専)" userId="45dd5a03-675d-49d7-a16d-8a5974401386" providerId="ADAL" clId="{995BAEAC-821C-448C-A5E1-6B825DA00774}" dt="2026-08-27T06:36:49.770" v="902" actId="20577"/>
          <ac:spMkLst>
            <pc:docMk/>
            <pc:sldMk cId="1055157735" sldId="260"/>
            <ac:spMk id="11" creationId="{AC147638-74E8-83F2-096B-2869174298A2}"/>
          </ac:spMkLst>
        </pc:spChg>
        <pc:spChg chg="add del">
          <ac:chgData name="ACEM2-21 ac37822m(長岡高専)" userId="45dd5a03-675d-49d7-a16d-8a5974401386" providerId="ADAL" clId="{995BAEAC-821C-448C-A5E1-6B825DA00774}" dt="2026-08-27T05:44:59.477" v="437" actId="22"/>
          <ac:spMkLst>
            <pc:docMk/>
            <pc:sldMk cId="1055157735" sldId="260"/>
            <ac:spMk id="19" creationId="{2C220AC1-01F3-AD5E-95A0-602662BB05FF}"/>
          </ac:spMkLst>
        </pc:spChg>
        <pc:spChg chg="add del">
          <ac:chgData name="ACEM2-21 ac37822m(長岡高専)" userId="45dd5a03-675d-49d7-a16d-8a5974401386" providerId="ADAL" clId="{995BAEAC-821C-448C-A5E1-6B825DA00774}" dt="2026-08-27T05:45:03.019" v="439" actId="22"/>
          <ac:spMkLst>
            <pc:docMk/>
            <pc:sldMk cId="1055157735" sldId="260"/>
            <ac:spMk id="36" creationId="{83D72510-8115-C55E-6E1C-2B0A29C64073}"/>
          </ac:spMkLst>
        </pc:spChg>
        <pc:spChg chg="add del">
          <ac:chgData name="ACEM2-21 ac37822m(長岡高専)" userId="45dd5a03-675d-49d7-a16d-8a5974401386" providerId="ADAL" clId="{995BAEAC-821C-448C-A5E1-6B825DA00774}" dt="2026-08-27T05:45:03.019" v="439" actId="22"/>
          <ac:spMkLst>
            <pc:docMk/>
            <pc:sldMk cId="1055157735" sldId="260"/>
            <ac:spMk id="43" creationId="{97A00C72-E187-F7E1-5DC2-DE544D682CE1}"/>
          </ac:spMkLst>
        </pc:spChg>
        <pc:spChg chg="add del">
          <ac:chgData name="ACEM2-21 ac37822m(長岡高専)" userId="45dd5a03-675d-49d7-a16d-8a5974401386" providerId="ADAL" clId="{995BAEAC-821C-448C-A5E1-6B825DA00774}" dt="2026-08-27T05:45:03.019" v="439" actId="22"/>
          <ac:spMkLst>
            <pc:docMk/>
            <pc:sldMk cId="1055157735" sldId="260"/>
            <ac:spMk id="45" creationId="{9C14E46A-0734-C5C5-D549-468516603C38}"/>
          </ac:spMkLst>
        </pc:spChg>
        <pc:spChg chg="add del mod">
          <ac:chgData name="ACEM2-21 ac37822m(長岡高専)" userId="45dd5a03-675d-49d7-a16d-8a5974401386" providerId="ADAL" clId="{995BAEAC-821C-448C-A5E1-6B825DA00774}" dt="2026-08-27T05:45:29.531" v="446" actId="21"/>
          <ac:spMkLst>
            <pc:docMk/>
            <pc:sldMk cId="1055157735" sldId="260"/>
            <ac:spMk id="47" creationId="{AD1AAC7D-289E-7675-E8B7-4883ED0C6660}"/>
          </ac:spMkLst>
        </pc:spChg>
        <pc:spChg chg="add del mod">
          <ac:chgData name="ACEM2-21 ac37822m(長岡高専)" userId="45dd5a03-675d-49d7-a16d-8a5974401386" providerId="ADAL" clId="{995BAEAC-821C-448C-A5E1-6B825DA00774}" dt="2026-08-27T05:45:29.531" v="446" actId="21"/>
          <ac:spMkLst>
            <pc:docMk/>
            <pc:sldMk cId="1055157735" sldId="260"/>
            <ac:spMk id="49" creationId="{6EFE3D53-8B33-13B2-6A64-22EF2085A9DA}"/>
          </ac:spMkLst>
        </pc:spChg>
        <pc:spChg chg="add del mod">
          <ac:chgData name="ACEM2-21 ac37822m(長岡高専)" userId="45dd5a03-675d-49d7-a16d-8a5974401386" providerId="ADAL" clId="{995BAEAC-821C-448C-A5E1-6B825DA00774}" dt="2026-08-27T05:45:29.531" v="446" actId="21"/>
          <ac:spMkLst>
            <pc:docMk/>
            <pc:sldMk cId="1055157735" sldId="260"/>
            <ac:spMk id="51" creationId="{848FBE3F-7D0A-05FF-0DF9-06216EE88153}"/>
          </ac:spMkLst>
        </pc:spChg>
        <pc:spChg chg="add mod">
          <ac:chgData name="ACEM2-21 ac37822m(長岡高専)" userId="45dd5a03-675d-49d7-a16d-8a5974401386" providerId="ADAL" clId="{995BAEAC-821C-448C-A5E1-6B825DA00774}" dt="2026-08-27T08:01:51.580" v="2019" actId="403"/>
          <ac:spMkLst>
            <pc:docMk/>
            <pc:sldMk cId="1055157735" sldId="260"/>
            <ac:spMk id="66" creationId="{56F4D455-195A-0CA6-59C6-FCEF7AB895E8}"/>
          </ac:spMkLst>
        </pc:spChg>
        <pc:spChg chg="add mod">
          <ac:chgData name="ACEM2-21 ac37822m(長岡高専)" userId="45dd5a03-675d-49d7-a16d-8a5974401386" providerId="ADAL" clId="{995BAEAC-821C-448C-A5E1-6B825DA00774}" dt="2026-08-27T08:12:44.032" v="2486" actId="1076"/>
          <ac:spMkLst>
            <pc:docMk/>
            <pc:sldMk cId="1055157735" sldId="260"/>
            <ac:spMk id="68" creationId="{CE4EA4DA-708A-2539-DA1B-E1DCF6683E0B}"/>
          </ac:spMkLst>
        </pc:spChg>
        <pc:spChg chg="add mod">
          <ac:chgData name="ACEM2-21 ac37822m(長岡高専)" userId="45dd5a03-675d-49d7-a16d-8a5974401386" providerId="ADAL" clId="{995BAEAC-821C-448C-A5E1-6B825DA00774}" dt="2026-08-27T08:08:15.844" v="2173" actId="20578"/>
          <ac:spMkLst>
            <pc:docMk/>
            <pc:sldMk cId="1055157735" sldId="260"/>
            <ac:spMk id="70" creationId="{672A73F9-74E0-F97A-2117-D691B8F3972D}"/>
          </ac:spMkLst>
        </pc:spChg>
        <pc:spChg chg="add mod">
          <ac:chgData name="ACEM2-21 ac37822m(長岡高専)" userId="45dd5a03-675d-49d7-a16d-8a5974401386" providerId="ADAL" clId="{995BAEAC-821C-448C-A5E1-6B825DA00774}" dt="2026-08-27T08:12:44.032" v="2486" actId="1076"/>
          <ac:spMkLst>
            <pc:docMk/>
            <pc:sldMk cId="1055157735" sldId="260"/>
            <ac:spMk id="72" creationId="{DA21506C-9B19-6490-A3A7-959C5053D192}"/>
          </ac:spMkLst>
        </pc:spChg>
        <pc:spChg chg="add mod">
          <ac:chgData name="ACEM2-21 ac37822m(長岡高専)" userId="45dd5a03-675d-49d7-a16d-8a5974401386" providerId="ADAL" clId="{995BAEAC-821C-448C-A5E1-6B825DA00774}" dt="2026-08-27T08:12:44.032" v="2486" actId="1076"/>
          <ac:spMkLst>
            <pc:docMk/>
            <pc:sldMk cId="1055157735" sldId="260"/>
            <ac:spMk id="74" creationId="{BB38B52C-7367-5B6E-F513-6657C0E74770}"/>
          </ac:spMkLst>
        </pc:spChg>
        <pc:spChg chg="add mod">
          <ac:chgData name="ACEM2-21 ac37822m(長岡高専)" userId="45dd5a03-675d-49d7-a16d-8a5974401386" providerId="ADAL" clId="{995BAEAC-821C-448C-A5E1-6B825DA00774}" dt="2026-08-27T08:12:44.032" v="2486" actId="1076"/>
          <ac:spMkLst>
            <pc:docMk/>
            <pc:sldMk cId="1055157735" sldId="260"/>
            <ac:spMk id="76" creationId="{D6898660-3BC6-330B-B577-BCD1B73A73F0}"/>
          </ac:spMkLst>
        </pc:spChg>
        <pc:spChg chg="add mod">
          <ac:chgData name="ACEM2-21 ac37822m(長岡高専)" userId="45dd5a03-675d-49d7-a16d-8a5974401386" providerId="ADAL" clId="{995BAEAC-821C-448C-A5E1-6B825DA00774}" dt="2026-08-27T08:12:44.032" v="2486" actId="1076"/>
          <ac:spMkLst>
            <pc:docMk/>
            <pc:sldMk cId="1055157735" sldId="260"/>
            <ac:spMk id="78" creationId="{072A197C-73CE-E770-5CEC-2381075B62A7}"/>
          </ac:spMkLst>
        </pc:spChg>
        <pc:spChg chg="add mod">
          <ac:chgData name="ACEM2-21 ac37822m(長岡高専)" userId="45dd5a03-675d-49d7-a16d-8a5974401386" providerId="ADAL" clId="{995BAEAC-821C-448C-A5E1-6B825DA00774}" dt="2026-08-27T08:12:44.032" v="2486" actId="1076"/>
          <ac:spMkLst>
            <pc:docMk/>
            <pc:sldMk cId="1055157735" sldId="260"/>
            <ac:spMk id="80" creationId="{7A0FDA31-BA45-6351-2E5D-85A2EF181871}"/>
          </ac:spMkLst>
        </pc:spChg>
        <pc:spChg chg="add mod">
          <ac:chgData name="ACEM2-21 ac37822m(長岡高専)" userId="45dd5a03-675d-49d7-a16d-8a5974401386" providerId="ADAL" clId="{995BAEAC-821C-448C-A5E1-6B825DA00774}" dt="2026-08-27T08:12:44.032" v="2486" actId="1076"/>
          <ac:spMkLst>
            <pc:docMk/>
            <pc:sldMk cId="1055157735" sldId="260"/>
            <ac:spMk id="82" creationId="{C4EFB3A5-783B-CB19-CE71-3555A3112621}"/>
          </ac:spMkLst>
        </pc:spChg>
        <pc:spChg chg="add mod">
          <ac:chgData name="ACEM2-21 ac37822m(長岡高専)" userId="45dd5a03-675d-49d7-a16d-8a5974401386" providerId="ADAL" clId="{995BAEAC-821C-448C-A5E1-6B825DA00774}" dt="2026-08-27T08:12:46.728" v="2487" actId="1076"/>
          <ac:spMkLst>
            <pc:docMk/>
            <pc:sldMk cId="1055157735" sldId="260"/>
            <ac:spMk id="84" creationId="{E8941C6E-BECC-F19B-0511-0C975E9646F3}"/>
          </ac:spMkLst>
        </pc:spChg>
        <pc:spChg chg="add mod">
          <ac:chgData name="ACEM2-21 ac37822m(長岡高専)" userId="45dd5a03-675d-49d7-a16d-8a5974401386" providerId="ADAL" clId="{995BAEAC-821C-448C-A5E1-6B825DA00774}" dt="2026-08-27T08:03:14.171" v="2034" actId="571"/>
          <ac:spMkLst>
            <pc:docMk/>
            <pc:sldMk cId="1055157735" sldId="260"/>
            <ac:spMk id="85" creationId="{0DEA3572-8506-C95C-E24F-3BE3E8FDABC6}"/>
          </ac:spMkLst>
        </pc:spChg>
        <pc:spChg chg="add mod">
          <ac:chgData name="ACEM2-21 ac37822m(長岡高専)" userId="45dd5a03-675d-49d7-a16d-8a5974401386" providerId="ADAL" clId="{995BAEAC-821C-448C-A5E1-6B825DA00774}" dt="2026-08-27T08:12:44.032" v="2486" actId="1076"/>
          <ac:spMkLst>
            <pc:docMk/>
            <pc:sldMk cId="1055157735" sldId="260"/>
            <ac:spMk id="86" creationId="{8D5CE153-158C-57A3-368D-84BA713A93A3}"/>
          </ac:spMkLst>
        </pc:spChg>
        <pc:spChg chg="add mod">
          <ac:chgData name="ACEM2-21 ac37822m(長岡高専)" userId="45dd5a03-675d-49d7-a16d-8a5974401386" providerId="ADAL" clId="{995BAEAC-821C-448C-A5E1-6B825DA00774}" dt="2026-08-27T08:12:44.032" v="2486" actId="1076"/>
          <ac:spMkLst>
            <pc:docMk/>
            <pc:sldMk cId="1055157735" sldId="260"/>
            <ac:spMk id="88" creationId="{42FC6FB7-167C-242D-6B35-98A9D310C231}"/>
          </ac:spMkLst>
        </pc:spChg>
        <pc:spChg chg="add mod">
          <ac:chgData name="ACEM2-21 ac37822m(長岡高専)" userId="45dd5a03-675d-49d7-a16d-8a5974401386" providerId="ADAL" clId="{995BAEAC-821C-448C-A5E1-6B825DA00774}" dt="2026-08-27T08:12:44.032" v="2486" actId="1076"/>
          <ac:spMkLst>
            <pc:docMk/>
            <pc:sldMk cId="1055157735" sldId="260"/>
            <ac:spMk id="90" creationId="{AC000FBC-20D8-241D-5CC4-3AFAA158765F}"/>
          </ac:spMkLst>
        </pc:spChg>
        <pc:picChg chg="add del">
          <ac:chgData name="ACEM2-21 ac37822m(長岡高専)" userId="45dd5a03-675d-49d7-a16d-8a5974401386" providerId="ADAL" clId="{995BAEAC-821C-448C-A5E1-6B825DA00774}" dt="2026-08-27T05:45:57.237" v="448" actId="22"/>
          <ac:picMkLst>
            <pc:docMk/>
            <pc:sldMk cId="1055157735" sldId="260"/>
            <ac:picMk id="53" creationId="{31CBBD55-48B9-5006-CE65-106668679678}"/>
          </ac:picMkLst>
        </pc:picChg>
        <pc:picChg chg="add del">
          <ac:chgData name="ACEM2-21 ac37822m(長岡高専)" userId="45dd5a03-675d-49d7-a16d-8a5974401386" providerId="ADAL" clId="{995BAEAC-821C-448C-A5E1-6B825DA00774}" dt="2026-08-27T05:45:57.237" v="448" actId="22"/>
          <ac:picMkLst>
            <pc:docMk/>
            <pc:sldMk cId="1055157735" sldId="260"/>
            <ac:picMk id="55" creationId="{A8E8C223-BCDC-4276-DDD1-4EF22D4FE919}"/>
          </ac:picMkLst>
        </pc:picChg>
        <pc:picChg chg="add del">
          <ac:chgData name="ACEM2-21 ac37822m(長岡高専)" userId="45dd5a03-675d-49d7-a16d-8a5974401386" providerId="ADAL" clId="{995BAEAC-821C-448C-A5E1-6B825DA00774}" dt="2026-08-27T05:45:57.237" v="448" actId="22"/>
          <ac:picMkLst>
            <pc:docMk/>
            <pc:sldMk cId="1055157735" sldId="260"/>
            <ac:picMk id="57" creationId="{E0F85279-F540-F08E-1B8D-3BAC27BC27D3}"/>
          </ac:picMkLst>
        </pc:picChg>
        <pc:picChg chg="add del mod">
          <ac:chgData name="ACEM2-21 ac37822m(長岡高専)" userId="45dd5a03-675d-49d7-a16d-8a5974401386" providerId="ADAL" clId="{995BAEAC-821C-448C-A5E1-6B825DA00774}" dt="2026-08-27T05:46:22.521" v="453" actId="21"/>
          <ac:picMkLst>
            <pc:docMk/>
            <pc:sldMk cId="1055157735" sldId="260"/>
            <ac:picMk id="59" creationId="{4337604A-8F14-7E82-989C-F081D72085D2}"/>
          </ac:picMkLst>
        </pc:picChg>
        <pc:picChg chg="del mod">
          <ac:chgData name="ACEM2-21 ac37822m(長岡高専)" userId="45dd5a03-675d-49d7-a16d-8a5974401386" providerId="ADAL" clId="{995BAEAC-821C-448C-A5E1-6B825DA00774}" dt="2026-08-27T05:46:25.555" v="454" actId="21"/>
          <ac:picMkLst>
            <pc:docMk/>
            <pc:sldMk cId="1055157735" sldId="260"/>
            <ac:picMk id="62" creationId="{8398C898-4242-6CC8-13B1-4CBA9DA6D545}"/>
          </ac:picMkLst>
        </pc:picChg>
        <pc:picChg chg="del mod">
          <ac:chgData name="ACEM2-21 ac37822m(長岡高専)" userId="45dd5a03-675d-49d7-a16d-8a5974401386" providerId="ADAL" clId="{995BAEAC-821C-448C-A5E1-6B825DA00774}" dt="2026-08-27T05:46:25.555" v="454" actId="21"/>
          <ac:picMkLst>
            <pc:docMk/>
            <pc:sldMk cId="1055157735" sldId="260"/>
            <ac:picMk id="64" creationId="{5070997E-AB1A-10C7-FCEF-5B910DF004FE}"/>
          </ac:picMkLst>
        </pc:picChg>
      </pc:sldChg>
      <pc:sldChg chg="addSp delSp modSp add mod ord">
        <pc:chgData name="ACEM2-21 ac37822m(長岡高専)" userId="45dd5a03-675d-49d7-a16d-8a5974401386" providerId="ADAL" clId="{995BAEAC-821C-448C-A5E1-6B825DA00774}" dt="2026-08-27T08:12:32.116" v="2485" actId="1076"/>
        <pc:sldMkLst>
          <pc:docMk/>
          <pc:sldMk cId="2712717103" sldId="261"/>
        </pc:sldMkLst>
        <pc:spChg chg="add mod">
          <ac:chgData name="ACEM2-21 ac37822m(長岡高専)" userId="45dd5a03-675d-49d7-a16d-8a5974401386" providerId="ADAL" clId="{995BAEAC-821C-448C-A5E1-6B825DA00774}" dt="2026-08-27T08:12:18.797" v="2481" actId="113"/>
          <ac:spMkLst>
            <pc:docMk/>
            <pc:sldMk cId="2712717103" sldId="261"/>
            <ac:spMk id="3" creationId="{B536C97C-7F56-9B94-FB59-AC30D5D066EA}"/>
          </ac:spMkLst>
        </pc:spChg>
        <pc:spChg chg="add del mod">
          <ac:chgData name="ACEM2-21 ac37822m(長岡高専)" userId="45dd5a03-675d-49d7-a16d-8a5974401386" providerId="ADAL" clId="{995BAEAC-821C-448C-A5E1-6B825DA00774}" dt="2026-08-27T07:12:21.731" v="1473" actId="21"/>
          <ac:spMkLst>
            <pc:docMk/>
            <pc:sldMk cId="2712717103" sldId="261"/>
            <ac:spMk id="7" creationId="{AA0991B3-E65D-CA30-6E9C-3864B38BD1AD}"/>
          </ac:spMkLst>
        </pc:spChg>
        <pc:spChg chg="del mod">
          <ac:chgData name="ACEM2-21 ac37822m(長岡高専)" userId="45dd5a03-675d-49d7-a16d-8a5974401386" providerId="ADAL" clId="{995BAEAC-821C-448C-A5E1-6B825DA00774}" dt="2026-08-27T05:50:51.300" v="486"/>
          <ac:spMkLst>
            <pc:docMk/>
            <pc:sldMk cId="2712717103" sldId="261"/>
            <ac:spMk id="8" creationId="{739EB744-AB16-6067-9156-2FFD34A97A93}"/>
          </ac:spMkLst>
        </pc:spChg>
        <pc:spChg chg="mod">
          <ac:chgData name="ACEM2-21 ac37822m(長岡高専)" userId="45dd5a03-675d-49d7-a16d-8a5974401386" providerId="ADAL" clId="{995BAEAC-821C-448C-A5E1-6B825DA00774}" dt="2026-08-27T05:51:02.824" v="506" actId="20577"/>
          <ac:spMkLst>
            <pc:docMk/>
            <pc:sldMk cId="2712717103" sldId="261"/>
            <ac:spMk id="11" creationId="{91B4097F-F4DE-7614-E244-523CB55123A3}"/>
          </ac:spMkLst>
        </pc:spChg>
        <pc:spChg chg="add mod">
          <ac:chgData name="ACEM2-21 ac37822m(長岡高専)" userId="45dd5a03-675d-49d7-a16d-8a5974401386" providerId="ADAL" clId="{995BAEAC-821C-448C-A5E1-6B825DA00774}" dt="2026-08-27T08:11:27.570" v="2432" actId="1076"/>
          <ac:spMkLst>
            <pc:docMk/>
            <pc:sldMk cId="2712717103" sldId="261"/>
            <ac:spMk id="12" creationId="{0226D204-1000-FB7D-DEB6-DED1B3B14525}"/>
          </ac:spMkLst>
        </pc:spChg>
        <pc:spChg chg="mod">
          <ac:chgData name="ACEM2-21 ac37822m(長岡高専)" userId="45dd5a03-675d-49d7-a16d-8a5974401386" providerId="ADAL" clId="{995BAEAC-821C-448C-A5E1-6B825DA00774}" dt="2026-08-27T06:38:09.882" v="915" actId="1076"/>
          <ac:spMkLst>
            <pc:docMk/>
            <pc:sldMk cId="2712717103" sldId="261"/>
            <ac:spMk id="18" creationId="{1ED8F2BC-DE32-2573-842D-0BE7CD68BE92}"/>
          </ac:spMkLst>
        </pc:spChg>
        <pc:spChg chg="mod">
          <ac:chgData name="ACEM2-21 ac37822m(長岡高専)" userId="45dd5a03-675d-49d7-a16d-8a5974401386" providerId="ADAL" clId="{995BAEAC-821C-448C-A5E1-6B825DA00774}" dt="2026-08-27T08:07:48.349" v="2171" actId="207"/>
          <ac:spMkLst>
            <pc:docMk/>
            <pc:sldMk cId="2712717103" sldId="261"/>
            <ac:spMk id="43" creationId="{70289AF4-8101-9CA7-9C92-1EB6F0F7FEB8}"/>
          </ac:spMkLst>
        </pc:spChg>
        <pc:spChg chg="mod">
          <ac:chgData name="ACEM2-21 ac37822m(長岡高専)" userId="45dd5a03-675d-49d7-a16d-8a5974401386" providerId="ADAL" clId="{995BAEAC-821C-448C-A5E1-6B825DA00774}" dt="2026-08-27T08:07:48.349" v="2171" actId="207"/>
          <ac:spMkLst>
            <pc:docMk/>
            <pc:sldMk cId="2712717103" sldId="261"/>
            <ac:spMk id="44" creationId="{E6617186-5B5A-FD44-9FA9-6C258FD79536}"/>
          </ac:spMkLst>
        </pc:spChg>
        <pc:spChg chg="add mod">
          <ac:chgData name="ACEM2-21 ac37822m(長岡高専)" userId="45dd5a03-675d-49d7-a16d-8a5974401386" providerId="ADAL" clId="{995BAEAC-821C-448C-A5E1-6B825DA00774}" dt="2026-08-27T08:11:27.570" v="2432" actId="1076"/>
          <ac:spMkLst>
            <pc:docMk/>
            <pc:sldMk cId="2712717103" sldId="261"/>
            <ac:spMk id="50" creationId="{52C0885E-08AB-E0F2-0C3F-D656F76CEB64}"/>
          </ac:spMkLst>
        </pc:spChg>
        <pc:spChg chg="add del mod">
          <ac:chgData name="ACEM2-21 ac37822m(長岡高専)" userId="45dd5a03-675d-49d7-a16d-8a5974401386" providerId="ADAL" clId="{995BAEAC-821C-448C-A5E1-6B825DA00774}" dt="2026-08-27T08:10:38.069" v="2416"/>
          <ac:spMkLst>
            <pc:docMk/>
            <pc:sldMk cId="2712717103" sldId="261"/>
            <ac:spMk id="52" creationId="{01A0F366-C120-C2DE-7EDA-93D46EED3974}"/>
          </ac:spMkLst>
        </pc:spChg>
        <pc:spChg chg="del">
          <ac:chgData name="ACEM2-21 ac37822m(長岡高専)" userId="45dd5a03-675d-49d7-a16d-8a5974401386" providerId="ADAL" clId="{995BAEAC-821C-448C-A5E1-6B825DA00774}" dt="2026-08-27T05:49:31.248" v="473" actId="21"/>
          <ac:spMkLst>
            <pc:docMk/>
            <pc:sldMk cId="2712717103" sldId="261"/>
            <ac:spMk id="66" creationId="{3326780E-03BA-B505-C608-174B9A6CD36A}"/>
          </ac:spMkLst>
        </pc:spChg>
        <pc:spChg chg="del">
          <ac:chgData name="ACEM2-21 ac37822m(長岡高専)" userId="45dd5a03-675d-49d7-a16d-8a5974401386" providerId="ADAL" clId="{995BAEAC-821C-448C-A5E1-6B825DA00774}" dt="2026-08-27T05:49:31.248" v="473" actId="21"/>
          <ac:spMkLst>
            <pc:docMk/>
            <pc:sldMk cId="2712717103" sldId="261"/>
            <ac:spMk id="68" creationId="{AAF77EF8-65AB-6BE2-A4B5-DDFCFC419268}"/>
          </ac:spMkLst>
        </pc:spChg>
        <pc:spChg chg="del">
          <ac:chgData name="ACEM2-21 ac37822m(長岡高専)" userId="45dd5a03-675d-49d7-a16d-8a5974401386" providerId="ADAL" clId="{995BAEAC-821C-448C-A5E1-6B825DA00774}" dt="2026-08-27T05:49:31.248" v="473" actId="21"/>
          <ac:spMkLst>
            <pc:docMk/>
            <pc:sldMk cId="2712717103" sldId="261"/>
            <ac:spMk id="70" creationId="{90242CA9-F257-C230-FD4D-974DDCD5D4F0}"/>
          </ac:spMkLst>
        </pc:spChg>
        <pc:spChg chg="del">
          <ac:chgData name="ACEM2-21 ac37822m(長岡高専)" userId="45dd5a03-675d-49d7-a16d-8a5974401386" providerId="ADAL" clId="{995BAEAC-821C-448C-A5E1-6B825DA00774}" dt="2026-08-27T05:49:31.248" v="473" actId="21"/>
          <ac:spMkLst>
            <pc:docMk/>
            <pc:sldMk cId="2712717103" sldId="261"/>
            <ac:spMk id="72" creationId="{2C993E59-A428-09B9-5C4C-F331FEACF979}"/>
          </ac:spMkLst>
        </pc:spChg>
        <pc:spChg chg="del">
          <ac:chgData name="ACEM2-21 ac37822m(長岡高専)" userId="45dd5a03-675d-49d7-a16d-8a5974401386" providerId="ADAL" clId="{995BAEAC-821C-448C-A5E1-6B825DA00774}" dt="2026-08-27T05:49:31.248" v="473" actId="21"/>
          <ac:spMkLst>
            <pc:docMk/>
            <pc:sldMk cId="2712717103" sldId="261"/>
            <ac:spMk id="74" creationId="{9B02E511-D913-9652-C2B8-DB6513B125D5}"/>
          </ac:spMkLst>
        </pc:spChg>
        <pc:spChg chg="del">
          <ac:chgData name="ACEM2-21 ac37822m(長岡高専)" userId="45dd5a03-675d-49d7-a16d-8a5974401386" providerId="ADAL" clId="{995BAEAC-821C-448C-A5E1-6B825DA00774}" dt="2026-08-27T05:49:31.248" v="473" actId="21"/>
          <ac:spMkLst>
            <pc:docMk/>
            <pc:sldMk cId="2712717103" sldId="261"/>
            <ac:spMk id="76" creationId="{CA88E173-7236-B0D9-6CAF-F958210439E2}"/>
          </ac:spMkLst>
        </pc:spChg>
        <pc:spChg chg="del">
          <ac:chgData name="ACEM2-21 ac37822m(長岡高専)" userId="45dd5a03-675d-49d7-a16d-8a5974401386" providerId="ADAL" clId="{995BAEAC-821C-448C-A5E1-6B825DA00774}" dt="2026-08-27T05:49:31.248" v="473" actId="21"/>
          <ac:spMkLst>
            <pc:docMk/>
            <pc:sldMk cId="2712717103" sldId="261"/>
            <ac:spMk id="78" creationId="{B162D893-EE79-E6D1-6355-661F66725A4A}"/>
          </ac:spMkLst>
        </pc:spChg>
        <pc:spChg chg="del">
          <ac:chgData name="ACEM2-21 ac37822m(長岡高専)" userId="45dd5a03-675d-49d7-a16d-8a5974401386" providerId="ADAL" clId="{995BAEAC-821C-448C-A5E1-6B825DA00774}" dt="2026-08-27T05:49:31.248" v="473" actId="21"/>
          <ac:spMkLst>
            <pc:docMk/>
            <pc:sldMk cId="2712717103" sldId="261"/>
            <ac:spMk id="80" creationId="{AF275E63-1B65-8B9A-B3AA-5AECC0F7DA8E}"/>
          </ac:spMkLst>
        </pc:spChg>
        <pc:spChg chg="del">
          <ac:chgData name="ACEM2-21 ac37822m(長岡高専)" userId="45dd5a03-675d-49d7-a16d-8a5974401386" providerId="ADAL" clId="{995BAEAC-821C-448C-A5E1-6B825DA00774}" dt="2026-08-27T05:49:31.248" v="473" actId="21"/>
          <ac:spMkLst>
            <pc:docMk/>
            <pc:sldMk cId="2712717103" sldId="261"/>
            <ac:spMk id="82" creationId="{A3310E57-3C65-BFE6-9CC2-0FB01B014612}"/>
          </ac:spMkLst>
        </pc:spChg>
        <pc:grpChg chg="add mod">
          <ac:chgData name="ACEM2-21 ac37822m(長岡高専)" userId="45dd5a03-675d-49d7-a16d-8a5974401386" providerId="ADAL" clId="{995BAEAC-821C-448C-A5E1-6B825DA00774}" dt="2026-08-27T08:12:29.618" v="2484" actId="14100"/>
          <ac:grpSpMkLst>
            <pc:docMk/>
            <pc:sldMk cId="2712717103" sldId="261"/>
            <ac:grpSpMk id="36" creationId="{F0049436-56F1-A961-8F07-F7FC92828F94}"/>
          </ac:grpSpMkLst>
        </pc:grpChg>
        <pc:picChg chg="add del mod">
          <ac:chgData name="ACEM2-21 ac37822m(長岡高専)" userId="45dd5a03-675d-49d7-a16d-8a5974401386" providerId="ADAL" clId="{995BAEAC-821C-448C-A5E1-6B825DA00774}" dt="2026-08-27T07:12:45" v="1476" actId="21"/>
          <ac:picMkLst>
            <pc:docMk/>
            <pc:sldMk cId="2712717103" sldId="261"/>
            <ac:picMk id="35" creationId="{3F8F8886-FE87-C4DF-44F1-6A69883D1A8F}"/>
          </ac:picMkLst>
        </pc:picChg>
        <pc:picChg chg="mod">
          <ac:chgData name="ACEM2-21 ac37822m(長岡高専)" userId="45dd5a03-675d-49d7-a16d-8a5974401386" providerId="ADAL" clId="{995BAEAC-821C-448C-A5E1-6B825DA00774}" dt="2026-08-27T07:12:41.934" v="1475"/>
          <ac:picMkLst>
            <pc:docMk/>
            <pc:sldMk cId="2712717103" sldId="261"/>
            <ac:picMk id="42" creationId="{09AC1799-4821-BBCD-27E2-90421F7BA6B1}"/>
          </ac:picMkLst>
        </pc:picChg>
        <pc:picChg chg="add del mod">
          <ac:chgData name="ACEM2-21 ac37822m(長岡高専)" userId="45dd5a03-675d-49d7-a16d-8a5974401386" providerId="ADAL" clId="{995BAEAC-821C-448C-A5E1-6B825DA00774}" dt="2026-08-27T07:18:50.635" v="1502" actId="21"/>
          <ac:picMkLst>
            <pc:docMk/>
            <pc:sldMk cId="2712717103" sldId="261"/>
            <ac:picMk id="46" creationId="{0BB93BE9-836D-A320-E8A4-F5971CE5D935}"/>
          </ac:picMkLst>
        </pc:picChg>
        <pc:picChg chg="add mod">
          <ac:chgData name="ACEM2-21 ac37822m(長岡高専)" userId="45dd5a03-675d-49d7-a16d-8a5974401386" providerId="ADAL" clId="{995BAEAC-821C-448C-A5E1-6B825DA00774}" dt="2026-08-27T08:12:32.116" v="2485" actId="1076"/>
          <ac:picMkLst>
            <pc:docMk/>
            <pc:sldMk cId="2712717103" sldId="261"/>
            <ac:picMk id="48" creationId="{C416D623-A2BA-BEBA-96D8-2B1DC9CEC280}"/>
          </ac:picMkLst>
        </pc:picChg>
      </pc:sldChg>
      <pc:sldChg chg="delSp modSp add mod">
        <pc:chgData name="ACEM2-21 ac37822m(長岡高専)" userId="45dd5a03-675d-49d7-a16d-8a5974401386" providerId="ADAL" clId="{995BAEAC-821C-448C-A5E1-6B825DA00774}" dt="2026-08-27T06:45:59.383" v="1408"/>
        <pc:sldMkLst>
          <pc:docMk/>
          <pc:sldMk cId="642173746" sldId="262"/>
        </pc:sldMkLst>
        <pc:spChg chg="del mod">
          <ac:chgData name="ACEM2-21 ac37822m(長岡高専)" userId="45dd5a03-675d-49d7-a16d-8a5974401386" providerId="ADAL" clId="{995BAEAC-821C-448C-A5E1-6B825DA00774}" dt="2026-08-27T06:45:59.383" v="1408"/>
          <ac:spMkLst>
            <pc:docMk/>
            <pc:sldMk cId="642173746" sldId="262"/>
            <ac:spMk id="8" creationId="{25E20BEC-F8BA-1F3A-66FB-81F3FDD1A6EC}"/>
          </ac:spMkLst>
        </pc:spChg>
        <pc:spChg chg="mod">
          <ac:chgData name="ACEM2-21 ac37822m(長岡高専)" userId="45dd5a03-675d-49d7-a16d-8a5974401386" providerId="ADAL" clId="{995BAEAC-821C-448C-A5E1-6B825DA00774}" dt="2026-08-27T05:50:16.114" v="483" actId="20577"/>
          <ac:spMkLst>
            <pc:docMk/>
            <pc:sldMk cId="642173746" sldId="262"/>
            <ac:spMk id="11" creationId="{9E5FE734-2C81-70A9-D956-53DD4D6CA57F}"/>
          </ac:spMkLst>
        </pc:spChg>
      </pc:sldChg>
      <pc:sldChg chg="del">
        <pc:chgData name="ACEM2-21 ac37822m(長岡高専)" userId="45dd5a03-675d-49d7-a16d-8a5974401386" providerId="ADAL" clId="{995BAEAC-821C-448C-A5E1-6B825DA00774}" dt="2026-08-27T05:27:51.852" v="94" actId="2696"/>
        <pc:sldMkLst>
          <pc:docMk/>
          <pc:sldMk cId="175231786" sldId="263"/>
        </pc:sldMkLst>
      </pc:sldChg>
      <pc:sldChg chg="delSp modSp add mod">
        <pc:chgData name="ACEM2-21 ac37822m(長岡高専)" userId="45dd5a03-675d-49d7-a16d-8a5974401386" providerId="ADAL" clId="{995BAEAC-821C-448C-A5E1-6B825DA00774}" dt="2026-08-27T17:00:25.892" v="2721" actId="20577"/>
        <pc:sldMkLst>
          <pc:docMk/>
          <pc:sldMk cId="683892195" sldId="263"/>
        </pc:sldMkLst>
        <pc:spChg chg="mod">
          <ac:chgData name="ACEM2-21 ac37822m(長岡高専)" userId="45dd5a03-675d-49d7-a16d-8a5974401386" providerId="ADAL" clId="{995BAEAC-821C-448C-A5E1-6B825DA00774}" dt="2026-08-27T17:00:25.892" v="2721" actId="20577"/>
          <ac:spMkLst>
            <pc:docMk/>
            <pc:sldMk cId="683892195" sldId="263"/>
            <ac:spMk id="3" creationId="{9110F28A-CA9B-779F-0836-DA711CD3014F}"/>
          </ac:spMkLst>
        </pc:spChg>
        <pc:spChg chg="del">
          <ac:chgData name="ACEM2-21 ac37822m(長岡高専)" userId="45dd5a03-675d-49d7-a16d-8a5974401386" providerId="ADAL" clId="{995BAEAC-821C-448C-A5E1-6B825DA00774}" dt="2026-08-27T06:45:04.700" v="1402" actId="21"/>
          <ac:spMkLst>
            <pc:docMk/>
            <pc:sldMk cId="683892195" sldId="263"/>
            <ac:spMk id="7" creationId="{D5499882-DE34-ED07-94FA-5D149584F9F1}"/>
          </ac:spMkLst>
        </pc:spChg>
        <pc:spChg chg="mod">
          <ac:chgData name="ACEM2-21 ac37822m(長岡高専)" userId="45dd5a03-675d-49d7-a16d-8a5974401386" providerId="ADAL" clId="{995BAEAC-821C-448C-A5E1-6B825DA00774}" dt="2026-08-27T06:47:20.876" v="1444" actId="20577"/>
          <ac:spMkLst>
            <pc:docMk/>
            <pc:sldMk cId="683892195" sldId="263"/>
            <ac:spMk id="11" creationId="{1873C7D6-14F4-DE90-DBA0-3C748C542061}"/>
          </ac:spMkLst>
        </pc:spChg>
        <pc:spChg chg="del">
          <ac:chgData name="ACEM2-21 ac37822m(長岡高専)" userId="45dd5a03-675d-49d7-a16d-8a5974401386" providerId="ADAL" clId="{995BAEAC-821C-448C-A5E1-6B825DA00774}" dt="2026-08-27T06:45:04.700" v="1402" actId="21"/>
          <ac:spMkLst>
            <pc:docMk/>
            <pc:sldMk cId="683892195" sldId="263"/>
            <ac:spMk id="12" creationId="{AE6D7AD4-B5FB-E80C-9BB6-B84589E325E3}"/>
          </ac:spMkLst>
        </pc:spChg>
      </pc:sldChg>
      <pc:sldChg chg="modSp add mod">
        <pc:chgData name="ACEM2-21 ac37822m(長岡高専)" userId="45dd5a03-675d-49d7-a16d-8a5974401386" providerId="ADAL" clId="{995BAEAC-821C-448C-A5E1-6B825DA00774}" dt="2026-08-27T06:47:02.845" v="1442" actId="20577"/>
        <pc:sldMkLst>
          <pc:docMk/>
          <pc:sldMk cId="148588569" sldId="264"/>
        </pc:sldMkLst>
        <pc:spChg chg="mod">
          <ac:chgData name="ACEM2-21 ac37822m(長岡高専)" userId="45dd5a03-675d-49d7-a16d-8a5974401386" providerId="ADAL" clId="{995BAEAC-821C-448C-A5E1-6B825DA00774}" dt="2026-08-27T06:47:02.845" v="1442" actId="20577"/>
          <ac:spMkLst>
            <pc:docMk/>
            <pc:sldMk cId="148588569" sldId="264"/>
            <ac:spMk id="3" creationId="{5715F52B-15FA-5D2F-23F6-7670C155FF01}"/>
          </ac:spMkLst>
        </pc:spChg>
      </pc:sldChg>
      <pc:sldChg chg="del">
        <pc:chgData name="ACEM2-21 ac37822m(長岡高専)" userId="45dd5a03-675d-49d7-a16d-8a5974401386" providerId="ADAL" clId="{995BAEAC-821C-448C-A5E1-6B825DA00774}" dt="2026-08-27T05:27:51.852" v="94" actId="2696"/>
        <pc:sldMkLst>
          <pc:docMk/>
          <pc:sldMk cId="599783351" sldId="265"/>
        </pc:sldMkLst>
      </pc:sldChg>
      <pc:sldChg chg="modSp add mod">
        <pc:chgData name="ACEM2-21 ac37822m(長岡高専)" userId="45dd5a03-675d-49d7-a16d-8a5974401386" providerId="ADAL" clId="{995BAEAC-821C-448C-A5E1-6B825DA00774}" dt="2026-08-27T06:47:25.415" v="1445" actId="20577"/>
        <pc:sldMkLst>
          <pc:docMk/>
          <pc:sldMk cId="1165569296" sldId="265"/>
        </pc:sldMkLst>
        <pc:spChg chg="mod">
          <ac:chgData name="ACEM2-21 ac37822m(長岡高専)" userId="45dd5a03-675d-49d7-a16d-8a5974401386" providerId="ADAL" clId="{995BAEAC-821C-448C-A5E1-6B825DA00774}" dt="2026-08-27T06:46:55.504" v="1427" actId="20577"/>
          <ac:spMkLst>
            <pc:docMk/>
            <pc:sldMk cId="1165569296" sldId="265"/>
            <ac:spMk id="3" creationId="{51797F81-CB45-697A-9322-B015CD69C4BD}"/>
          </ac:spMkLst>
        </pc:spChg>
        <pc:spChg chg="mod">
          <ac:chgData name="ACEM2-21 ac37822m(長岡高専)" userId="45dd5a03-675d-49d7-a16d-8a5974401386" providerId="ADAL" clId="{995BAEAC-821C-448C-A5E1-6B825DA00774}" dt="2026-08-27T06:47:25.415" v="1445" actId="20577"/>
          <ac:spMkLst>
            <pc:docMk/>
            <pc:sldMk cId="1165569296" sldId="265"/>
            <ac:spMk id="11" creationId="{9AE5B853-51DB-58DC-F276-B9E4F6716CE1}"/>
          </ac:spMkLst>
        </pc:spChg>
      </pc:sldChg>
      <pc:sldChg chg="modSp add mod">
        <pc:chgData name="ACEM2-21 ac37822m(長岡高専)" userId="45dd5a03-675d-49d7-a16d-8a5974401386" providerId="ADAL" clId="{995BAEAC-821C-448C-A5E1-6B825DA00774}" dt="2026-08-27T06:47:45.398" v="1449" actId="20577"/>
        <pc:sldMkLst>
          <pc:docMk/>
          <pc:sldMk cId="1578321219" sldId="266"/>
        </pc:sldMkLst>
        <pc:spChg chg="mod">
          <ac:chgData name="ACEM2-21 ac37822m(長岡高専)" userId="45dd5a03-675d-49d7-a16d-8a5974401386" providerId="ADAL" clId="{995BAEAC-821C-448C-A5E1-6B825DA00774}" dt="2026-08-27T06:46:58.848" v="1435" actId="20577"/>
          <ac:spMkLst>
            <pc:docMk/>
            <pc:sldMk cId="1578321219" sldId="266"/>
            <ac:spMk id="3" creationId="{3802E31C-8F6B-DF03-DF2C-7DE164EEEE5A}"/>
          </ac:spMkLst>
        </pc:spChg>
        <pc:spChg chg="mod">
          <ac:chgData name="ACEM2-21 ac37822m(長岡高専)" userId="45dd5a03-675d-49d7-a16d-8a5974401386" providerId="ADAL" clId="{995BAEAC-821C-448C-A5E1-6B825DA00774}" dt="2026-08-27T06:47:45.398" v="1449" actId="20577"/>
          <ac:spMkLst>
            <pc:docMk/>
            <pc:sldMk cId="1578321219" sldId="266"/>
            <ac:spMk id="11" creationId="{FD94D171-437F-84EB-FB8C-B6ADAF6C0BAF}"/>
          </ac:spMkLst>
        </pc:spChg>
      </pc:sldChg>
      <pc:sldChg chg="del">
        <pc:chgData name="ACEM2-21 ac37822m(長岡高専)" userId="45dd5a03-675d-49d7-a16d-8a5974401386" providerId="ADAL" clId="{995BAEAC-821C-448C-A5E1-6B825DA00774}" dt="2026-08-27T05:27:51.852" v="94" actId="2696"/>
        <pc:sldMkLst>
          <pc:docMk/>
          <pc:sldMk cId="2949795941" sldId="267"/>
        </pc:sldMkLst>
      </pc:sldChg>
      <pc:sldChg chg="addSp delSp modSp add mod">
        <pc:chgData name="ACEM2-21 ac37822m(長岡高専)" userId="45dd5a03-675d-49d7-a16d-8a5974401386" providerId="ADAL" clId="{995BAEAC-821C-448C-A5E1-6B825DA00774}" dt="2026-08-27T07:21:04.026" v="1533" actId="1076"/>
        <pc:sldMkLst>
          <pc:docMk/>
          <pc:sldMk cId="3400072852" sldId="267"/>
        </pc:sldMkLst>
        <pc:spChg chg="mod">
          <ac:chgData name="ACEM2-21 ac37822m(長岡高専)" userId="45dd5a03-675d-49d7-a16d-8a5974401386" providerId="ADAL" clId="{995BAEAC-821C-448C-A5E1-6B825DA00774}" dt="2026-08-27T07:20:11.842" v="1532" actId="20577"/>
          <ac:spMkLst>
            <pc:docMk/>
            <pc:sldMk cId="3400072852" sldId="267"/>
            <ac:spMk id="3" creationId="{23904EA7-31DB-C476-4AA8-1F030E901D0B}"/>
          </ac:spMkLst>
        </pc:spChg>
        <pc:spChg chg="del">
          <ac:chgData name="ACEM2-21 ac37822m(長岡高専)" userId="45dd5a03-675d-49d7-a16d-8a5974401386" providerId="ADAL" clId="{995BAEAC-821C-448C-A5E1-6B825DA00774}" dt="2026-08-27T07:19:03.984" v="1505" actId="21"/>
          <ac:spMkLst>
            <pc:docMk/>
            <pc:sldMk cId="3400072852" sldId="267"/>
            <ac:spMk id="12" creationId="{F7E3F081-6C1F-BB82-B786-87789DF96CA9}"/>
          </ac:spMkLst>
        </pc:spChg>
        <pc:grpChg chg="del">
          <ac:chgData name="ACEM2-21 ac37822m(長岡高専)" userId="45dd5a03-675d-49d7-a16d-8a5974401386" providerId="ADAL" clId="{995BAEAC-821C-448C-A5E1-6B825DA00774}" dt="2026-08-27T07:19:03.984" v="1505" actId="21"/>
          <ac:grpSpMkLst>
            <pc:docMk/>
            <pc:sldMk cId="3400072852" sldId="267"/>
            <ac:grpSpMk id="36" creationId="{40481F2B-A6CB-7C61-136A-6FCD125B9B6F}"/>
          </ac:grpSpMkLst>
        </pc:grpChg>
        <pc:picChg chg="add del mod">
          <ac:chgData name="ACEM2-21 ac37822m(長岡高専)" userId="45dd5a03-675d-49d7-a16d-8a5974401386" providerId="ADAL" clId="{995BAEAC-821C-448C-A5E1-6B825DA00774}" dt="2026-08-27T07:21:04.026" v="1533" actId="1076"/>
          <ac:picMkLst>
            <pc:docMk/>
            <pc:sldMk cId="3400072852" sldId="267"/>
            <ac:picMk id="46" creationId="{2A04B653-AB5A-88B5-1040-A0F6B0CE5F78}"/>
          </ac:picMkLst>
        </pc:picChg>
      </pc:sldChg>
      <pc:sldChg chg="delSp modSp add del mod">
        <pc:chgData name="ACEM2-21 ac37822m(長岡高専)" userId="45dd5a03-675d-49d7-a16d-8a5974401386" providerId="ADAL" clId="{995BAEAC-821C-448C-A5E1-6B825DA00774}" dt="2026-08-27T07:21:31.377" v="1536" actId="2696"/>
        <pc:sldMkLst>
          <pc:docMk/>
          <pc:sldMk cId="1820529984" sldId="268"/>
        </pc:sldMkLst>
        <pc:spChg chg="mod">
          <ac:chgData name="ACEM2-21 ac37822m(長岡高専)" userId="45dd5a03-675d-49d7-a16d-8a5974401386" providerId="ADAL" clId="{995BAEAC-821C-448C-A5E1-6B825DA00774}" dt="2026-08-27T07:21:23.681" v="1535" actId="20577"/>
          <ac:spMkLst>
            <pc:docMk/>
            <pc:sldMk cId="1820529984" sldId="268"/>
            <ac:spMk id="3" creationId="{618FC043-93F4-7F57-286E-0473924D0275}"/>
          </ac:spMkLst>
        </pc:spChg>
        <pc:spChg chg="del">
          <ac:chgData name="ACEM2-21 ac37822m(長岡高専)" userId="45dd5a03-675d-49d7-a16d-8a5974401386" providerId="ADAL" clId="{995BAEAC-821C-448C-A5E1-6B825DA00774}" dt="2026-08-27T07:17:36.542" v="1501" actId="21"/>
          <ac:spMkLst>
            <pc:docMk/>
            <pc:sldMk cId="1820529984" sldId="268"/>
            <ac:spMk id="12" creationId="{CAF9D46A-BABC-36CA-158A-CEA24FA7DC41}"/>
          </ac:spMkLst>
        </pc:spChg>
        <pc:grpChg chg="del mod">
          <ac:chgData name="ACEM2-21 ac37822m(長岡高専)" userId="45dd5a03-675d-49d7-a16d-8a5974401386" providerId="ADAL" clId="{995BAEAC-821C-448C-A5E1-6B825DA00774}" dt="2026-08-27T07:17:36.542" v="1501" actId="21"/>
          <ac:grpSpMkLst>
            <pc:docMk/>
            <pc:sldMk cId="1820529984" sldId="268"/>
            <ac:grpSpMk id="36" creationId="{2EE6EDA3-A026-967C-05ED-A04FC1EFEE03}"/>
          </ac:grpSpMkLst>
        </pc:grpChg>
        <pc:picChg chg="del mod">
          <ac:chgData name="ACEM2-21 ac37822m(長岡高専)" userId="45dd5a03-675d-49d7-a16d-8a5974401386" providerId="ADAL" clId="{995BAEAC-821C-448C-A5E1-6B825DA00774}" dt="2026-08-27T07:17:36.542" v="1501" actId="21"/>
          <ac:picMkLst>
            <pc:docMk/>
            <pc:sldMk cId="1820529984" sldId="268"/>
            <ac:picMk id="46" creationId="{EB2B5E93-3127-71F1-0D74-F21BEADB3A8C}"/>
          </ac:picMkLst>
        </pc:picChg>
      </pc:sldChg>
      <pc:sldChg chg="modSp mod">
        <pc:chgData name="ACEM2-21 ac37822m(長岡高専)" userId="45dd5a03-675d-49d7-a16d-8a5974401386" providerId="ADAL" clId="{995BAEAC-821C-448C-A5E1-6B825DA00774}" dt="2026-08-27T17:01:16.934" v="2805" actId="20577"/>
        <pc:sldMkLst>
          <pc:docMk/>
          <pc:sldMk cId="3630399525" sldId="268"/>
        </pc:sldMkLst>
        <pc:spChg chg="mod">
          <ac:chgData name="ACEM2-21 ac37822m(長岡高専)" userId="45dd5a03-675d-49d7-a16d-8a5974401386" providerId="ADAL" clId="{995BAEAC-821C-448C-A5E1-6B825DA00774}" dt="2026-08-27T17:01:16.934" v="2805" actId="20577"/>
          <ac:spMkLst>
            <pc:docMk/>
            <pc:sldMk cId="3630399525" sldId="268"/>
            <ac:spMk id="3" creationId="{7E9B7D47-1870-8229-8CBE-909BEDF1AE23}"/>
          </ac:spMkLst>
        </pc:spChg>
      </pc:sldChg>
    </pc:docChg>
  </pc:docChgLst>
  <pc:docChgLst>
    <pc:chgData name="ACEM2-21 ac37822m(長岡高専)" userId="45dd5a03-675d-49d7-a16d-8a5974401386" providerId="ADAL" clId="{27FE6A37-5C74-4966-8564-B51DD8B2CFF0}"/>
    <pc:docChg chg="undo custSel addSld delSld modSld">
      <pc:chgData name="ACEM2-21 ac37822m(長岡高専)" userId="45dd5a03-675d-49d7-a16d-8a5974401386" providerId="ADAL" clId="{27FE6A37-5C74-4966-8564-B51DD8B2CFF0}" dt="2026-08-27T13:24:01.371" v="1107" actId="20577"/>
      <pc:docMkLst>
        <pc:docMk/>
      </pc:docMkLst>
      <pc:sldChg chg="modSp mod">
        <pc:chgData name="ACEM2-21 ac37822m(長岡高専)" userId="45dd5a03-675d-49d7-a16d-8a5974401386" providerId="ADAL" clId="{27FE6A37-5C74-4966-8564-B51DD8B2CFF0}" dt="2026-08-27T13:04:26.034" v="288" actId="20577"/>
        <pc:sldMkLst>
          <pc:docMk/>
          <pc:sldMk cId="4039511945" sldId="256"/>
        </pc:sldMkLst>
        <pc:spChg chg="mod">
          <ac:chgData name="ACEM2-21 ac37822m(長岡高専)" userId="45dd5a03-675d-49d7-a16d-8a5974401386" providerId="ADAL" clId="{27FE6A37-5C74-4966-8564-B51DD8B2CFF0}" dt="2026-08-27T13:04:26.034" v="288" actId="20577"/>
          <ac:spMkLst>
            <pc:docMk/>
            <pc:sldMk cId="4039511945" sldId="256"/>
            <ac:spMk id="4" creationId="{9E517A19-D6AC-4410-95AD-6AB703636F6A}"/>
          </ac:spMkLst>
        </pc:spChg>
      </pc:sldChg>
      <pc:sldChg chg="addSp delSp modSp mod">
        <pc:chgData name="ACEM2-21 ac37822m(長岡高専)" userId="45dd5a03-675d-49d7-a16d-8a5974401386" providerId="ADAL" clId="{27FE6A37-5C74-4966-8564-B51DD8B2CFF0}" dt="2026-08-27T13:12:11.350" v="574" actId="1076"/>
        <pc:sldMkLst>
          <pc:docMk/>
          <pc:sldMk cId="1614531952" sldId="257"/>
        </pc:sldMkLst>
        <pc:spChg chg="add mod">
          <ac:chgData name="ACEM2-21 ac37822m(長岡高専)" userId="45dd5a03-675d-49d7-a16d-8a5974401386" providerId="ADAL" clId="{27FE6A37-5C74-4966-8564-B51DD8B2CFF0}" dt="2026-08-27T13:09:28.258" v="529" actId="1076"/>
          <ac:spMkLst>
            <pc:docMk/>
            <pc:sldMk cId="1614531952" sldId="257"/>
            <ac:spMk id="3" creationId="{12923F6C-C236-E4DE-A958-F1EE6F51E25F}"/>
          </ac:spMkLst>
        </pc:spChg>
        <pc:spChg chg="del mod">
          <ac:chgData name="ACEM2-21 ac37822m(長岡高専)" userId="45dd5a03-675d-49d7-a16d-8a5974401386" providerId="ADAL" clId="{27FE6A37-5C74-4966-8564-B51DD8B2CFF0}" dt="2026-08-27T13:04:32.599" v="290" actId="478"/>
          <ac:spMkLst>
            <pc:docMk/>
            <pc:sldMk cId="1614531952" sldId="257"/>
            <ac:spMk id="4" creationId="{26593CAF-FB17-517D-B5F6-A4D3F39C27B9}"/>
          </ac:spMkLst>
        </pc:spChg>
        <pc:spChg chg="del">
          <ac:chgData name="ACEM2-21 ac37822m(長岡高専)" userId="45dd5a03-675d-49d7-a16d-8a5974401386" providerId="ADAL" clId="{27FE6A37-5C74-4966-8564-B51DD8B2CFF0}" dt="2026-08-27T13:03:32.992" v="263" actId="21"/>
          <ac:spMkLst>
            <pc:docMk/>
            <pc:sldMk cId="1614531952" sldId="257"/>
            <ac:spMk id="5" creationId="{60FBA7A2-C32E-42E0-CCD3-6861EB1BEEAA}"/>
          </ac:spMkLst>
        </pc:spChg>
        <pc:spChg chg="add mod">
          <ac:chgData name="ACEM2-21 ac37822m(長岡高専)" userId="45dd5a03-675d-49d7-a16d-8a5974401386" providerId="ADAL" clId="{27FE6A37-5C74-4966-8564-B51DD8B2CFF0}" dt="2026-08-27T13:04:09.886" v="273"/>
          <ac:spMkLst>
            <pc:docMk/>
            <pc:sldMk cId="1614531952" sldId="257"/>
            <ac:spMk id="8" creationId="{D9C44998-A6BB-6683-5482-E7B9211408C7}"/>
          </ac:spMkLst>
        </pc:spChg>
        <pc:spChg chg="mod">
          <ac:chgData name="ACEM2-21 ac37822m(長岡高専)" userId="45dd5a03-675d-49d7-a16d-8a5974401386" providerId="ADAL" clId="{27FE6A37-5C74-4966-8564-B51DD8B2CFF0}" dt="2026-08-27T13:12:11.350" v="574" actId="1076"/>
          <ac:spMkLst>
            <pc:docMk/>
            <pc:sldMk cId="1614531952" sldId="257"/>
            <ac:spMk id="9" creationId="{EF829B69-4BE3-6BE4-CA40-1DF293AB198C}"/>
          </ac:spMkLst>
        </pc:spChg>
        <pc:spChg chg="add mod">
          <ac:chgData name="ACEM2-21 ac37822m(長岡高専)" userId="45dd5a03-675d-49d7-a16d-8a5974401386" providerId="ADAL" clId="{27FE6A37-5C74-4966-8564-B51DD8B2CFF0}" dt="2026-08-27T13:04:57.296" v="300"/>
          <ac:spMkLst>
            <pc:docMk/>
            <pc:sldMk cId="1614531952" sldId="257"/>
            <ac:spMk id="12" creationId="{3B673A7B-A2B6-248C-CC5F-AE7FA993CB52}"/>
          </ac:spMkLst>
        </pc:spChg>
        <pc:spChg chg="mod">
          <ac:chgData name="ACEM2-21 ac37822m(長岡高専)" userId="45dd5a03-675d-49d7-a16d-8a5974401386" providerId="ADAL" clId="{27FE6A37-5C74-4966-8564-B51DD8B2CFF0}" dt="2026-08-27T12:51:04.426" v="33" actId="165"/>
          <ac:spMkLst>
            <pc:docMk/>
            <pc:sldMk cId="1614531952" sldId="257"/>
            <ac:spMk id="17" creationId="{B06E5D19-8A83-AF9D-84DA-689064E00033}"/>
          </ac:spMkLst>
        </pc:spChg>
        <pc:spChg chg="mod">
          <ac:chgData name="ACEM2-21 ac37822m(長岡高専)" userId="45dd5a03-675d-49d7-a16d-8a5974401386" providerId="ADAL" clId="{27FE6A37-5C74-4966-8564-B51DD8B2CFF0}" dt="2026-08-27T12:51:54.749" v="66" actId="404"/>
          <ac:spMkLst>
            <pc:docMk/>
            <pc:sldMk cId="1614531952" sldId="257"/>
            <ac:spMk id="18" creationId="{A4D793F4-5A1F-7434-571E-E18FD4712A3D}"/>
          </ac:spMkLst>
        </pc:spChg>
        <pc:spChg chg="mod topLvl">
          <ac:chgData name="ACEM2-21 ac37822m(長岡高専)" userId="45dd5a03-675d-49d7-a16d-8a5974401386" providerId="ADAL" clId="{27FE6A37-5C74-4966-8564-B51DD8B2CFF0}" dt="2026-08-27T13:03:19.953" v="261" actId="164"/>
          <ac:spMkLst>
            <pc:docMk/>
            <pc:sldMk cId="1614531952" sldId="257"/>
            <ac:spMk id="20" creationId="{7F7F6181-C643-AAAF-AEC8-E15A70BD9755}"/>
          </ac:spMkLst>
        </pc:spChg>
        <pc:spChg chg="del mod topLvl">
          <ac:chgData name="ACEM2-21 ac37822m(長岡高専)" userId="45dd5a03-675d-49d7-a16d-8a5974401386" providerId="ADAL" clId="{27FE6A37-5C74-4966-8564-B51DD8B2CFF0}" dt="2026-08-27T12:51:37.807" v="58" actId="21"/>
          <ac:spMkLst>
            <pc:docMk/>
            <pc:sldMk cId="1614531952" sldId="257"/>
            <ac:spMk id="40" creationId="{FFF0239F-847D-1256-5787-2F8EBB431B25}"/>
          </ac:spMkLst>
        </pc:spChg>
        <pc:spChg chg="del mod topLvl">
          <ac:chgData name="ACEM2-21 ac37822m(長岡高専)" userId="45dd5a03-675d-49d7-a16d-8a5974401386" providerId="ADAL" clId="{27FE6A37-5C74-4966-8564-B51DD8B2CFF0}" dt="2026-08-27T12:51:35.880" v="57" actId="21"/>
          <ac:spMkLst>
            <pc:docMk/>
            <pc:sldMk cId="1614531952" sldId="257"/>
            <ac:spMk id="41" creationId="{67B6E151-5532-91BD-95F3-E422FE2C1FDB}"/>
          </ac:spMkLst>
        </pc:spChg>
        <pc:spChg chg="mod topLvl">
          <ac:chgData name="ACEM2-21 ac37822m(長岡高専)" userId="45dd5a03-675d-49d7-a16d-8a5974401386" providerId="ADAL" clId="{27FE6A37-5C74-4966-8564-B51DD8B2CFF0}" dt="2026-08-27T13:03:19.953" v="261" actId="164"/>
          <ac:spMkLst>
            <pc:docMk/>
            <pc:sldMk cId="1614531952" sldId="257"/>
            <ac:spMk id="61" creationId="{110A89B7-1DB8-733D-4807-57C43E7D82CD}"/>
          </ac:spMkLst>
        </pc:spChg>
        <pc:grpChg chg="add mod">
          <ac:chgData name="ACEM2-21 ac37822m(長岡高専)" userId="45dd5a03-675d-49d7-a16d-8a5974401386" providerId="ADAL" clId="{27FE6A37-5C74-4966-8564-B51DD8B2CFF0}" dt="2026-08-27T13:09:21.591" v="527" actId="1076"/>
          <ac:grpSpMkLst>
            <pc:docMk/>
            <pc:sldMk cId="1614531952" sldId="257"/>
            <ac:grpSpMk id="7" creationId="{662D2841-6813-C8EA-2B89-08C07FD60042}"/>
          </ac:grpSpMkLst>
        </pc:grpChg>
        <pc:grpChg chg="mod topLvl">
          <ac:chgData name="ACEM2-21 ac37822m(長岡高専)" userId="45dd5a03-675d-49d7-a16d-8a5974401386" providerId="ADAL" clId="{27FE6A37-5C74-4966-8564-B51DD8B2CFF0}" dt="2026-08-27T13:03:19.953" v="261" actId="164"/>
          <ac:grpSpMkLst>
            <pc:docMk/>
            <pc:sldMk cId="1614531952" sldId="257"/>
            <ac:grpSpMk id="13" creationId="{D198C248-8387-B1B8-9D3F-861041F59592}"/>
          </ac:grpSpMkLst>
        </pc:grpChg>
        <pc:grpChg chg="del mod topLvl">
          <ac:chgData name="ACEM2-21 ac37822m(長岡高専)" userId="45dd5a03-675d-49d7-a16d-8a5974401386" providerId="ADAL" clId="{27FE6A37-5C74-4966-8564-B51DD8B2CFF0}" dt="2026-08-27T12:51:04.426" v="33" actId="165"/>
          <ac:grpSpMkLst>
            <pc:docMk/>
            <pc:sldMk cId="1614531952" sldId="257"/>
            <ac:grpSpMk id="14" creationId="{C91CEE9D-2C7D-A8DF-9391-29C091DACC7A}"/>
          </ac:grpSpMkLst>
        </pc:grpChg>
        <pc:grpChg chg="del mod">
          <ac:chgData name="ACEM2-21 ac37822m(長岡高専)" userId="45dd5a03-675d-49d7-a16d-8a5974401386" providerId="ADAL" clId="{27FE6A37-5C74-4966-8564-B51DD8B2CFF0}" dt="2026-08-27T12:50:57.611" v="30" actId="165"/>
          <ac:grpSpMkLst>
            <pc:docMk/>
            <pc:sldMk cId="1614531952" sldId="257"/>
            <ac:grpSpMk id="15" creationId="{CE11AEB4-2085-2A47-AD57-34E18D6A8C77}"/>
          </ac:grpSpMkLst>
        </pc:grpChg>
        <pc:grpChg chg="mod">
          <ac:chgData name="ACEM2-21 ac37822m(長岡高専)" userId="45dd5a03-675d-49d7-a16d-8a5974401386" providerId="ADAL" clId="{27FE6A37-5C74-4966-8564-B51DD8B2CFF0}" dt="2026-08-27T12:51:04.426" v="33" actId="165"/>
          <ac:grpSpMkLst>
            <pc:docMk/>
            <pc:sldMk cId="1614531952" sldId="257"/>
            <ac:grpSpMk id="16" creationId="{4B4FD0D9-611E-4C00-3935-FB1567A10461}"/>
          </ac:grpSpMkLst>
        </pc:grpChg>
        <pc:grpChg chg="mod topLvl">
          <ac:chgData name="ACEM2-21 ac37822m(長岡高専)" userId="45dd5a03-675d-49d7-a16d-8a5974401386" providerId="ADAL" clId="{27FE6A37-5C74-4966-8564-B51DD8B2CFF0}" dt="2026-08-27T13:03:19.953" v="261" actId="164"/>
          <ac:grpSpMkLst>
            <pc:docMk/>
            <pc:sldMk cId="1614531952" sldId="257"/>
            <ac:grpSpMk id="39" creationId="{EC2BACAF-0DCD-599C-5DD4-CD009F160B6F}"/>
          </ac:grpSpMkLst>
        </pc:grpChg>
        <pc:picChg chg="mod">
          <ac:chgData name="ACEM2-21 ac37822m(長岡高専)" userId="45dd5a03-675d-49d7-a16d-8a5974401386" providerId="ADAL" clId="{27FE6A37-5C74-4966-8564-B51DD8B2CFF0}" dt="2026-08-27T12:51:04.426" v="33" actId="165"/>
          <ac:picMkLst>
            <pc:docMk/>
            <pc:sldMk cId="1614531952" sldId="257"/>
            <ac:picMk id="38" creationId="{96DAF670-F4E4-B7B2-5DFF-0ED5E1598EDB}"/>
          </ac:picMkLst>
        </pc:picChg>
      </pc:sldChg>
      <pc:sldChg chg="addSp delSp modSp mod">
        <pc:chgData name="ACEM2-21 ac37822m(長岡高専)" userId="45dd5a03-675d-49d7-a16d-8a5974401386" providerId="ADAL" clId="{27FE6A37-5C74-4966-8564-B51DD8B2CFF0}" dt="2026-08-27T13:13:39.592" v="611" actId="1076"/>
        <pc:sldMkLst>
          <pc:docMk/>
          <pc:sldMk cId="1080048326" sldId="259"/>
        </pc:sldMkLst>
        <pc:spChg chg="add mod">
          <ac:chgData name="ACEM2-21 ac37822m(長岡高専)" userId="45dd5a03-675d-49d7-a16d-8a5974401386" providerId="ADAL" clId="{27FE6A37-5C74-4966-8564-B51DD8B2CFF0}" dt="2026-08-27T13:04:10.614" v="274"/>
          <ac:spMkLst>
            <pc:docMk/>
            <pc:sldMk cId="1080048326" sldId="259"/>
            <ac:spMk id="2" creationId="{092445F2-4BD3-D150-8EA1-82FE245FCFE1}"/>
          </ac:spMkLst>
        </pc:spChg>
        <pc:spChg chg="add mod">
          <ac:chgData name="ACEM2-21 ac37822m(長岡高専)" userId="45dd5a03-675d-49d7-a16d-8a5974401386" providerId="ADAL" clId="{27FE6A37-5C74-4966-8564-B51DD8B2CFF0}" dt="2026-08-27T13:04:57.950" v="301"/>
          <ac:spMkLst>
            <pc:docMk/>
            <pc:sldMk cId="1080048326" sldId="259"/>
            <ac:spMk id="3" creationId="{5082E45B-14E4-75F4-8A22-784CE22500A4}"/>
          </ac:spMkLst>
        </pc:spChg>
        <pc:spChg chg="del">
          <ac:chgData name="ACEM2-21 ac37822m(長岡高専)" userId="45dd5a03-675d-49d7-a16d-8a5974401386" providerId="ADAL" clId="{27FE6A37-5C74-4966-8564-B51DD8B2CFF0}" dt="2026-08-27T13:04:34.763" v="291" actId="478"/>
          <ac:spMkLst>
            <pc:docMk/>
            <pc:sldMk cId="1080048326" sldId="259"/>
            <ac:spMk id="4" creationId="{9C527D23-DAB3-FA34-7C70-512CDF4106CD}"/>
          </ac:spMkLst>
        </pc:spChg>
        <pc:spChg chg="del">
          <ac:chgData name="ACEM2-21 ac37822m(長岡高専)" userId="45dd5a03-675d-49d7-a16d-8a5974401386" providerId="ADAL" clId="{27FE6A37-5C74-4966-8564-B51DD8B2CFF0}" dt="2026-08-27T13:03:37.283" v="264" actId="21"/>
          <ac:spMkLst>
            <pc:docMk/>
            <pc:sldMk cId="1080048326" sldId="259"/>
            <ac:spMk id="5" creationId="{EC5E8884-BF78-2ABD-02D1-0053090D0C1E}"/>
          </ac:spMkLst>
        </pc:spChg>
        <pc:spChg chg="mod">
          <ac:chgData name="ACEM2-21 ac37822m(長岡高専)" userId="45dd5a03-675d-49d7-a16d-8a5974401386" providerId="ADAL" clId="{27FE6A37-5C74-4966-8564-B51DD8B2CFF0}" dt="2026-08-27T13:13:39.592" v="611" actId="1076"/>
          <ac:spMkLst>
            <pc:docMk/>
            <pc:sldMk cId="1080048326" sldId="259"/>
            <ac:spMk id="8" creationId="{596D7417-DB38-06EF-2C85-B4C28082CF91}"/>
          </ac:spMkLst>
        </pc:spChg>
        <pc:grpChg chg="del">
          <ac:chgData name="ACEM2-21 ac37822m(長岡高専)" userId="45dd5a03-675d-49d7-a16d-8a5974401386" providerId="ADAL" clId="{27FE6A37-5C74-4966-8564-B51DD8B2CFF0}" dt="2026-08-27T12:54:10.285" v="259" actId="21"/>
          <ac:grpSpMkLst>
            <pc:docMk/>
            <pc:sldMk cId="1080048326" sldId="259"/>
            <ac:grpSpMk id="15" creationId="{49E19115-B83D-99B7-4BE4-43B95CE7ACEA}"/>
          </ac:grpSpMkLst>
        </pc:grpChg>
      </pc:sldChg>
      <pc:sldChg chg="addSp delSp modSp mod">
        <pc:chgData name="ACEM2-21 ac37822m(長岡高専)" userId="45dd5a03-675d-49d7-a16d-8a5974401386" providerId="ADAL" clId="{27FE6A37-5C74-4966-8564-B51DD8B2CFF0}" dt="2026-08-27T13:24:01.371" v="1107" actId="20577"/>
        <pc:sldMkLst>
          <pc:docMk/>
          <pc:sldMk cId="1055157735" sldId="260"/>
        </pc:sldMkLst>
        <pc:spChg chg="add mod">
          <ac:chgData name="ACEM2-21 ac37822m(長岡高専)" userId="45dd5a03-675d-49d7-a16d-8a5974401386" providerId="ADAL" clId="{27FE6A37-5C74-4966-8564-B51DD8B2CFF0}" dt="2026-08-27T13:04:11.362" v="275"/>
          <ac:spMkLst>
            <pc:docMk/>
            <pc:sldMk cId="1055157735" sldId="260"/>
            <ac:spMk id="2" creationId="{35ED4072-AF16-FDB2-129E-DDBC8DA231BF}"/>
          </ac:spMkLst>
        </pc:spChg>
        <pc:spChg chg="add mod">
          <ac:chgData name="ACEM2-21 ac37822m(長岡高専)" userId="45dd5a03-675d-49d7-a16d-8a5974401386" providerId="ADAL" clId="{27FE6A37-5C74-4966-8564-B51DD8B2CFF0}" dt="2026-08-27T13:04:58.672" v="302"/>
          <ac:spMkLst>
            <pc:docMk/>
            <pc:sldMk cId="1055157735" sldId="260"/>
            <ac:spMk id="3" creationId="{924003C7-F022-1A66-9B84-3F2CF60600D8}"/>
          </ac:spMkLst>
        </pc:spChg>
        <pc:spChg chg="del">
          <ac:chgData name="ACEM2-21 ac37822m(長岡高専)" userId="45dd5a03-675d-49d7-a16d-8a5974401386" providerId="ADAL" clId="{27FE6A37-5C74-4966-8564-B51DD8B2CFF0}" dt="2026-08-27T13:04:38.592" v="292" actId="478"/>
          <ac:spMkLst>
            <pc:docMk/>
            <pc:sldMk cId="1055157735" sldId="260"/>
            <ac:spMk id="4" creationId="{70E1265A-B72E-F7A7-DF6A-4C5CE68E4E0F}"/>
          </ac:spMkLst>
        </pc:spChg>
        <pc:spChg chg="del">
          <ac:chgData name="ACEM2-21 ac37822m(長岡高専)" userId="45dd5a03-675d-49d7-a16d-8a5974401386" providerId="ADAL" clId="{27FE6A37-5C74-4966-8564-B51DD8B2CFF0}" dt="2026-08-27T13:03:41.437" v="265" actId="21"/>
          <ac:spMkLst>
            <pc:docMk/>
            <pc:sldMk cId="1055157735" sldId="260"/>
            <ac:spMk id="5" creationId="{E01C6CE4-1091-A9B9-BC89-33773E0081E1}"/>
          </ac:spMkLst>
        </pc:spChg>
        <pc:spChg chg="del mod">
          <ac:chgData name="ACEM2-21 ac37822m(長岡高専)" userId="45dd5a03-675d-49d7-a16d-8a5974401386" providerId="ADAL" clId="{27FE6A37-5C74-4966-8564-B51DD8B2CFF0}" dt="2026-08-27T13:10:18.388" v="536" actId="21"/>
          <ac:spMkLst>
            <pc:docMk/>
            <pc:sldMk cId="1055157735" sldId="260"/>
            <ac:spMk id="8" creationId="{C8D01C72-CBDA-1768-0C65-44D1957DCA60}"/>
          </ac:spMkLst>
        </pc:spChg>
        <pc:spChg chg="mod">
          <ac:chgData name="ACEM2-21 ac37822m(長岡高専)" userId="45dd5a03-675d-49d7-a16d-8a5974401386" providerId="ADAL" clId="{27FE6A37-5C74-4966-8564-B51DD8B2CFF0}" dt="2026-08-27T13:10:53.178" v="562"/>
          <ac:spMkLst>
            <pc:docMk/>
            <pc:sldMk cId="1055157735" sldId="260"/>
            <ac:spMk id="11" creationId="{AC147638-74E8-83F2-096B-2869174298A2}"/>
          </ac:spMkLst>
        </pc:spChg>
        <pc:spChg chg="mod">
          <ac:chgData name="ACEM2-21 ac37822m(長岡高専)" userId="45dd5a03-675d-49d7-a16d-8a5974401386" providerId="ADAL" clId="{27FE6A37-5C74-4966-8564-B51DD8B2CFF0}" dt="2026-08-27T13:13:54.481" v="614" actId="1076"/>
          <ac:spMkLst>
            <pc:docMk/>
            <pc:sldMk cId="1055157735" sldId="260"/>
            <ac:spMk id="68" creationId="{CE4EA4DA-708A-2539-DA1B-E1DCF6683E0B}"/>
          </ac:spMkLst>
        </pc:spChg>
        <pc:spChg chg="mod">
          <ac:chgData name="ACEM2-21 ac37822m(長岡高専)" userId="45dd5a03-675d-49d7-a16d-8a5974401386" providerId="ADAL" clId="{27FE6A37-5C74-4966-8564-B51DD8B2CFF0}" dt="2026-08-27T13:13:54.481" v="614" actId="1076"/>
          <ac:spMkLst>
            <pc:docMk/>
            <pc:sldMk cId="1055157735" sldId="260"/>
            <ac:spMk id="70" creationId="{672A73F9-74E0-F97A-2117-D691B8F3972D}"/>
          </ac:spMkLst>
        </pc:spChg>
        <pc:spChg chg="mod">
          <ac:chgData name="ACEM2-21 ac37822m(長岡高専)" userId="45dd5a03-675d-49d7-a16d-8a5974401386" providerId="ADAL" clId="{27FE6A37-5C74-4966-8564-B51DD8B2CFF0}" dt="2026-08-27T13:13:54.481" v="614" actId="1076"/>
          <ac:spMkLst>
            <pc:docMk/>
            <pc:sldMk cId="1055157735" sldId="260"/>
            <ac:spMk id="72" creationId="{DA21506C-9B19-6490-A3A7-959C5053D192}"/>
          </ac:spMkLst>
        </pc:spChg>
        <pc:spChg chg="mod">
          <ac:chgData name="ACEM2-21 ac37822m(長岡高専)" userId="45dd5a03-675d-49d7-a16d-8a5974401386" providerId="ADAL" clId="{27FE6A37-5C74-4966-8564-B51DD8B2CFF0}" dt="2026-08-27T13:13:54.481" v="614" actId="1076"/>
          <ac:spMkLst>
            <pc:docMk/>
            <pc:sldMk cId="1055157735" sldId="260"/>
            <ac:spMk id="74" creationId="{BB38B52C-7367-5B6E-F513-6657C0E74770}"/>
          </ac:spMkLst>
        </pc:spChg>
        <pc:spChg chg="mod">
          <ac:chgData name="ACEM2-21 ac37822m(長岡高専)" userId="45dd5a03-675d-49d7-a16d-8a5974401386" providerId="ADAL" clId="{27FE6A37-5C74-4966-8564-B51DD8B2CFF0}" dt="2026-08-27T13:13:54.481" v="614" actId="1076"/>
          <ac:spMkLst>
            <pc:docMk/>
            <pc:sldMk cId="1055157735" sldId="260"/>
            <ac:spMk id="76" creationId="{D6898660-3BC6-330B-B577-BCD1B73A73F0}"/>
          </ac:spMkLst>
        </pc:spChg>
        <pc:spChg chg="mod">
          <ac:chgData name="ACEM2-21 ac37822m(長岡高専)" userId="45dd5a03-675d-49d7-a16d-8a5974401386" providerId="ADAL" clId="{27FE6A37-5C74-4966-8564-B51DD8B2CFF0}" dt="2026-08-27T13:13:54.481" v="614" actId="1076"/>
          <ac:spMkLst>
            <pc:docMk/>
            <pc:sldMk cId="1055157735" sldId="260"/>
            <ac:spMk id="80" creationId="{7A0FDA31-BA45-6351-2E5D-85A2EF181871}"/>
          </ac:spMkLst>
        </pc:spChg>
        <pc:spChg chg="mod">
          <ac:chgData name="ACEM2-21 ac37822m(長岡高専)" userId="45dd5a03-675d-49d7-a16d-8a5974401386" providerId="ADAL" clId="{27FE6A37-5C74-4966-8564-B51DD8B2CFF0}" dt="2026-08-27T13:24:01.371" v="1107" actId="20577"/>
          <ac:spMkLst>
            <pc:docMk/>
            <pc:sldMk cId="1055157735" sldId="260"/>
            <ac:spMk id="84" creationId="{E8941C6E-BECC-F19B-0511-0C975E9646F3}"/>
          </ac:spMkLst>
        </pc:spChg>
        <pc:spChg chg="mod">
          <ac:chgData name="ACEM2-21 ac37822m(長岡高専)" userId="45dd5a03-675d-49d7-a16d-8a5974401386" providerId="ADAL" clId="{27FE6A37-5C74-4966-8564-B51DD8B2CFF0}" dt="2026-08-27T13:13:54.481" v="614" actId="1076"/>
          <ac:spMkLst>
            <pc:docMk/>
            <pc:sldMk cId="1055157735" sldId="260"/>
            <ac:spMk id="86" creationId="{8D5CE153-158C-57A3-368D-84BA713A93A3}"/>
          </ac:spMkLst>
        </pc:spChg>
        <pc:spChg chg="mod">
          <ac:chgData name="ACEM2-21 ac37822m(長岡高専)" userId="45dd5a03-675d-49d7-a16d-8a5974401386" providerId="ADAL" clId="{27FE6A37-5C74-4966-8564-B51DD8B2CFF0}" dt="2026-08-27T13:13:54.481" v="614" actId="1076"/>
          <ac:spMkLst>
            <pc:docMk/>
            <pc:sldMk cId="1055157735" sldId="260"/>
            <ac:spMk id="88" creationId="{42FC6FB7-167C-242D-6B35-98A9D310C231}"/>
          </ac:spMkLst>
        </pc:spChg>
        <pc:spChg chg="mod">
          <ac:chgData name="ACEM2-21 ac37822m(長岡高専)" userId="45dd5a03-675d-49d7-a16d-8a5974401386" providerId="ADAL" clId="{27FE6A37-5C74-4966-8564-B51DD8B2CFF0}" dt="2026-08-27T13:13:54.481" v="614" actId="1076"/>
          <ac:spMkLst>
            <pc:docMk/>
            <pc:sldMk cId="1055157735" sldId="260"/>
            <ac:spMk id="90" creationId="{AC000FBC-20D8-241D-5CC4-3AFAA158765F}"/>
          </ac:spMkLst>
        </pc:spChg>
        <pc:grpChg chg="del">
          <ac:chgData name="ACEM2-21 ac37822m(長岡高専)" userId="45dd5a03-675d-49d7-a16d-8a5974401386" providerId="ADAL" clId="{27FE6A37-5C74-4966-8564-B51DD8B2CFF0}" dt="2026-08-27T13:21:10.744" v="1051" actId="21"/>
          <ac:grpSpMkLst>
            <pc:docMk/>
            <pc:sldMk cId="1055157735" sldId="260"/>
            <ac:grpSpMk id="15" creationId="{61EDE956-3AD8-D24D-A216-A56C0C44009B}"/>
          </ac:grpSpMkLst>
        </pc:grpChg>
      </pc:sldChg>
      <pc:sldChg chg="addSp delSp modSp mod modNotesTx">
        <pc:chgData name="ACEM2-21 ac37822m(長岡高専)" userId="45dd5a03-675d-49d7-a16d-8a5974401386" providerId="ADAL" clId="{27FE6A37-5C74-4966-8564-B51DD8B2CFF0}" dt="2026-08-27T13:23:23.511" v="1102" actId="207"/>
        <pc:sldMkLst>
          <pc:docMk/>
          <pc:sldMk cId="2712717103" sldId="261"/>
        </pc:sldMkLst>
        <pc:spChg chg="add mod">
          <ac:chgData name="ACEM2-21 ac37822m(長岡高専)" userId="45dd5a03-675d-49d7-a16d-8a5974401386" providerId="ADAL" clId="{27FE6A37-5C74-4966-8564-B51DD8B2CFF0}" dt="2026-08-27T13:04:12.031" v="276"/>
          <ac:spMkLst>
            <pc:docMk/>
            <pc:sldMk cId="2712717103" sldId="261"/>
            <ac:spMk id="2" creationId="{4C010968-A70A-6840-463C-91341CD1493D}"/>
          </ac:spMkLst>
        </pc:spChg>
        <pc:spChg chg="mod">
          <ac:chgData name="ACEM2-21 ac37822m(長岡高専)" userId="45dd5a03-675d-49d7-a16d-8a5974401386" providerId="ADAL" clId="{27FE6A37-5C74-4966-8564-B51DD8B2CFF0}" dt="2026-08-27T13:17:35.591" v="806" actId="20577"/>
          <ac:spMkLst>
            <pc:docMk/>
            <pc:sldMk cId="2712717103" sldId="261"/>
            <ac:spMk id="3" creationId="{B536C97C-7F56-9B94-FB59-AC30D5D066EA}"/>
          </ac:spMkLst>
        </pc:spChg>
        <pc:spChg chg="del">
          <ac:chgData name="ACEM2-21 ac37822m(長岡高専)" userId="45dd5a03-675d-49d7-a16d-8a5974401386" providerId="ADAL" clId="{27FE6A37-5C74-4966-8564-B51DD8B2CFF0}" dt="2026-08-27T13:04:41.099" v="293" actId="478"/>
          <ac:spMkLst>
            <pc:docMk/>
            <pc:sldMk cId="2712717103" sldId="261"/>
            <ac:spMk id="4" creationId="{DFE76CD6-385A-051D-4BF9-B9F27AB3AAE1}"/>
          </ac:spMkLst>
        </pc:spChg>
        <pc:spChg chg="del">
          <ac:chgData name="ACEM2-21 ac37822m(長岡高専)" userId="45dd5a03-675d-49d7-a16d-8a5974401386" providerId="ADAL" clId="{27FE6A37-5C74-4966-8564-B51DD8B2CFF0}" dt="2026-08-27T13:03:44.080" v="266" actId="21"/>
          <ac:spMkLst>
            <pc:docMk/>
            <pc:sldMk cId="2712717103" sldId="261"/>
            <ac:spMk id="5" creationId="{ADCABC6C-9BB8-56EF-DB8B-6C0E73F55E88}"/>
          </ac:spMkLst>
        </pc:spChg>
        <pc:spChg chg="add mod">
          <ac:chgData name="ACEM2-21 ac37822m(長岡高専)" userId="45dd5a03-675d-49d7-a16d-8a5974401386" providerId="ADAL" clId="{27FE6A37-5C74-4966-8564-B51DD8B2CFF0}" dt="2026-08-27T13:04:59.265" v="303"/>
          <ac:spMkLst>
            <pc:docMk/>
            <pc:sldMk cId="2712717103" sldId="261"/>
            <ac:spMk id="7" creationId="{AA3A0A67-C733-9F44-8C06-C6AB39D2A328}"/>
          </ac:spMkLst>
        </pc:spChg>
        <pc:spChg chg="mod">
          <ac:chgData name="ACEM2-21 ac37822m(長岡高専)" userId="45dd5a03-675d-49d7-a16d-8a5974401386" providerId="ADAL" clId="{27FE6A37-5C74-4966-8564-B51DD8B2CFF0}" dt="2026-08-27T13:17:47.764" v="808" actId="1076"/>
          <ac:spMkLst>
            <pc:docMk/>
            <pc:sldMk cId="2712717103" sldId="261"/>
            <ac:spMk id="12" creationId="{0226D204-1000-FB7D-DEB6-DED1B3B14525}"/>
          </ac:spMkLst>
        </pc:spChg>
        <pc:spChg chg="mod">
          <ac:chgData name="ACEM2-21 ac37822m(長岡高専)" userId="45dd5a03-675d-49d7-a16d-8a5974401386" providerId="ADAL" clId="{27FE6A37-5C74-4966-8564-B51DD8B2CFF0}" dt="2026-08-27T13:23:23.511" v="1102" actId="207"/>
          <ac:spMkLst>
            <pc:docMk/>
            <pc:sldMk cId="2712717103" sldId="261"/>
            <ac:spMk id="43" creationId="{70289AF4-8101-9CA7-9C92-1EB6F0F7FEB8}"/>
          </ac:spMkLst>
        </pc:spChg>
        <pc:spChg chg="mod">
          <ac:chgData name="ACEM2-21 ac37822m(長岡高専)" userId="45dd5a03-675d-49d7-a16d-8a5974401386" providerId="ADAL" clId="{27FE6A37-5C74-4966-8564-B51DD8B2CFF0}" dt="2026-08-27T13:23:23.511" v="1102" actId="207"/>
          <ac:spMkLst>
            <pc:docMk/>
            <pc:sldMk cId="2712717103" sldId="261"/>
            <ac:spMk id="44" creationId="{E6617186-5B5A-FD44-9FA9-6C258FD79536}"/>
          </ac:spMkLst>
        </pc:spChg>
        <pc:spChg chg="mod">
          <ac:chgData name="ACEM2-21 ac37822m(長岡高専)" userId="45dd5a03-675d-49d7-a16d-8a5974401386" providerId="ADAL" clId="{27FE6A37-5C74-4966-8564-B51DD8B2CFF0}" dt="2026-08-27T13:17:47.764" v="808" actId="1076"/>
          <ac:spMkLst>
            <pc:docMk/>
            <pc:sldMk cId="2712717103" sldId="261"/>
            <ac:spMk id="50" creationId="{52C0885E-08AB-E0F2-0C3F-D656F76CEB64}"/>
          </ac:spMkLst>
        </pc:spChg>
        <pc:grpChg chg="del">
          <ac:chgData name="ACEM2-21 ac37822m(長岡高専)" userId="45dd5a03-675d-49d7-a16d-8a5974401386" providerId="ADAL" clId="{27FE6A37-5C74-4966-8564-B51DD8B2CFF0}" dt="2026-08-27T13:21:13.046" v="1052" actId="21"/>
          <ac:grpSpMkLst>
            <pc:docMk/>
            <pc:sldMk cId="2712717103" sldId="261"/>
            <ac:grpSpMk id="15" creationId="{26378161-8643-6B02-4ABC-4F0C91831489}"/>
          </ac:grpSpMkLst>
        </pc:grpChg>
        <pc:grpChg chg="mod">
          <ac:chgData name="ACEM2-21 ac37822m(長岡高専)" userId="45dd5a03-675d-49d7-a16d-8a5974401386" providerId="ADAL" clId="{27FE6A37-5C74-4966-8564-B51DD8B2CFF0}" dt="2026-08-27T13:22:48.305" v="1100" actId="1076"/>
          <ac:grpSpMkLst>
            <pc:docMk/>
            <pc:sldMk cId="2712717103" sldId="261"/>
            <ac:grpSpMk id="36" creationId="{F0049436-56F1-A961-8F07-F7FC92828F94}"/>
          </ac:grpSpMkLst>
        </pc:grpChg>
        <pc:picChg chg="mod modCrop">
          <ac:chgData name="ACEM2-21 ac37822m(長岡高専)" userId="45dd5a03-675d-49d7-a16d-8a5974401386" providerId="ADAL" clId="{27FE6A37-5C74-4966-8564-B51DD8B2CFF0}" dt="2026-08-27T13:23:05.596" v="1101" actId="732"/>
          <ac:picMkLst>
            <pc:docMk/>
            <pc:sldMk cId="2712717103" sldId="261"/>
            <ac:picMk id="42" creationId="{09AC1799-4821-BBCD-27E2-90421F7BA6B1}"/>
          </ac:picMkLst>
        </pc:picChg>
        <pc:picChg chg="mod">
          <ac:chgData name="ACEM2-21 ac37822m(長岡高専)" userId="45dd5a03-675d-49d7-a16d-8a5974401386" providerId="ADAL" clId="{27FE6A37-5C74-4966-8564-B51DD8B2CFF0}" dt="2026-08-27T13:17:47.764" v="808" actId="1076"/>
          <ac:picMkLst>
            <pc:docMk/>
            <pc:sldMk cId="2712717103" sldId="261"/>
            <ac:picMk id="48" creationId="{C416D623-A2BA-BEBA-96D8-2B1DC9CEC280}"/>
          </ac:picMkLst>
        </pc:picChg>
      </pc:sldChg>
      <pc:sldChg chg="addSp delSp modSp mod">
        <pc:chgData name="ACEM2-21 ac37822m(長岡高専)" userId="45dd5a03-675d-49d7-a16d-8a5974401386" providerId="ADAL" clId="{27FE6A37-5C74-4966-8564-B51DD8B2CFF0}" dt="2026-08-27T13:22:21.988" v="1093" actId="20577"/>
        <pc:sldMkLst>
          <pc:docMk/>
          <pc:sldMk cId="642173746" sldId="262"/>
        </pc:sldMkLst>
        <pc:spChg chg="add mod">
          <ac:chgData name="ACEM2-21 ac37822m(長岡高専)" userId="45dd5a03-675d-49d7-a16d-8a5974401386" providerId="ADAL" clId="{27FE6A37-5C74-4966-8564-B51DD8B2CFF0}" dt="2026-08-27T13:04:17.338" v="282"/>
          <ac:spMkLst>
            <pc:docMk/>
            <pc:sldMk cId="642173746" sldId="262"/>
            <ac:spMk id="2" creationId="{8D96C00F-C0E9-4723-28E2-A1DA56B9AAE1}"/>
          </ac:spMkLst>
        </pc:spChg>
        <pc:spChg chg="add mod">
          <ac:chgData name="ACEM2-21 ac37822m(長岡高専)" userId="45dd5a03-675d-49d7-a16d-8a5974401386" providerId="ADAL" clId="{27FE6A37-5C74-4966-8564-B51DD8B2CFF0}" dt="2026-08-27T13:05:05.694" v="309"/>
          <ac:spMkLst>
            <pc:docMk/>
            <pc:sldMk cId="642173746" sldId="262"/>
            <ac:spMk id="3" creationId="{65C8397C-050A-7DFC-D467-56BB3A44A129}"/>
          </ac:spMkLst>
        </pc:spChg>
        <pc:spChg chg="del">
          <ac:chgData name="ACEM2-21 ac37822m(長岡高専)" userId="45dd5a03-675d-49d7-a16d-8a5974401386" providerId="ADAL" clId="{27FE6A37-5C74-4966-8564-B51DD8B2CFF0}" dt="2026-08-27T13:04:53.103" v="299" actId="478"/>
          <ac:spMkLst>
            <pc:docMk/>
            <pc:sldMk cId="642173746" sldId="262"/>
            <ac:spMk id="4" creationId="{76CB4606-8BF3-8B51-86D1-D14526847E56}"/>
          </ac:spMkLst>
        </pc:spChg>
        <pc:spChg chg="del">
          <ac:chgData name="ACEM2-21 ac37822m(長岡高専)" userId="45dd5a03-675d-49d7-a16d-8a5974401386" providerId="ADAL" clId="{27FE6A37-5C74-4966-8564-B51DD8B2CFF0}" dt="2026-08-27T13:04:05.655" v="272" actId="21"/>
          <ac:spMkLst>
            <pc:docMk/>
            <pc:sldMk cId="642173746" sldId="262"/>
            <ac:spMk id="5" creationId="{E14B8DB7-3921-81F4-06A9-65084C898883}"/>
          </ac:spMkLst>
        </pc:spChg>
        <pc:spChg chg="add mod">
          <ac:chgData name="ACEM2-21 ac37822m(長岡高専)" userId="45dd5a03-675d-49d7-a16d-8a5974401386" providerId="ADAL" clId="{27FE6A37-5C74-4966-8564-B51DD8B2CFF0}" dt="2026-08-27T13:22:21.988" v="1093" actId="20577"/>
          <ac:spMkLst>
            <pc:docMk/>
            <pc:sldMk cId="642173746" sldId="262"/>
            <ac:spMk id="8" creationId="{A85AC8F4-FEEF-4E60-E7F3-B8BC5D0C5C3F}"/>
          </ac:spMkLst>
        </pc:spChg>
        <pc:spChg chg="mod">
          <ac:chgData name="ACEM2-21 ac37822m(長岡高専)" userId="45dd5a03-675d-49d7-a16d-8a5974401386" providerId="ADAL" clId="{27FE6A37-5C74-4966-8564-B51DD8B2CFF0}" dt="2026-08-27T13:20:41.442" v="1019" actId="20577"/>
          <ac:spMkLst>
            <pc:docMk/>
            <pc:sldMk cId="642173746" sldId="262"/>
            <ac:spMk id="11" creationId="{9E5FE734-2C81-70A9-D956-53DD4D6CA57F}"/>
          </ac:spMkLst>
        </pc:spChg>
        <pc:grpChg chg="del">
          <ac:chgData name="ACEM2-21 ac37822m(長岡高専)" userId="45dd5a03-675d-49d7-a16d-8a5974401386" providerId="ADAL" clId="{27FE6A37-5C74-4966-8564-B51DD8B2CFF0}" dt="2026-08-27T13:21:31.976" v="1057" actId="21"/>
          <ac:grpSpMkLst>
            <pc:docMk/>
            <pc:sldMk cId="642173746" sldId="262"/>
            <ac:grpSpMk id="15" creationId="{0E485CEC-904D-D4EC-71BE-2ECFB6A74F57}"/>
          </ac:grpSpMkLst>
        </pc:grpChg>
      </pc:sldChg>
      <pc:sldChg chg="addSp delSp modSp mod">
        <pc:chgData name="ACEM2-21 ac37822m(長岡高専)" userId="45dd5a03-675d-49d7-a16d-8a5974401386" providerId="ADAL" clId="{27FE6A37-5C74-4966-8564-B51DD8B2CFF0}" dt="2026-08-27T13:21:21.572" v="1054" actId="21"/>
        <pc:sldMkLst>
          <pc:docMk/>
          <pc:sldMk cId="683892195" sldId="263"/>
        </pc:sldMkLst>
        <pc:spChg chg="add mod">
          <ac:chgData name="ACEM2-21 ac37822m(長岡高専)" userId="45dd5a03-675d-49d7-a16d-8a5974401386" providerId="ADAL" clId="{27FE6A37-5C74-4966-8564-B51DD8B2CFF0}" dt="2026-08-27T13:04:14.007" v="278"/>
          <ac:spMkLst>
            <pc:docMk/>
            <pc:sldMk cId="683892195" sldId="263"/>
            <ac:spMk id="2" creationId="{32E2AF87-0EC3-81D9-4AB2-86BBF2557BA4}"/>
          </ac:spMkLst>
        </pc:spChg>
        <pc:spChg chg="mod">
          <ac:chgData name="ACEM2-21 ac37822m(長岡高専)" userId="45dd5a03-675d-49d7-a16d-8a5974401386" providerId="ADAL" clId="{27FE6A37-5C74-4966-8564-B51DD8B2CFF0}" dt="2026-08-27T13:19:49.648" v="949" actId="20577"/>
          <ac:spMkLst>
            <pc:docMk/>
            <pc:sldMk cId="683892195" sldId="263"/>
            <ac:spMk id="3" creationId="{9110F28A-CA9B-779F-0836-DA711CD3014F}"/>
          </ac:spMkLst>
        </pc:spChg>
        <pc:spChg chg="del">
          <ac:chgData name="ACEM2-21 ac37822m(長岡高専)" userId="45dd5a03-675d-49d7-a16d-8a5974401386" providerId="ADAL" clId="{27FE6A37-5C74-4966-8564-B51DD8B2CFF0}" dt="2026-08-27T13:04:45.318" v="295" actId="478"/>
          <ac:spMkLst>
            <pc:docMk/>
            <pc:sldMk cId="683892195" sldId="263"/>
            <ac:spMk id="4" creationId="{324ED0AA-13B1-8BC0-1E18-1C8C5B9BF108}"/>
          </ac:spMkLst>
        </pc:spChg>
        <pc:spChg chg="del">
          <ac:chgData name="ACEM2-21 ac37822m(長岡高専)" userId="45dd5a03-675d-49d7-a16d-8a5974401386" providerId="ADAL" clId="{27FE6A37-5C74-4966-8564-B51DD8B2CFF0}" dt="2026-08-27T13:03:50.617" v="268" actId="21"/>
          <ac:spMkLst>
            <pc:docMk/>
            <pc:sldMk cId="683892195" sldId="263"/>
            <ac:spMk id="5" creationId="{123C37D4-B249-AFAB-4633-A8BB16003175}"/>
          </ac:spMkLst>
        </pc:spChg>
        <pc:spChg chg="add mod">
          <ac:chgData name="ACEM2-21 ac37822m(長岡高専)" userId="45dd5a03-675d-49d7-a16d-8a5974401386" providerId="ADAL" clId="{27FE6A37-5C74-4966-8564-B51DD8B2CFF0}" dt="2026-08-27T13:05:01.447" v="305"/>
          <ac:spMkLst>
            <pc:docMk/>
            <pc:sldMk cId="683892195" sldId="263"/>
            <ac:spMk id="7" creationId="{32B42386-14B6-9B33-E60A-EDA2DB02D5AF}"/>
          </ac:spMkLst>
        </pc:spChg>
        <pc:grpChg chg="del">
          <ac:chgData name="ACEM2-21 ac37822m(長岡高専)" userId="45dd5a03-675d-49d7-a16d-8a5974401386" providerId="ADAL" clId="{27FE6A37-5C74-4966-8564-B51DD8B2CFF0}" dt="2026-08-27T13:21:21.572" v="1054" actId="21"/>
          <ac:grpSpMkLst>
            <pc:docMk/>
            <pc:sldMk cId="683892195" sldId="263"/>
            <ac:grpSpMk id="15" creationId="{4D590B83-570D-D00D-DAEE-649E8BB4B918}"/>
          </ac:grpSpMkLst>
        </pc:grpChg>
      </pc:sldChg>
      <pc:sldChg chg="addSp delSp modSp del mod">
        <pc:chgData name="ACEM2-21 ac37822m(長岡高専)" userId="45dd5a03-675d-49d7-a16d-8a5974401386" providerId="ADAL" clId="{27FE6A37-5C74-4966-8564-B51DD8B2CFF0}" dt="2026-08-27T13:19:39.545" v="943" actId="2696"/>
        <pc:sldMkLst>
          <pc:docMk/>
          <pc:sldMk cId="148588569" sldId="264"/>
        </pc:sldMkLst>
        <pc:spChg chg="add mod">
          <ac:chgData name="ACEM2-21 ac37822m(長岡高専)" userId="45dd5a03-675d-49d7-a16d-8a5974401386" providerId="ADAL" clId="{27FE6A37-5C74-4966-8564-B51DD8B2CFF0}" dt="2026-08-27T13:04:16.802" v="281"/>
          <ac:spMkLst>
            <pc:docMk/>
            <pc:sldMk cId="148588569" sldId="264"/>
            <ac:spMk id="2" creationId="{C998F590-1022-F107-4712-322C2C4B1AA6}"/>
          </ac:spMkLst>
        </pc:spChg>
        <pc:spChg chg="mod">
          <ac:chgData name="ACEM2-21 ac37822m(長岡高専)" userId="45dd5a03-675d-49d7-a16d-8a5974401386" providerId="ADAL" clId="{27FE6A37-5C74-4966-8564-B51DD8B2CFF0}" dt="2026-08-27T13:19:34.534" v="942" actId="20577"/>
          <ac:spMkLst>
            <pc:docMk/>
            <pc:sldMk cId="148588569" sldId="264"/>
            <ac:spMk id="3" creationId="{5715F52B-15FA-5D2F-23F6-7670C155FF01}"/>
          </ac:spMkLst>
        </pc:spChg>
        <pc:spChg chg="del">
          <ac:chgData name="ACEM2-21 ac37822m(長岡高専)" userId="45dd5a03-675d-49d7-a16d-8a5974401386" providerId="ADAL" clId="{27FE6A37-5C74-4966-8564-B51DD8B2CFF0}" dt="2026-08-27T13:04:50.952" v="298" actId="478"/>
          <ac:spMkLst>
            <pc:docMk/>
            <pc:sldMk cId="148588569" sldId="264"/>
            <ac:spMk id="4" creationId="{F5E51A56-FE49-9B32-EC7C-F4411FD6A248}"/>
          </ac:spMkLst>
        </pc:spChg>
        <pc:spChg chg="del">
          <ac:chgData name="ACEM2-21 ac37822m(長岡高専)" userId="45dd5a03-675d-49d7-a16d-8a5974401386" providerId="ADAL" clId="{27FE6A37-5C74-4966-8564-B51DD8B2CFF0}" dt="2026-08-27T13:04:02.133" v="271" actId="21"/>
          <ac:spMkLst>
            <pc:docMk/>
            <pc:sldMk cId="148588569" sldId="264"/>
            <ac:spMk id="5" creationId="{E59591F2-8AA0-3750-E5CC-E3A610D31AFE}"/>
          </ac:spMkLst>
        </pc:spChg>
        <pc:spChg chg="add mod">
          <ac:chgData name="ACEM2-21 ac37822m(長岡高専)" userId="45dd5a03-675d-49d7-a16d-8a5974401386" providerId="ADAL" clId="{27FE6A37-5C74-4966-8564-B51DD8B2CFF0}" dt="2026-08-27T13:05:04.505" v="308"/>
          <ac:spMkLst>
            <pc:docMk/>
            <pc:sldMk cId="148588569" sldId="264"/>
            <ac:spMk id="7" creationId="{6FBD0BDA-E5D7-1A80-4C72-30739B4F5974}"/>
          </ac:spMkLst>
        </pc:spChg>
      </pc:sldChg>
      <pc:sldChg chg="addSp delSp modSp del mod">
        <pc:chgData name="ACEM2-21 ac37822m(長岡高専)" userId="45dd5a03-675d-49d7-a16d-8a5974401386" providerId="ADAL" clId="{27FE6A37-5C74-4966-8564-B51DD8B2CFF0}" dt="2026-08-27T13:19:41.424" v="944" actId="2696"/>
        <pc:sldMkLst>
          <pc:docMk/>
          <pc:sldMk cId="1165569296" sldId="265"/>
        </pc:sldMkLst>
        <pc:spChg chg="add mod">
          <ac:chgData name="ACEM2-21 ac37822m(長岡高専)" userId="45dd5a03-675d-49d7-a16d-8a5974401386" providerId="ADAL" clId="{27FE6A37-5C74-4966-8564-B51DD8B2CFF0}" dt="2026-08-27T13:04:14.636" v="279"/>
          <ac:spMkLst>
            <pc:docMk/>
            <pc:sldMk cId="1165569296" sldId="265"/>
            <ac:spMk id="2" creationId="{906F2E1F-B4F0-4CFE-AE9A-6594A1069080}"/>
          </ac:spMkLst>
        </pc:spChg>
        <pc:spChg chg="mod">
          <ac:chgData name="ACEM2-21 ac37822m(長岡高専)" userId="45dd5a03-675d-49d7-a16d-8a5974401386" providerId="ADAL" clId="{27FE6A37-5C74-4966-8564-B51DD8B2CFF0}" dt="2026-08-27T13:19:17.254" v="894" actId="403"/>
          <ac:spMkLst>
            <pc:docMk/>
            <pc:sldMk cId="1165569296" sldId="265"/>
            <ac:spMk id="3" creationId="{51797F81-CB45-697A-9322-B015CD69C4BD}"/>
          </ac:spMkLst>
        </pc:spChg>
        <pc:spChg chg="del">
          <ac:chgData name="ACEM2-21 ac37822m(長岡高専)" userId="45dd5a03-675d-49d7-a16d-8a5974401386" providerId="ADAL" clId="{27FE6A37-5C74-4966-8564-B51DD8B2CFF0}" dt="2026-08-27T13:04:47.544" v="296" actId="478"/>
          <ac:spMkLst>
            <pc:docMk/>
            <pc:sldMk cId="1165569296" sldId="265"/>
            <ac:spMk id="4" creationId="{6E2FAA68-A617-147F-2411-239102D318C3}"/>
          </ac:spMkLst>
        </pc:spChg>
        <pc:spChg chg="del">
          <ac:chgData name="ACEM2-21 ac37822m(長岡高専)" userId="45dd5a03-675d-49d7-a16d-8a5974401386" providerId="ADAL" clId="{27FE6A37-5C74-4966-8564-B51DD8B2CFF0}" dt="2026-08-27T13:03:55.832" v="269" actId="21"/>
          <ac:spMkLst>
            <pc:docMk/>
            <pc:sldMk cId="1165569296" sldId="265"/>
            <ac:spMk id="5" creationId="{53249788-2703-EB3D-1EAE-51FA300F4328}"/>
          </ac:spMkLst>
        </pc:spChg>
        <pc:spChg chg="add mod">
          <ac:chgData name="ACEM2-21 ac37822m(長岡高専)" userId="45dd5a03-675d-49d7-a16d-8a5974401386" providerId="ADAL" clId="{27FE6A37-5C74-4966-8564-B51DD8B2CFF0}" dt="2026-08-27T13:05:02.938" v="306"/>
          <ac:spMkLst>
            <pc:docMk/>
            <pc:sldMk cId="1165569296" sldId="265"/>
            <ac:spMk id="7" creationId="{317B4A4B-5AF1-41AA-5AB6-F9098CBA00B1}"/>
          </ac:spMkLst>
        </pc:spChg>
      </pc:sldChg>
      <pc:sldChg chg="addSp delSp modSp mod">
        <pc:chgData name="ACEM2-21 ac37822m(長岡高専)" userId="45dd5a03-675d-49d7-a16d-8a5974401386" providerId="ADAL" clId="{27FE6A37-5C74-4966-8564-B51DD8B2CFF0}" dt="2026-08-27T13:21:25.092" v="1055" actId="21"/>
        <pc:sldMkLst>
          <pc:docMk/>
          <pc:sldMk cId="1578321219" sldId="266"/>
        </pc:sldMkLst>
        <pc:spChg chg="add mod">
          <ac:chgData name="ACEM2-21 ac37822m(長岡高専)" userId="45dd5a03-675d-49d7-a16d-8a5974401386" providerId="ADAL" clId="{27FE6A37-5C74-4966-8564-B51DD8B2CFF0}" dt="2026-08-27T13:04:15.759" v="280"/>
          <ac:spMkLst>
            <pc:docMk/>
            <pc:sldMk cId="1578321219" sldId="266"/>
            <ac:spMk id="2" creationId="{40CDACBD-827E-74F7-BCCB-18A9D0502884}"/>
          </ac:spMkLst>
        </pc:spChg>
        <pc:spChg chg="mod">
          <ac:chgData name="ACEM2-21 ac37822m(長岡高専)" userId="45dd5a03-675d-49d7-a16d-8a5974401386" providerId="ADAL" clId="{27FE6A37-5C74-4966-8564-B51DD8B2CFF0}" dt="2026-08-27T13:20:22.641" v="964" actId="403"/>
          <ac:spMkLst>
            <pc:docMk/>
            <pc:sldMk cId="1578321219" sldId="266"/>
            <ac:spMk id="3" creationId="{3802E31C-8F6B-DF03-DF2C-7DE164EEEE5A}"/>
          </ac:spMkLst>
        </pc:spChg>
        <pc:spChg chg="del">
          <ac:chgData name="ACEM2-21 ac37822m(長岡高専)" userId="45dd5a03-675d-49d7-a16d-8a5974401386" providerId="ADAL" clId="{27FE6A37-5C74-4966-8564-B51DD8B2CFF0}" dt="2026-08-27T13:04:48.965" v="297" actId="478"/>
          <ac:spMkLst>
            <pc:docMk/>
            <pc:sldMk cId="1578321219" sldId="266"/>
            <ac:spMk id="4" creationId="{31DA5409-1B7A-1F20-090D-58529D2754AE}"/>
          </ac:spMkLst>
        </pc:spChg>
        <pc:spChg chg="del">
          <ac:chgData name="ACEM2-21 ac37822m(長岡高専)" userId="45dd5a03-675d-49d7-a16d-8a5974401386" providerId="ADAL" clId="{27FE6A37-5C74-4966-8564-B51DD8B2CFF0}" dt="2026-08-27T13:03:59.623" v="270" actId="21"/>
          <ac:spMkLst>
            <pc:docMk/>
            <pc:sldMk cId="1578321219" sldId="266"/>
            <ac:spMk id="5" creationId="{D89167F8-D50C-23CB-B307-79A8C056F88D}"/>
          </ac:spMkLst>
        </pc:spChg>
        <pc:spChg chg="add mod">
          <ac:chgData name="ACEM2-21 ac37822m(長岡高専)" userId="45dd5a03-675d-49d7-a16d-8a5974401386" providerId="ADAL" clId="{27FE6A37-5C74-4966-8564-B51DD8B2CFF0}" dt="2026-08-27T13:05:03.912" v="307"/>
          <ac:spMkLst>
            <pc:docMk/>
            <pc:sldMk cId="1578321219" sldId="266"/>
            <ac:spMk id="7" creationId="{CCE1159D-73A4-C6BE-8AA8-0E95B7339D30}"/>
          </ac:spMkLst>
        </pc:spChg>
        <pc:grpChg chg="del">
          <ac:chgData name="ACEM2-21 ac37822m(長岡高専)" userId="45dd5a03-675d-49d7-a16d-8a5974401386" providerId="ADAL" clId="{27FE6A37-5C74-4966-8564-B51DD8B2CFF0}" dt="2026-08-27T13:21:25.092" v="1055" actId="21"/>
          <ac:grpSpMkLst>
            <pc:docMk/>
            <pc:sldMk cId="1578321219" sldId="266"/>
            <ac:grpSpMk id="15" creationId="{C5F8C14E-9339-CA5B-791A-D3F4370949CF}"/>
          </ac:grpSpMkLst>
        </pc:grpChg>
      </pc:sldChg>
      <pc:sldChg chg="addSp delSp modSp mod">
        <pc:chgData name="ACEM2-21 ac37822m(長岡高専)" userId="45dd5a03-675d-49d7-a16d-8a5974401386" providerId="ADAL" clId="{27FE6A37-5C74-4966-8564-B51DD8B2CFF0}" dt="2026-08-27T13:21:18.080" v="1053" actId="21"/>
        <pc:sldMkLst>
          <pc:docMk/>
          <pc:sldMk cId="3400072852" sldId="267"/>
        </pc:sldMkLst>
        <pc:spChg chg="add mod">
          <ac:chgData name="ACEM2-21 ac37822m(長岡高専)" userId="45dd5a03-675d-49d7-a16d-8a5974401386" providerId="ADAL" clId="{27FE6A37-5C74-4966-8564-B51DD8B2CFF0}" dt="2026-08-27T13:04:13.066" v="277"/>
          <ac:spMkLst>
            <pc:docMk/>
            <pc:sldMk cId="3400072852" sldId="267"/>
            <ac:spMk id="2" creationId="{D63565B0-4E0E-B871-E93A-9E9732A001D1}"/>
          </ac:spMkLst>
        </pc:spChg>
        <pc:spChg chg="mod">
          <ac:chgData name="ACEM2-21 ac37822m(長岡高専)" userId="45dd5a03-675d-49d7-a16d-8a5974401386" providerId="ADAL" clId="{27FE6A37-5C74-4966-8564-B51DD8B2CFF0}" dt="2026-08-27T13:18:56.979" v="892" actId="20577"/>
          <ac:spMkLst>
            <pc:docMk/>
            <pc:sldMk cId="3400072852" sldId="267"/>
            <ac:spMk id="3" creationId="{23904EA7-31DB-C476-4AA8-1F030E901D0B}"/>
          </ac:spMkLst>
        </pc:spChg>
        <pc:spChg chg="del">
          <ac:chgData name="ACEM2-21 ac37822m(長岡高専)" userId="45dd5a03-675d-49d7-a16d-8a5974401386" providerId="ADAL" clId="{27FE6A37-5C74-4966-8564-B51DD8B2CFF0}" dt="2026-08-27T13:04:43.498" v="294" actId="478"/>
          <ac:spMkLst>
            <pc:docMk/>
            <pc:sldMk cId="3400072852" sldId="267"/>
            <ac:spMk id="4" creationId="{88F9C91A-CEEA-FFFD-BF3D-47893DB93A3A}"/>
          </ac:spMkLst>
        </pc:spChg>
        <pc:spChg chg="del">
          <ac:chgData name="ACEM2-21 ac37822m(長岡高専)" userId="45dd5a03-675d-49d7-a16d-8a5974401386" providerId="ADAL" clId="{27FE6A37-5C74-4966-8564-B51DD8B2CFF0}" dt="2026-08-27T13:03:47.243" v="267" actId="21"/>
          <ac:spMkLst>
            <pc:docMk/>
            <pc:sldMk cId="3400072852" sldId="267"/>
            <ac:spMk id="5" creationId="{820A1F32-6D22-2F89-F30E-E18AA7412B43}"/>
          </ac:spMkLst>
        </pc:spChg>
        <pc:spChg chg="add mod">
          <ac:chgData name="ACEM2-21 ac37822m(長岡高専)" userId="45dd5a03-675d-49d7-a16d-8a5974401386" providerId="ADAL" clId="{27FE6A37-5C74-4966-8564-B51DD8B2CFF0}" dt="2026-08-27T13:05:00.506" v="304"/>
          <ac:spMkLst>
            <pc:docMk/>
            <pc:sldMk cId="3400072852" sldId="267"/>
            <ac:spMk id="7" creationId="{31DDFEB0-3D53-0C61-DBC9-4631B49F9473}"/>
          </ac:spMkLst>
        </pc:spChg>
        <pc:spChg chg="add mod">
          <ac:chgData name="ACEM2-21 ac37822m(長岡高専)" userId="45dd5a03-675d-49d7-a16d-8a5974401386" providerId="ADAL" clId="{27FE6A37-5C74-4966-8564-B51DD8B2CFF0}" dt="2026-08-27T13:18:50.599" v="891" actId="1076"/>
          <ac:spMkLst>
            <pc:docMk/>
            <pc:sldMk cId="3400072852" sldId="267"/>
            <ac:spMk id="9" creationId="{4152D576-4069-3725-1005-B656F287913E}"/>
          </ac:spMkLst>
        </pc:spChg>
        <pc:spChg chg="del">
          <ac:chgData name="ACEM2-21 ac37822m(長岡高専)" userId="45dd5a03-675d-49d7-a16d-8a5974401386" providerId="ADAL" clId="{27FE6A37-5C74-4966-8564-B51DD8B2CFF0}" dt="2026-08-27T13:21:18.080" v="1053" actId="21"/>
          <ac:spMkLst>
            <pc:docMk/>
            <pc:sldMk cId="3400072852" sldId="267"/>
            <ac:spMk id="18" creationId="{1ABDCB3C-C308-9492-A392-9F8DEBA27CF0}"/>
          </ac:spMkLst>
        </pc:spChg>
        <pc:grpChg chg="del">
          <ac:chgData name="ACEM2-21 ac37822m(長岡高専)" userId="45dd5a03-675d-49d7-a16d-8a5974401386" providerId="ADAL" clId="{27FE6A37-5C74-4966-8564-B51DD8B2CFF0}" dt="2026-08-27T13:21:18.080" v="1053" actId="21"/>
          <ac:grpSpMkLst>
            <pc:docMk/>
            <pc:sldMk cId="3400072852" sldId="267"/>
            <ac:grpSpMk id="16" creationId="{1746DC7B-B6A2-1E0A-809F-FF2F5FCF2D37}"/>
          </ac:grpSpMkLst>
        </pc:grpChg>
        <pc:picChg chg="mod">
          <ac:chgData name="ACEM2-21 ac37822m(長岡高専)" userId="45dd5a03-675d-49d7-a16d-8a5974401386" providerId="ADAL" clId="{27FE6A37-5C74-4966-8564-B51DD8B2CFF0}" dt="2026-08-27T13:18:15.687" v="812" actId="1076"/>
          <ac:picMkLst>
            <pc:docMk/>
            <pc:sldMk cId="3400072852" sldId="267"/>
            <ac:picMk id="46" creationId="{2A04B653-AB5A-88B5-1040-A0F6B0CE5F78}"/>
          </ac:picMkLst>
        </pc:picChg>
      </pc:sldChg>
      <pc:sldChg chg="delSp modSp add mod">
        <pc:chgData name="ACEM2-21 ac37822m(長岡高専)" userId="45dd5a03-675d-49d7-a16d-8a5974401386" providerId="ADAL" clId="{27FE6A37-5C74-4966-8564-B51DD8B2CFF0}" dt="2026-08-27T13:21:28.408" v="1056" actId="21"/>
        <pc:sldMkLst>
          <pc:docMk/>
          <pc:sldMk cId="3630399525" sldId="268"/>
        </pc:sldMkLst>
        <pc:spChg chg="mod">
          <ac:chgData name="ACEM2-21 ac37822m(長岡高専)" userId="45dd5a03-675d-49d7-a16d-8a5974401386" providerId="ADAL" clId="{27FE6A37-5C74-4966-8564-B51DD8B2CFF0}" dt="2026-08-27T13:20:31.194" v="997" actId="20577"/>
          <ac:spMkLst>
            <pc:docMk/>
            <pc:sldMk cId="3630399525" sldId="268"/>
            <ac:spMk id="3" creationId="{7E9B7D47-1870-8229-8CBE-909BEDF1AE23}"/>
          </ac:spMkLst>
        </pc:spChg>
        <pc:grpChg chg="del">
          <ac:chgData name="ACEM2-21 ac37822m(長岡高専)" userId="45dd5a03-675d-49d7-a16d-8a5974401386" providerId="ADAL" clId="{27FE6A37-5C74-4966-8564-B51DD8B2CFF0}" dt="2026-08-27T13:21:28.408" v="1056" actId="21"/>
          <ac:grpSpMkLst>
            <pc:docMk/>
            <pc:sldMk cId="3630399525" sldId="268"/>
            <ac:grpSpMk id="15" creationId="{5749E38F-F2B3-B3EB-ABAB-05E3421937C0}"/>
          </ac:grpSpMkLst>
        </pc:grpChg>
      </pc:sldChg>
      <pc:sldChg chg="addSp delSp modSp add mod">
        <pc:chgData name="ACEM2-21 ac37822m(長岡高専)" userId="45dd5a03-675d-49d7-a16d-8a5974401386" providerId="ADAL" clId="{27FE6A37-5C74-4966-8564-B51DD8B2CFF0}" dt="2026-08-27T13:22:12.321" v="1082" actId="20577"/>
        <pc:sldMkLst>
          <pc:docMk/>
          <pc:sldMk cId="1265696255" sldId="269"/>
        </pc:sldMkLst>
        <pc:spChg chg="add mod">
          <ac:chgData name="ACEM2-21 ac37822m(長岡高専)" userId="45dd5a03-675d-49d7-a16d-8a5974401386" providerId="ADAL" clId="{27FE6A37-5C74-4966-8564-B51DD8B2CFF0}" dt="2026-08-27T13:22:12.321" v="1082" actId="20577"/>
          <ac:spMkLst>
            <pc:docMk/>
            <pc:sldMk cId="1265696255" sldId="269"/>
            <ac:spMk id="5" creationId="{481F3886-3DE3-76F0-1C75-EB43A3572131}"/>
          </ac:spMkLst>
        </pc:spChg>
        <pc:spChg chg="mod">
          <ac:chgData name="ACEM2-21 ac37822m(長岡高専)" userId="45dd5a03-675d-49d7-a16d-8a5974401386" providerId="ADAL" clId="{27FE6A37-5C74-4966-8564-B51DD8B2CFF0}" dt="2026-08-27T13:20:59.389" v="1050" actId="20577"/>
          <ac:spMkLst>
            <pc:docMk/>
            <pc:sldMk cId="1265696255" sldId="269"/>
            <ac:spMk id="11" creationId="{BD7F2914-19A2-0536-564A-DD3721539646}"/>
          </ac:spMkLst>
        </pc:spChg>
        <pc:grpChg chg="del">
          <ac:chgData name="ACEM2-21 ac37822m(長岡高専)" userId="45dd5a03-675d-49d7-a16d-8a5974401386" providerId="ADAL" clId="{27FE6A37-5C74-4966-8564-B51DD8B2CFF0}" dt="2026-08-27T13:21:34.871" v="1058" actId="21"/>
          <ac:grpSpMkLst>
            <pc:docMk/>
            <pc:sldMk cId="1265696255" sldId="269"/>
            <ac:grpSpMk id="15" creationId="{C4CF81BB-A869-0E38-37A3-9481932225C2}"/>
          </ac:grpSpMkLst>
        </pc:gr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1EBDEF-5C33-4249-96EE-F7C14F3258FB}" type="datetimeFigureOut">
              <a:rPr lang="en-US" smtClean="0"/>
              <a:t>8/27/2026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CECCAB-B8BF-44D0-8687-F9EB53B32FC9}" type="slidenum">
              <a:rPr lang="en-US" smtClean="0"/>
              <a:t>‹#›</a:t>
            </a:fld>
            <a:endParaRPr lang="en-US"/>
          </a:p>
        </p:txBody>
      </p:sp>
    </p:spTree>
    <p:extLst>
      <p:ext uri="{BB962C8B-B14F-4D97-AF65-F5344CB8AC3E}">
        <p14:creationId xmlns:p14="http://schemas.microsoft.com/office/powerpoint/2010/main" val="6715488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a:t>電子機械システム工学専攻の野口凜人が「柔道選手の動作に対する</a:t>
            </a:r>
            <a:r>
              <a:rPr lang="en-US" altLang="ja-JP"/>
              <a:t>3</a:t>
            </a:r>
            <a:r>
              <a:rPr lang="ja-JP" altLang="en-US"/>
              <a:t>次元骨格推定について」と題しまして発表させていただきます。</a:t>
            </a:r>
            <a:endParaRPr lang="en-US" altLang="ja-JP"/>
          </a:p>
          <a:p>
            <a:endParaRPr kumimoji="1" lang="en-US" altLang="ja-JP"/>
          </a:p>
          <a:p>
            <a:r>
              <a:rPr kumimoji="1" lang="en-US" altLang="ja-JP"/>
              <a:t>Hello everyone.</a:t>
            </a:r>
          </a:p>
          <a:p>
            <a:r>
              <a:rPr kumimoji="1" lang="en-US" altLang="ja-JP" err="1"/>
              <a:t>Im</a:t>
            </a:r>
            <a:r>
              <a:rPr kumimoji="1" lang="en-US" altLang="ja-JP"/>
              <a:t> Rito Noguchi. </a:t>
            </a:r>
          </a:p>
          <a:p>
            <a:r>
              <a:rPr kumimoji="1" lang="en-US" altLang="ja-JP"/>
              <a:t>I </a:t>
            </a:r>
            <a:r>
              <a:rPr kumimoji="1" lang="en-US" altLang="ja-JP" err="1"/>
              <a:t>intoroduce</a:t>
            </a:r>
            <a:r>
              <a:rPr kumimoji="1" lang="en-US" altLang="ja-JP"/>
              <a:t> about “3D Pose Estimation for Judo Players’ Movement”</a:t>
            </a:r>
            <a:endParaRPr kumimoji="1" lang="ja-JP" altLang="en-US"/>
          </a:p>
        </p:txBody>
      </p:sp>
      <p:sp>
        <p:nvSpPr>
          <p:cNvPr id="4" name="スライド番号プレースホルダー 3"/>
          <p:cNvSpPr>
            <a:spLocks noGrp="1"/>
          </p:cNvSpPr>
          <p:nvPr>
            <p:ph type="sldNum" sz="quarter" idx="5"/>
          </p:nvPr>
        </p:nvSpPr>
        <p:spPr/>
        <p:txBody>
          <a:bodyPr/>
          <a:lstStyle/>
          <a:p>
            <a:fld id="{66CECCAB-B8BF-44D0-8687-F9EB53B32FC9}" type="slidenum">
              <a:rPr lang="en-US" smtClean="0"/>
              <a:t>1</a:t>
            </a:fld>
            <a:endParaRPr lang="en-US"/>
          </a:p>
        </p:txBody>
      </p:sp>
    </p:spTree>
    <p:extLst>
      <p:ext uri="{BB962C8B-B14F-4D97-AF65-F5344CB8AC3E}">
        <p14:creationId xmlns:p14="http://schemas.microsoft.com/office/powerpoint/2010/main" val="29618404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algn="l">
              <a:lnSpc>
                <a:spcPts val="2400"/>
              </a:lnSpc>
            </a:pPr>
            <a:r>
              <a:rPr lang="ja-JP" altLang="en-US" b="1" i="0" u="none">
                <a:solidFill>
                  <a:srgbClr val="000000"/>
                </a:solidFill>
                <a:latin typeface="Noto Sans JP"/>
              </a:rPr>
              <a:t>スポーツにおける姿勢推定の活用</a:t>
            </a:r>
          </a:p>
          <a:p>
            <a:pPr>
              <a:lnSpc>
                <a:spcPts val="2550"/>
              </a:lnSpc>
            </a:pPr>
            <a:r>
              <a:rPr lang="ja-JP" altLang="en-US">
                <a:solidFill>
                  <a:srgbClr val="222222"/>
                </a:solidFill>
                <a:latin typeface="Noto Sans JP"/>
              </a:rPr>
              <a:t>・モーションキャプチャ（マーカー装着）は競技性や安全性を損なう懸念がある。</a:t>
            </a:r>
          </a:p>
          <a:p>
            <a:pPr>
              <a:lnSpc>
                <a:spcPts val="2550"/>
              </a:lnSpc>
            </a:pPr>
            <a:r>
              <a:rPr lang="ja-JP" altLang="en-US">
                <a:solidFill>
                  <a:srgbClr val="222222"/>
                </a:solidFill>
                <a:latin typeface="Noto Sans JP"/>
              </a:rPr>
              <a:t>・カメラ映像のみから動作を取得できる深層学習ベースの姿勢推定技術が強く求められている。</a:t>
            </a:r>
          </a:p>
          <a:p>
            <a:pPr>
              <a:lnSpc>
                <a:spcPts val="2400"/>
              </a:lnSpc>
            </a:pPr>
            <a:r>
              <a:rPr lang="ja-JP" altLang="en-US" b="1">
                <a:solidFill>
                  <a:srgbClr val="000000"/>
                </a:solidFill>
                <a:latin typeface="Noto Sans JP"/>
              </a:rPr>
              <a:t>従来手法の課題</a:t>
            </a:r>
          </a:p>
          <a:p>
            <a:pPr>
              <a:lnSpc>
                <a:spcPts val="2550"/>
              </a:lnSpc>
            </a:pPr>
            <a:r>
              <a:rPr lang="ja-JP" altLang="en-US" b="1">
                <a:solidFill>
                  <a:srgbClr val="000000"/>
                </a:solidFill>
                <a:latin typeface="Noto Sans JP"/>
              </a:rPr>
              <a:t>・オクルージョン：</a:t>
            </a:r>
            <a:r>
              <a:rPr lang="ja-JP" altLang="en-US">
                <a:solidFill>
                  <a:srgbClr val="222222"/>
                </a:solidFill>
                <a:latin typeface="Noto Sans JP"/>
              </a:rPr>
              <a:t> 精度が大幅に低下する。</a:t>
            </a:r>
          </a:p>
          <a:p>
            <a:pPr>
              <a:lnSpc>
                <a:spcPts val="2550"/>
              </a:lnSpc>
            </a:pPr>
            <a:r>
              <a:rPr lang="ja-JP" altLang="en-US" b="1">
                <a:solidFill>
                  <a:srgbClr val="000000"/>
                </a:solidFill>
                <a:latin typeface="Noto Sans JP"/>
              </a:rPr>
              <a:t>・関節点数の不足：</a:t>
            </a:r>
            <a:r>
              <a:rPr lang="ja-JP" altLang="en-US">
                <a:solidFill>
                  <a:srgbClr val="222222"/>
                </a:solidFill>
                <a:latin typeface="Noto Sans JP"/>
              </a:rPr>
              <a:t> 既存モデル（</a:t>
            </a:r>
            <a:r>
              <a:rPr lang="en-US" altLang="ja-JP">
                <a:solidFill>
                  <a:srgbClr val="222222"/>
                </a:solidFill>
                <a:latin typeface="Noto Sans JP"/>
              </a:rPr>
              <a:t>COCO</a:t>
            </a:r>
            <a:r>
              <a:rPr lang="ja-JP" altLang="en-US">
                <a:solidFill>
                  <a:srgbClr val="222222"/>
                </a:solidFill>
                <a:latin typeface="Noto Sans JP"/>
              </a:rPr>
              <a:t>データセット等）の関節数は</a:t>
            </a:r>
            <a:r>
              <a:rPr lang="en-US" altLang="ja-JP">
                <a:solidFill>
                  <a:srgbClr val="222222"/>
                </a:solidFill>
                <a:latin typeface="Noto Sans JP"/>
              </a:rPr>
              <a:t>17</a:t>
            </a:r>
            <a:r>
              <a:rPr lang="ja-JP" altLang="en-US">
                <a:solidFill>
                  <a:srgbClr val="222222"/>
                </a:solidFill>
                <a:latin typeface="Noto Sans JP"/>
              </a:rPr>
              <a:t>点と少なく、身体の柔軟な曲げ伸ばし動作の再現には不十分である。</a:t>
            </a:r>
          </a:p>
          <a:p>
            <a:pPr>
              <a:lnSpc>
                <a:spcPts val="2550"/>
              </a:lnSpc>
            </a:pPr>
            <a:endParaRPr lang="ja-JP" altLang="en-US">
              <a:solidFill>
                <a:srgbClr val="222222"/>
              </a:solidFill>
              <a:latin typeface="Noto Sans JP"/>
            </a:endParaRPr>
          </a:p>
          <a:p>
            <a:pPr>
              <a:lnSpc>
                <a:spcPts val="2550"/>
              </a:lnSpc>
            </a:pPr>
            <a:r>
              <a:rPr lang="ja-JP" altLang="en-US" b="1">
                <a:solidFill>
                  <a:srgbClr val="000000"/>
                </a:solidFill>
                <a:latin typeface="Noto Sans JP"/>
              </a:rPr>
              <a:t>オクルージョンや関節点数の不足を解決し、</a:t>
            </a:r>
            <a:r>
              <a:rPr lang="ja-JP" altLang="en-US"/>
              <a:t>スポーツの動作をより正確に推定するには，人体モデルの拡張とオクルージョンに対する精度向上が必要である</a:t>
            </a:r>
          </a:p>
          <a:p>
            <a:pPr>
              <a:lnSpc>
                <a:spcPts val="2550"/>
              </a:lnSpc>
            </a:pPr>
            <a:endParaRPr lang="ja-JP" altLang="en-US">
              <a:solidFill>
                <a:srgbClr val="222222"/>
              </a:solidFill>
              <a:latin typeface="Noto Sans JP"/>
            </a:endParaRPr>
          </a:p>
          <a:p>
            <a:pPr>
              <a:lnSpc>
                <a:spcPts val="2550"/>
              </a:lnSpc>
            </a:pPr>
            <a:r>
              <a:rPr lang="ja-JP" altLang="en-US">
                <a:solidFill>
                  <a:srgbClr val="222222"/>
                </a:solidFill>
                <a:latin typeface="Noto Sans JP"/>
              </a:rPr>
              <a:t>追加学習が有効だと考える</a:t>
            </a:r>
          </a:p>
          <a:p>
            <a:pPr>
              <a:lnSpc>
                <a:spcPts val="2550"/>
              </a:lnSpc>
            </a:pPr>
            <a:r>
              <a:rPr lang="ja-JP" altLang="en-US"/>
              <a:t>　人物が写る画像とその人物がどのような姿勢をとっているかを対応づけた学習データ</a:t>
            </a:r>
          </a:p>
          <a:p>
            <a:pPr>
              <a:lnSpc>
                <a:spcPts val="2550"/>
              </a:lnSpc>
            </a:pPr>
            <a:r>
              <a:rPr lang="ja-JP" altLang="en-US"/>
              <a:t>　過学習を防ぐためには，学習データを大量に用意したいが，実世界で人物の姿勢を正確に取得することは困難であり，人物の性別や体格といったバリエーションを確保することも容易ではない．</a:t>
            </a:r>
            <a:endParaRPr lang="ja-JP" altLang="en-US">
              <a:solidFill>
                <a:srgbClr val="222222"/>
              </a:solidFill>
              <a:latin typeface="Noto Sans JP"/>
            </a:endParaRPr>
          </a:p>
          <a:p>
            <a:endParaRPr kumimoji="1" lang="ja-JP" altLang="en-US"/>
          </a:p>
        </p:txBody>
      </p:sp>
      <p:sp>
        <p:nvSpPr>
          <p:cNvPr id="4" name="スライド番号プレースホルダー 3"/>
          <p:cNvSpPr>
            <a:spLocks noGrp="1"/>
          </p:cNvSpPr>
          <p:nvPr>
            <p:ph type="sldNum" sz="quarter" idx="5"/>
          </p:nvPr>
        </p:nvSpPr>
        <p:spPr/>
        <p:txBody>
          <a:bodyPr/>
          <a:lstStyle/>
          <a:p>
            <a:fld id="{66CECCAB-B8BF-44D0-8687-F9EB53B32FC9}" type="slidenum">
              <a:rPr lang="en-US" smtClean="0"/>
              <a:t>2</a:t>
            </a:fld>
            <a:endParaRPr lang="en-US"/>
          </a:p>
        </p:txBody>
      </p:sp>
    </p:spTree>
    <p:extLst>
      <p:ext uri="{BB962C8B-B14F-4D97-AF65-F5344CB8AC3E}">
        <p14:creationId xmlns:p14="http://schemas.microsoft.com/office/powerpoint/2010/main" val="19471963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C2751-6AF9-0393-474D-D089C8F095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524368-0EEA-CE4F-59D2-EEB0757763C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BB8642D-19EF-12F2-F00A-24D11134DC9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a:p>
        </p:txBody>
      </p:sp>
      <p:sp>
        <p:nvSpPr>
          <p:cNvPr id="4" name="スライド番号プレースホルダー 3">
            <a:extLst>
              <a:ext uri="{FF2B5EF4-FFF2-40B4-BE49-F238E27FC236}">
                <a16:creationId xmlns:a16="http://schemas.microsoft.com/office/drawing/2014/main" id="{2FECAC3A-3C02-E0DA-540A-97612BAFBB70}"/>
              </a:ext>
            </a:extLst>
          </p:cNvPr>
          <p:cNvSpPr>
            <a:spLocks noGrp="1"/>
          </p:cNvSpPr>
          <p:nvPr>
            <p:ph type="sldNum" sz="quarter" idx="5"/>
          </p:nvPr>
        </p:nvSpPr>
        <p:spPr/>
        <p:txBody>
          <a:bodyPr/>
          <a:lstStyle/>
          <a:p>
            <a:fld id="{66CECCAB-B8BF-44D0-8687-F9EB53B32FC9}" type="slidenum">
              <a:rPr lang="en-US" smtClean="0"/>
              <a:t>3</a:t>
            </a:fld>
            <a:endParaRPr lang="en-US"/>
          </a:p>
        </p:txBody>
      </p:sp>
    </p:spTree>
    <p:extLst>
      <p:ext uri="{BB962C8B-B14F-4D97-AF65-F5344CB8AC3E}">
        <p14:creationId xmlns:p14="http://schemas.microsoft.com/office/powerpoint/2010/main" val="5269483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0208C-2204-A6FE-2A6A-1E9BB40C6D5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B6BA11E-DA05-7B6C-08CB-FB1290FEE9C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668719-0356-42FC-C02E-824A1EC6A308}"/>
              </a:ext>
            </a:extLst>
          </p:cNvPr>
          <p:cNvSpPr>
            <a:spLocks noGrp="1"/>
          </p:cNvSpPr>
          <p:nvPr>
            <p:ph type="body" idx="1"/>
          </p:nvPr>
        </p:nvSpPr>
        <p:spPr/>
        <p:txBody>
          <a:bodyPr/>
          <a:lstStyle/>
          <a:p>
            <a:r>
              <a:rPr kumimoji="1" lang="ja-JP" altLang="en-US"/>
              <a:t>本研究では，</a:t>
            </a:r>
            <a:r>
              <a:rPr kumimoji="1" lang="en-US" altLang="ja-JP"/>
              <a:t>3D</a:t>
            </a:r>
            <a:r>
              <a:rPr kumimoji="1" lang="ja-JP" altLang="en-US"/>
              <a:t>仮想空間において柔道選手を模した</a:t>
            </a:r>
            <a:r>
              <a:rPr kumimoji="1" lang="en-US" altLang="ja-JP"/>
              <a:t>3D</a:t>
            </a:r>
            <a:r>
              <a:rPr kumimoji="1" lang="ja-JP" altLang="en-US"/>
              <a:t>モデルを用いて，柔道動作に対応したデータセットの作成を行う手法を提案する．</a:t>
            </a:r>
            <a:endParaRPr kumimoji="1" lang="en-US" altLang="ja-JP"/>
          </a:p>
          <a:p>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a:t>データセットには，人物が写る画像とその人物がどのようなポーズをとっているかを対応づけた学習データが必要である．実世界で人物のポーズを正確に取得することは困難であり，人物の性別や体格といったバリエーションの確保が難しいという課題がある．</a:t>
            </a:r>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Motion analysis technology using deep learning has been used in sports industry</a:t>
            </a:r>
            <a:r>
              <a:rPr kumimoji="1" lang="ja-JP" altLang="en-US" sz="1200"/>
              <a:t>　</a:t>
            </a:r>
            <a:r>
              <a:rPr kumimoji="1" lang="en-US" altLang="ja-JP" sz="1200"/>
              <a:t>but existing 3D pose estimation models designed for everyday scenes. There for estimation accuracy is low in sports like judo.</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altLang="ja-JP"/>
            </a:br>
            <a:r>
              <a:rPr lang="en-US" altLang="ja-JP" sz="1200" b="0" i="0" kern="1200">
                <a:solidFill>
                  <a:schemeClr val="tx1"/>
                </a:solidFill>
                <a:effectLst/>
                <a:latin typeface="+mn-lt"/>
                <a:ea typeface="+mn-ea"/>
                <a:cs typeface="+mn-cs"/>
              </a:rPr>
              <a:t>The dataset requires training data that matches images of people with the poses. It is difficult to accurately capture people's poses in the real world, and there are challenge of ensuring variations  people's gender and physique.</a:t>
            </a:r>
            <a:endParaRPr kumimoji="1" lang="en-US" altLang="ja-JP" sz="1200"/>
          </a:p>
          <a:p>
            <a:endParaRPr kumimoji="1" lang="en-US" altLang="ja-JP"/>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t>This study proposes a method to create a judo-specific dataset by using 3D models in a 3D virtual space</a:t>
            </a:r>
            <a:r>
              <a:rPr kumimoji="1" lang="en-US" altLang="ja-JP" b="0"/>
              <a:t>, enabling</a:t>
            </a:r>
            <a:r>
              <a:rPr kumimoji="1" lang="en-US" altLang="ja-JP"/>
              <a:t> the extension of </a:t>
            </a:r>
            <a:r>
              <a:rPr lang="en-US" altLang="ja-JP" sz="1200" b="0" i="0" kern="1200">
                <a:solidFill>
                  <a:schemeClr val="tx1"/>
                </a:solidFill>
                <a:effectLst/>
                <a:latin typeface="+mn-lt"/>
                <a:ea typeface="+mn-ea"/>
                <a:cs typeface="+mn-cs"/>
              </a:rPr>
              <a:t>people’s </a:t>
            </a:r>
            <a:r>
              <a:rPr kumimoji="1" lang="en-US" altLang="ja-JP"/>
              <a:t>from a single pose.</a:t>
            </a:r>
            <a:endParaRPr kumimoji="1" lang="ja-JP" altLang="en-US"/>
          </a:p>
        </p:txBody>
      </p:sp>
      <p:sp>
        <p:nvSpPr>
          <p:cNvPr id="4" name="スライド番号プレースホルダー 3">
            <a:extLst>
              <a:ext uri="{FF2B5EF4-FFF2-40B4-BE49-F238E27FC236}">
                <a16:creationId xmlns:a16="http://schemas.microsoft.com/office/drawing/2014/main" id="{63A1788F-15DD-716C-D28E-64E23D18EC80}"/>
              </a:ext>
            </a:extLst>
          </p:cNvPr>
          <p:cNvSpPr>
            <a:spLocks noGrp="1"/>
          </p:cNvSpPr>
          <p:nvPr>
            <p:ph type="sldNum" sz="quarter" idx="5"/>
          </p:nvPr>
        </p:nvSpPr>
        <p:spPr/>
        <p:txBody>
          <a:bodyPr/>
          <a:lstStyle/>
          <a:p>
            <a:fld id="{66CECCAB-B8BF-44D0-8687-F9EB53B32FC9}" type="slidenum">
              <a:rPr lang="en-US" smtClean="0"/>
              <a:t>4</a:t>
            </a:fld>
            <a:endParaRPr lang="en-US"/>
          </a:p>
        </p:txBody>
      </p:sp>
    </p:spTree>
    <p:extLst>
      <p:ext uri="{BB962C8B-B14F-4D97-AF65-F5344CB8AC3E}">
        <p14:creationId xmlns:p14="http://schemas.microsoft.com/office/powerpoint/2010/main" val="4564822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5694E-1FBE-46D6-A94B-C434F2FBD7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0619BAD-FCC5-2C23-A89C-7BA6118830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C2F4AE-8243-183F-90F9-F3CC308EE132}"/>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3E14B10-BA21-8F12-BF9F-933F66AF65CC}"/>
              </a:ext>
            </a:extLst>
          </p:cNvPr>
          <p:cNvSpPr>
            <a:spLocks noGrp="1"/>
          </p:cNvSpPr>
          <p:nvPr>
            <p:ph type="sldNum" sz="quarter" idx="5"/>
          </p:nvPr>
        </p:nvSpPr>
        <p:spPr/>
        <p:txBody>
          <a:bodyPr/>
          <a:lstStyle/>
          <a:p>
            <a:fld id="{66CECCAB-B8BF-44D0-8687-F9EB53B32FC9}" type="slidenum">
              <a:rPr lang="en-US" smtClean="0"/>
              <a:t>5</a:t>
            </a:fld>
            <a:endParaRPr lang="en-US"/>
          </a:p>
        </p:txBody>
      </p:sp>
    </p:spTree>
    <p:extLst>
      <p:ext uri="{BB962C8B-B14F-4D97-AF65-F5344CB8AC3E}">
        <p14:creationId xmlns:p14="http://schemas.microsoft.com/office/powerpoint/2010/main" val="31467783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C0CC1-EA31-4DDC-1352-0C6569D179F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F9F25C-7380-F7FD-1E0D-A3A8E27DFA8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443F65A-39F7-A9BD-384D-85F15DACEA8E}"/>
              </a:ext>
            </a:extLst>
          </p:cNvPr>
          <p:cNvSpPr>
            <a:spLocks noGrp="1"/>
          </p:cNvSpPr>
          <p:nvPr>
            <p:ph type="body" idx="1"/>
          </p:nvPr>
        </p:nvSpPr>
        <p:spPr/>
        <p:txBody>
          <a:bodyPr/>
          <a:lstStyle/>
          <a:p>
            <a:r>
              <a:rPr kumimoji="1" lang="ja-JP" altLang="en-US"/>
              <a:t>本研究では，</a:t>
            </a:r>
            <a:r>
              <a:rPr kumimoji="1" lang="en-US" altLang="ja-JP"/>
              <a:t>3D</a:t>
            </a:r>
            <a:r>
              <a:rPr kumimoji="1" lang="ja-JP" altLang="en-US"/>
              <a:t>仮想空間において柔道選手を模した</a:t>
            </a:r>
            <a:r>
              <a:rPr kumimoji="1" lang="en-US" altLang="ja-JP"/>
              <a:t>3D</a:t>
            </a:r>
            <a:r>
              <a:rPr kumimoji="1" lang="ja-JP" altLang="en-US"/>
              <a:t>モデルを用いて，柔道動作に対応したデータセットの作成を行う手法を提案する．</a:t>
            </a:r>
            <a:endParaRPr kumimoji="1" lang="en-US" altLang="ja-JP"/>
          </a:p>
          <a:p>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a:t>データセットには，人物が写る画像とその人物がどのようなポーズをとっているかを対応づけた学習データが必要である．実世界で人物のポーズを正確に取得することは困難であり，人物の性別や体格といったバリエーションの確保が難しいという課題がある．</a:t>
            </a:r>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Motion analysis technology using deep learning has been used in sports industry</a:t>
            </a:r>
            <a:r>
              <a:rPr kumimoji="1" lang="ja-JP" altLang="en-US" sz="1200"/>
              <a:t>　</a:t>
            </a:r>
            <a:r>
              <a:rPr kumimoji="1" lang="en-US" altLang="ja-JP" sz="1200"/>
              <a:t>but existing 3D pose estimation models designed for everyday scenes. There for estimation accuracy is low in sports like judo.</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altLang="ja-JP"/>
            </a:br>
            <a:r>
              <a:rPr lang="en-US" altLang="ja-JP" sz="1200" b="0" i="0" kern="1200">
                <a:solidFill>
                  <a:schemeClr val="tx1"/>
                </a:solidFill>
                <a:effectLst/>
                <a:latin typeface="+mn-lt"/>
                <a:ea typeface="+mn-ea"/>
                <a:cs typeface="+mn-cs"/>
              </a:rPr>
              <a:t>The dataset requires training data that matches images of people with the poses. It is difficult to accurately capture people's poses in the real world, and there are challenge of ensuring variations  people's gender and physique.</a:t>
            </a:r>
            <a:endParaRPr kumimoji="1" lang="en-US" altLang="ja-JP" sz="1200"/>
          </a:p>
          <a:p>
            <a:endParaRPr kumimoji="1" lang="en-US" altLang="ja-JP"/>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t>This study proposes a method to create a judo-specific dataset by using 3D models in a 3D virtual space</a:t>
            </a:r>
            <a:r>
              <a:rPr kumimoji="1" lang="en-US" altLang="ja-JP" b="0"/>
              <a:t>, enabling</a:t>
            </a:r>
            <a:r>
              <a:rPr kumimoji="1" lang="en-US" altLang="ja-JP"/>
              <a:t> the extension of </a:t>
            </a:r>
            <a:r>
              <a:rPr lang="en-US" altLang="ja-JP" sz="1200" b="0" i="0" kern="1200">
                <a:solidFill>
                  <a:schemeClr val="tx1"/>
                </a:solidFill>
                <a:effectLst/>
                <a:latin typeface="+mn-lt"/>
                <a:ea typeface="+mn-ea"/>
                <a:cs typeface="+mn-cs"/>
              </a:rPr>
              <a:t>people’s </a:t>
            </a:r>
            <a:r>
              <a:rPr kumimoji="1" lang="en-US" altLang="ja-JP"/>
              <a:t>from a single pose.</a:t>
            </a:r>
            <a:endParaRPr kumimoji="1" lang="ja-JP" altLang="en-US"/>
          </a:p>
        </p:txBody>
      </p:sp>
      <p:sp>
        <p:nvSpPr>
          <p:cNvPr id="4" name="スライド番号プレースホルダー 3">
            <a:extLst>
              <a:ext uri="{FF2B5EF4-FFF2-40B4-BE49-F238E27FC236}">
                <a16:creationId xmlns:a16="http://schemas.microsoft.com/office/drawing/2014/main" id="{A8A02C72-7388-00F2-8BB3-E2DD49218E21}"/>
              </a:ext>
            </a:extLst>
          </p:cNvPr>
          <p:cNvSpPr>
            <a:spLocks noGrp="1"/>
          </p:cNvSpPr>
          <p:nvPr>
            <p:ph type="sldNum" sz="quarter" idx="5"/>
          </p:nvPr>
        </p:nvSpPr>
        <p:spPr/>
        <p:txBody>
          <a:bodyPr/>
          <a:lstStyle/>
          <a:p>
            <a:fld id="{66CECCAB-B8BF-44D0-8687-F9EB53B32FC9}" type="slidenum">
              <a:rPr lang="en-US" smtClean="0"/>
              <a:t>6</a:t>
            </a:fld>
            <a:endParaRPr lang="en-US"/>
          </a:p>
        </p:txBody>
      </p:sp>
    </p:spTree>
    <p:extLst>
      <p:ext uri="{BB962C8B-B14F-4D97-AF65-F5344CB8AC3E}">
        <p14:creationId xmlns:p14="http://schemas.microsoft.com/office/powerpoint/2010/main" val="14451316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29AE4-0299-9D2A-A0C9-124BC3A0372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899440-CBFC-773B-7E8D-DA5302489C1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0F90440-0764-FAE1-9F4D-D2185E79E67A}"/>
              </a:ext>
            </a:extLst>
          </p:cNvPr>
          <p:cNvSpPr>
            <a:spLocks noGrp="1"/>
          </p:cNvSpPr>
          <p:nvPr>
            <p:ph type="body" idx="1"/>
          </p:nvPr>
        </p:nvSpPr>
        <p:spPr/>
        <p:txBody>
          <a:bodyPr/>
          <a:lstStyle/>
          <a:p>
            <a:r>
              <a:rPr kumimoji="1" lang="ja-JP" altLang="en-US"/>
              <a:t>本研究では，</a:t>
            </a:r>
            <a:r>
              <a:rPr kumimoji="1" lang="en-US" altLang="ja-JP"/>
              <a:t>3D</a:t>
            </a:r>
            <a:r>
              <a:rPr kumimoji="1" lang="ja-JP" altLang="en-US"/>
              <a:t>仮想空間において柔道選手を模した</a:t>
            </a:r>
            <a:r>
              <a:rPr kumimoji="1" lang="en-US" altLang="ja-JP"/>
              <a:t>3D</a:t>
            </a:r>
            <a:r>
              <a:rPr kumimoji="1" lang="ja-JP" altLang="en-US"/>
              <a:t>モデルを用いて，柔道動作に対応したデータセットの作成を行う手法を提案する．</a:t>
            </a:r>
            <a:endParaRPr kumimoji="1" lang="en-US" altLang="ja-JP"/>
          </a:p>
          <a:p>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a:t>データセットには，人物が写る画像とその人物がどのようなポーズをとっているかを対応づけた学習データが必要である．実世界で人物のポーズを正確に取得することは困難であり，人物の性別や体格といったバリエーションの確保が難しいという課題がある．</a:t>
            </a:r>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Motion analysis technology using deep learning has been used in sports industry</a:t>
            </a:r>
            <a:r>
              <a:rPr kumimoji="1" lang="ja-JP" altLang="en-US" sz="1200"/>
              <a:t>　</a:t>
            </a:r>
            <a:r>
              <a:rPr kumimoji="1" lang="en-US" altLang="ja-JP" sz="1200"/>
              <a:t>but existing 3D pose estimation models designed for everyday scenes. There for estimation accuracy is low in sports like judo.</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altLang="ja-JP"/>
            </a:br>
            <a:r>
              <a:rPr lang="en-US" altLang="ja-JP" sz="1200" b="0" i="0" kern="1200">
                <a:solidFill>
                  <a:schemeClr val="tx1"/>
                </a:solidFill>
                <a:effectLst/>
                <a:latin typeface="+mn-lt"/>
                <a:ea typeface="+mn-ea"/>
                <a:cs typeface="+mn-cs"/>
              </a:rPr>
              <a:t>The dataset requires training data that matches images of people with the poses. It is difficult to accurately capture people's poses in the real world, and there are challenge of ensuring variations  people's gender and physique.</a:t>
            </a:r>
            <a:endParaRPr kumimoji="1" lang="en-US" altLang="ja-JP" sz="1200"/>
          </a:p>
          <a:p>
            <a:endParaRPr kumimoji="1" lang="en-US" altLang="ja-JP"/>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t>This study proposes a method to create a judo-specific dataset by using 3D models in a 3D virtual space</a:t>
            </a:r>
            <a:r>
              <a:rPr kumimoji="1" lang="en-US" altLang="ja-JP" b="0"/>
              <a:t>, enabling</a:t>
            </a:r>
            <a:r>
              <a:rPr kumimoji="1" lang="en-US" altLang="ja-JP"/>
              <a:t> the extension of </a:t>
            </a:r>
            <a:r>
              <a:rPr lang="en-US" altLang="ja-JP" sz="1200" b="0" i="0" kern="1200">
                <a:solidFill>
                  <a:schemeClr val="tx1"/>
                </a:solidFill>
                <a:effectLst/>
                <a:latin typeface="+mn-lt"/>
                <a:ea typeface="+mn-ea"/>
                <a:cs typeface="+mn-cs"/>
              </a:rPr>
              <a:t>people’s </a:t>
            </a:r>
            <a:r>
              <a:rPr kumimoji="1" lang="en-US" altLang="ja-JP"/>
              <a:t>from a single pose.</a:t>
            </a:r>
            <a:endParaRPr kumimoji="1" lang="ja-JP" altLang="en-US"/>
          </a:p>
        </p:txBody>
      </p:sp>
      <p:sp>
        <p:nvSpPr>
          <p:cNvPr id="4" name="スライド番号プレースホルダー 3">
            <a:extLst>
              <a:ext uri="{FF2B5EF4-FFF2-40B4-BE49-F238E27FC236}">
                <a16:creationId xmlns:a16="http://schemas.microsoft.com/office/drawing/2014/main" id="{C66E0617-FEE7-0D63-DD7E-D93013BC72CD}"/>
              </a:ext>
            </a:extLst>
          </p:cNvPr>
          <p:cNvSpPr>
            <a:spLocks noGrp="1"/>
          </p:cNvSpPr>
          <p:nvPr>
            <p:ph type="sldNum" sz="quarter" idx="5"/>
          </p:nvPr>
        </p:nvSpPr>
        <p:spPr/>
        <p:txBody>
          <a:bodyPr/>
          <a:lstStyle/>
          <a:p>
            <a:fld id="{66CECCAB-B8BF-44D0-8687-F9EB53B32FC9}" type="slidenum">
              <a:rPr lang="en-US" smtClean="0"/>
              <a:t>7</a:t>
            </a:fld>
            <a:endParaRPr lang="en-US"/>
          </a:p>
        </p:txBody>
      </p:sp>
    </p:spTree>
    <p:extLst>
      <p:ext uri="{BB962C8B-B14F-4D97-AF65-F5344CB8AC3E}">
        <p14:creationId xmlns:p14="http://schemas.microsoft.com/office/powerpoint/2010/main" val="1611313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487937-191F-0430-B29F-9AEF498C9E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29CC286-40EF-EB0B-FA01-D73602B7D1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4E7F0B9-96B7-1F7F-4A72-6025BDD3CA89}"/>
              </a:ext>
            </a:extLst>
          </p:cNvPr>
          <p:cNvSpPr>
            <a:spLocks noGrp="1"/>
          </p:cNvSpPr>
          <p:nvPr>
            <p:ph type="body" idx="1"/>
          </p:nvPr>
        </p:nvSpPr>
        <p:spPr/>
        <p:txBody>
          <a:bodyPr/>
          <a:lstStyle/>
          <a:p>
            <a:r>
              <a:rPr kumimoji="1" lang="ja-JP" altLang="en-US"/>
              <a:t>本研究では，</a:t>
            </a:r>
            <a:r>
              <a:rPr kumimoji="1" lang="en-US" altLang="ja-JP"/>
              <a:t>3D</a:t>
            </a:r>
            <a:r>
              <a:rPr kumimoji="1" lang="ja-JP" altLang="en-US"/>
              <a:t>仮想空間において柔道選手を模した</a:t>
            </a:r>
            <a:r>
              <a:rPr kumimoji="1" lang="en-US" altLang="ja-JP"/>
              <a:t>3D</a:t>
            </a:r>
            <a:r>
              <a:rPr kumimoji="1" lang="ja-JP" altLang="en-US"/>
              <a:t>モデルを用いて，柔道動作に対応したデータセットの作成を行う手法を提案する．</a:t>
            </a:r>
            <a:endParaRPr kumimoji="1" lang="en-US" altLang="ja-JP"/>
          </a:p>
          <a:p>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a:t>データセットには，人物が写る画像とその人物がどのようなポーズをとっているかを対応づけた学習データが必要である．実世界で人物のポーズを正確に取得することは困難であり，人物の性別や体格といったバリエーションの確保が難しいという課題がある．</a:t>
            </a:r>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Motion analysis technology using deep learning has been used in sports industry</a:t>
            </a:r>
            <a:r>
              <a:rPr kumimoji="1" lang="ja-JP" altLang="en-US" sz="1200"/>
              <a:t>　</a:t>
            </a:r>
            <a:r>
              <a:rPr kumimoji="1" lang="en-US" altLang="ja-JP" sz="1200"/>
              <a:t>but existing 3D pose estimation models designed for everyday scenes. There for estimation accuracy is low in sports like judo.</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altLang="ja-JP"/>
            </a:br>
            <a:r>
              <a:rPr lang="en-US" altLang="ja-JP" sz="1200" b="0" i="0" kern="1200">
                <a:solidFill>
                  <a:schemeClr val="tx1"/>
                </a:solidFill>
                <a:effectLst/>
                <a:latin typeface="+mn-lt"/>
                <a:ea typeface="+mn-ea"/>
                <a:cs typeface="+mn-cs"/>
              </a:rPr>
              <a:t>The dataset requires training data that matches images of people with the poses. It is difficult to accurately capture people's poses in the real world, and there are challenge of ensuring variations  people's gender and physique.</a:t>
            </a:r>
            <a:endParaRPr kumimoji="1" lang="en-US" altLang="ja-JP" sz="1200"/>
          </a:p>
          <a:p>
            <a:endParaRPr kumimoji="1" lang="en-US" altLang="ja-JP"/>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t>This study proposes a method to create a judo-specific dataset by using 3D models in a 3D virtual space</a:t>
            </a:r>
            <a:r>
              <a:rPr kumimoji="1" lang="en-US" altLang="ja-JP" b="0"/>
              <a:t>, enabling</a:t>
            </a:r>
            <a:r>
              <a:rPr kumimoji="1" lang="en-US" altLang="ja-JP"/>
              <a:t> the extension of </a:t>
            </a:r>
            <a:r>
              <a:rPr lang="en-US" altLang="ja-JP" sz="1200" b="0" i="0" kern="1200">
                <a:solidFill>
                  <a:schemeClr val="tx1"/>
                </a:solidFill>
                <a:effectLst/>
                <a:latin typeface="+mn-lt"/>
                <a:ea typeface="+mn-ea"/>
                <a:cs typeface="+mn-cs"/>
              </a:rPr>
              <a:t>people’s </a:t>
            </a:r>
            <a:r>
              <a:rPr kumimoji="1" lang="en-US" altLang="ja-JP"/>
              <a:t>from a single pose.</a:t>
            </a:r>
            <a:endParaRPr kumimoji="1" lang="ja-JP" altLang="en-US"/>
          </a:p>
        </p:txBody>
      </p:sp>
      <p:sp>
        <p:nvSpPr>
          <p:cNvPr id="4" name="スライド番号プレースホルダー 3">
            <a:extLst>
              <a:ext uri="{FF2B5EF4-FFF2-40B4-BE49-F238E27FC236}">
                <a16:creationId xmlns:a16="http://schemas.microsoft.com/office/drawing/2014/main" id="{935594B7-BB67-84FE-C27B-846BB8ACAE37}"/>
              </a:ext>
            </a:extLst>
          </p:cNvPr>
          <p:cNvSpPr>
            <a:spLocks noGrp="1"/>
          </p:cNvSpPr>
          <p:nvPr>
            <p:ph type="sldNum" sz="quarter" idx="5"/>
          </p:nvPr>
        </p:nvSpPr>
        <p:spPr/>
        <p:txBody>
          <a:bodyPr/>
          <a:lstStyle/>
          <a:p>
            <a:fld id="{66CECCAB-B8BF-44D0-8687-F9EB53B32FC9}" type="slidenum">
              <a:rPr lang="en-US" smtClean="0"/>
              <a:t>8</a:t>
            </a:fld>
            <a:endParaRPr lang="en-US"/>
          </a:p>
        </p:txBody>
      </p:sp>
    </p:spTree>
    <p:extLst>
      <p:ext uri="{BB962C8B-B14F-4D97-AF65-F5344CB8AC3E}">
        <p14:creationId xmlns:p14="http://schemas.microsoft.com/office/powerpoint/2010/main" val="17015347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502ECD-04CD-D216-B81E-EFA542151EC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855731-E6AE-1128-6968-9BAD0F0212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432E1F2-0976-5CF0-C618-CDFA79225343}"/>
              </a:ext>
            </a:extLst>
          </p:cNvPr>
          <p:cNvSpPr>
            <a:spLocks noGrp="1"/>
          </p:cNvSpPr>
          <p:nvPr>
            <p:ph type="body" idx="1"/>
          </p:nvPr>
        </p:nvSpPr>
        <p:spPr/>
        <p:txBody>
          <a:bodyPr/>
          <a:lstStyle/>
          <a:p>
            <a:r>
              <a:rPr kumimoji="1" lang="ja-JP" altLang="en-US"/>
              <a:t>本研究では，</a:t>
            </a:r>
            <a:r>
              <a:rPr kumimoji="1" lang="en-US" altLang="ja-JP"/>
              <a:t>3D</a:t>
            </a:r>
            <a:r>
              <a:rPr kumimoji="1" lang="ja-JP" altLang="en-US"/>
              <a:t>仮想空間において柔道選手を模した</a:t>
            </a:r>
            <a:r>
              <a:rPr kumimoji="1" lang="en-US" altLang="ja-JP"/>
              <a:t>3D</a:t>
            </a:r>
            <a:r>
              <a:rPr kumimoji="1" lang="ja-JP" altLang="en-US"/>
              <a:t>モデルを用いて，柔道動作に対応したデータセットの作成を行う手法を提案する．</a:t>
            </a:r>
            <a:endParaRPr kumimoji="1" lang="en-US" altLang="ja-JP"/>
          </a:p>
          <a:p>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a:t>データセットには，人物が写る画像とその人物がどのようなポーズをとっているかを対応づけた学習データが必要である．実世界で人物のポーズを正確に取得することは困難であり，人物の性別や体格といったバリエーションの確保が難しいという課題がある．</a:t>
            </a:r>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Motion analysis technology using deep learning has been used in sports industry</a:t>
            </a:r>
            <a:r>
              <a:rPr kumimoji="1" lang="ja-JP" altLang="en-US" sz="1200"/>
              <a:t>　</a:t>
            </a:r>
            <a:r>
              <a:rPr kumimoji="1" lang="en-US" altLang="ja-JP" sz="1200"/>
              <a:t>but existing 3D pose estimation models designed for everyday scenes. There for estimation accuracy is low in sports like judo.</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altLang="ja-JP"/>
            </a:br>
            <a:r>
              <a:rPr lang="en-US" altLang="ja-JP" sz="1200" b="0" i="0" kern="1200">
                <a:solidFill>
                  <a:schemeClr val="tx1"/>
                </a:solidFill>
                <a:effectLst/>
                <a:latin typeface="+mn-lt"/>
                <a:ea typeface="+mn-ea"/>
                <a:cs typeface="+mn-cs"/>
              </a:rPr>
              <a:t>The dataset requires training data that matches images of people with the poses. It is difficult to accurately capture people's poses in the real world, and there are challenge of ensuring variations  people's gender and physique.</a:t>
            </a:r>
            <a:endParaRPr kumimoji="1" lang="en-US" altLang="ja-JP" sz="1200"/>
          </a:p>
          <a:p>
            <a:endParaRPr kumimoji="1" lang="en-US" altLang="ja-JP"/>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t>This study proposes a method to create a judo-specific dataset by using 3D models in a 3D virtual space</a:t>
            </a:r>
            <a:r>
              <a:rPr kumimoji="1" lang="en-US" altLang="ja-JP" b="0"/>
              <a:t>, enabling</a:t>
            </a:r>
            <a:r>
              <a:rPr kumimoji="1" lang="en-US" altLang="ja-JP"/>
              <a:t> the extension of </a:t>
            </a:r>
            <a:r>
              <a:rPr lang="en-US" altLang="ja-JP" sz="1200" b="0" i="0" kern="1200">
                <a:solidFill>
                  <a:schemeClr val="tx1"/>
                </a:solidFill>
                <a:effectLst/>
                <a:latin typeface="+mn-lt"/>
                <a:ea typeface="+mn-ea"/>
                <a:cs typeface="+mn-cs"/>
              </a:rPr>
              <a:t>people’s </a:t>
            </a:r>
            <a:r>
              <a:rPr kumimoji="1" lang="en-US" altLang="ja-JP"/>
              <a:t>from a single pose.</a:t>
            </a:r>
            <a:endParaRPr kumimoji="1" lang="ja-JP" altLang="en-US"/>
          </a:p>
        </p:txBody>
      </p:sp>
      <p:sp>
        <p:nvSpPr>
          <p:cNvPr id="4" name="スライド番号プレースホルダー 3">
            <a:extLst>
              <a:ext uri="{FF2B5EF4-FFF2-40B4-BE49-F238E27FC236}">
                <a16:creationId xmlns:a16="http://schemas.microsoft.com/office/drawing/2014/main" id="{4ACD21EA-3342-FE04-6E2B-8C2F20496BF4}"/>
              </a:ext>
            </a:extLst>
          </p:cNvPr>
          <p:cNvSpPr>
            <a:spLocks noGrp="1"/>
          </p:cNvSpPr>
          <p:nvPr>
            <p:ph type="sldNum" sz="quarter" idx="5"/>
          </p:nvPr>
        </p:nvSpPr>
        <p:spPr/>
        <p:txBody>
          <a:bodyPr/>
          <a:lstStyle/>
          <a:p>
            <a:fld id="{66CECCAB-B8BF-44D0-8687-F9EB53B32FC9}" type="slidenum">
              <a:rPr lang="en-US" smtClean="0"/>
              <a:t>9</a:t>
            </a:fld>
            <a:endParaRPr lang="en-US"/>
          </a:p>
        </p:txBody>
      </p:sp>
    </p:spTree>
    <p:extLst>
      <p:ext uri="{BB962C8B-B14F-4D97-AF65-F5344CB8AC3E}">
        <p14:creationId xmlns:p14="http://schemas.microsoft.com/office/powerpoint/2010/main" val="11949006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D3625-E619-F293-D35C-E5506778349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BCC911E-6B74-2EE4-7873-FEA92C2BA0A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17F77FD-533D-3F7B-5452-5C0BD75C56DA}"/>
              </a:ext>
            </a:extLst>
          </p:cNvPr>
          <p:cNvSpPr>
            <a:spLocks noGrp="1"/>
          </p:cNvSpPr>
          <p:nvPr>
            <p:ph type="body" idx="1"/>
          </p:nvPr>
        </p:nvSpPr>
        <p:spPr/>
        <p:txBody>
          <a:bodyPr/>
          <a:lstStyle/>
          <a:p>
            <a:r>
              <a:rPr kumimoji="1" lang="ja-JP" altLang="en-US"/>
              <a:t>本研究では，</a:t>
            </a:r>
            <a:r>
              <a:rPr kumimoji="1" lang="en-US" altLang="ja-JP"/>
              <a:t>3D</a:t>
            </a:r>
            <a:r>
              <a:rPr kumimoji="1" lang="ja-JP" altLang="en-US"/>
              <a:t>仮想空間において柔道選手を模した</a:t>
            </a:r>
            <a:r>
              <a:rPr kumimoji="1" lang="en-US" altLang="ja-JP"/>
              <a:t>3D</a:t>
            </a:r>
            <a:r>
              <a:rPr kumimoji="1" lang="ja-JP" altLang="en-US"/>
              <a:t>モデルを用いて，柔道動作に対応したデータセットの作成を行う手法を提案する．</a:t>
            </a:r>
            <a:endParaRPr kumimoji="1" lang="en-US" altLang="ja-JP"/>
          </a:p>
          <a:p>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a:t>データセットには，人物が写る画像とその人物がどのようなポーズをとっているかを対応づけた学習データが必要である．実世界で人物のポーズを正確に取得することは困難であり，人物の性別や体格といったバリエーションの確保が難しいという課題がある．</a:t>
            </a:r>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Motion analysis technology using deep learning has been used in sports industry</a:t>
            </a:r>
            <a:r>
              <a:rPr kumimoji="1" lang="ja-JP" altLang="en-US" sz="1200"/>
              <a:t>　</a:t>
            </a:r>
            <a:r>
              <a:rPr kumimoji="1" lang="en-US" altLang="ja-JP" sz="1200"/>
              <a:t>but existing 3D pose estimation models designed for everyday scenes. There for estimation accuracy is low in sports like judo.</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altLang="ja-JP"/>
            </a:br>
            <a:r>
              <a:rPr lang="en-US" altLang="ja-JP" sz="1200" b="0" i="0" kern="1200">
                <a:solidFill>
                  <a:schemeClr val="tx1"/>
                </a:solidFill>
                <a:effectLst/>
                <a:latin typeface="+mn-lt"/>
                <a:ea typeface="+mn-ea"/>
                <a:cs typeface="+mn-cs"/>
              </a:rPr>
              <a:t>The dataset requires training data that matches images of people with the poses. It is difficult to accurately capture people's poses in the real world, and there are challenge of ensuring variations  people's gender and physique.</a:t>
            </a:r>
            <a:endParaRPr kumimoji="1" lang="en-US" altLang="ja-JP" sz="1200"/>
          </a:p>
          <a:p>
            <a:endParaRPr kumimoji="1" lang="en-US" altLang="ja-JP"/>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t>This study proposes a method to create a judo-specific dataset by using 3D models in a 3D virtual space</a:t>
            </a:r>
            <a:r>
              <a:rPr kumimoji="1" lang="en-US" altLang="ja-JP" b="0"/>
              <a:t>, enabling</a:t>
            </a:r>
            <a:r>
              <a:rPr kumimoji="1" lang="en-US" altLang="ja-JP"/>
              <a:t> the extension of </a:t>
            </a:r>
            <a:r>
              <a:rPr lang="en-US" altLang="ja-JP" sz="1200" b="0" i="0" kern="1200">
                <a:solidFill>
                  <a:schemeClr val="tx1"/>
                </a:solidFill>
                <a:effectLst/>
                <a:latin typeface="+mn-lt"/>
                <a:ea typeface="+mn-ea"/>
                <a:cs typeface="+mn-cs"/>
              </a:rPr>
              <a:t>people’s </a:t>
            </a:r>
            <a:r>
              <a:rPr kumimoji="1" lang="en-US" altLang="ja-JP"/>
              <a:t>from a single pose.</a:t>
            </a:r>
            <a:endParaRPr kumimoji="1" lang="ja-JP" altLang="en-US"/>
          </a:p>
        </p:txBody>
      </p:sp>
      <p:sp>
        <p:nvSpPr>
          <p:cNvPr id="4" name="スライド番号プレースホルダー 3">
            <a:extLst>
              <a:ext uri="{FF2B5EF4-FFF2-40B4-BE49-F238E27FC236}">
                <a16:creationId xmlns:a16="http://schemas.microsoft.com/office/drawing/2014/main" id="{EF8FF5C8-58B1-2FDD-182A-F5031B7B37D9}"/>
              </a:ext>
            </a:extLst>
          </p:cNvPr>
          <p:cNvSpPr>
            <a:spLocks noGrp="1"/>
          </p:cNvSpPr>
          <p:nvPr>
            <p:ph type="sldNum" sz="quarter" idx="5"/>
          </p:nvPr>
        </p:nvSpPr>
        <p:spPr/>
        <p:txBody>
          <a:bodyPr/>
          <a:lstStyle/>
          <a:p>
            <a:fld id="{66CECCAB-B8BF-44D0-8687-F9EB53B32FC9}" type="slidenum">
              <a:rPr lang="en-US" smtClean="0"/>
              <a:t>10</a:t>
            </a:fld>
            <a:endParaRPr lang="en-US"/>
          </a:p>
        </p:txBody>
      </p:sp>
    </p:spTree>
    <p:extLst>
      <p:ext uri="{BB962C8B-B14F-4D97-AF65-F5344CB8AC3E}">
        <p14:creationId xmlns:p14="http://schemas.microsoft.com/office/powerpoint/2010/main" val="2943004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C5AF2-ABF7-5FE6-85B8-C9681BF0C91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047B5F1-8FED-D3E8-8A60-5C427BB4FA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DF6F059-0641-76EF-CEEF-FCF0CDBCE55B}"/>
              </a:ext>
            </a:extLst>
          </p:cNvPr>
          <p:cNvSpPr>
            <a:spLocks noGrp="1"/>
          </p:cNvSpPr>
          <p:nvPr>
            <p:ph type="body" idx="1"/>
          </p:nvPr>
        </p:nvSpPr>
        <p:spPr/>
        <p:txBody>
          <a:bodyPr/>
          <a:lstStyle/>
          <a:p>
            <a:r>
              <a:rPr kumimoji="1" lang="ja-JP" altLang="en-US"/>
              <a:t>本研究では，</a:t>
            </a:r>
            <a:r>
              <a:rPr kumimoji="1" lang="en-US" altLang="ja-JP"/>
              <a:t>3D</a:t>
            </a:r>
            <a:r>
              <a:rPr kumimoji="1" lang="ja-JP" altLang="en-US"/>
              <a:t>仮想空間において柔道選手を模した</a:t>
            </a:r>
            <a:r>
              <a:rPr kumimoji="1" lang="en-US" altLang="ja-JP"/>
              <a:t>3D</a:t>
            </a:r>
            <a:r>
              <a:rPr kumimoji="1" lang="ja-JP" altLang="en-US"/>
              <a:t>モデルを用いて，柔道動作に対応したデータセットの作成を行う手法を提案する．</a:t>
            </a:r>
            <a:endParaRPr kumimoji="1" lang="en-US" altLang="ja-JP"/>
          </a:p>
          <a:p>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a:t>データセットには，人物が写る画像とその人物がどのようなポーズをとっているかを対応づけた学習データが必要である．実世界で人物のポーズを正確に取得することは困難であり，人物の性別や体格といったバリエーションの確保が難しいという課題がある．</a:t>
            </a:r>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20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Motion analysis technology using deep learning has been used in sports industry</a:t>
            </a:r>
            <a:r>
              <a:rPr kumimoji="1" lang="ja-JP" altLang="en-US" sz="1200"/>
              <a:t>　</a:t>
            </a:r>
            <a:r>
              <a:rPr kumimoji="1" lang="en-US" altLang="ja-JP" sz="1200"/>
              <a:t>but existing 3D pose estimation models designed for everyday scenes. There for estimation accuracy is low in sports like judo.</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altLang="ja-JP"/>
            </a:br>
            <a:r>
              <a:rPr lang="en-US" altLang="ja-JP" sz="1200" b="0" i="0" kern="1200">
                <a:solidFill>
                  <a:schemeClr val="tx1"/>
                </a:solidFill>
                <a:effectLst/>
                <a:latin typeface="+mn-lt"/>
                <a:ea typeface="+mn-ea"/>
                <a:cs typeface="+mn-cs"/>
              </a:rPr>
              <a:t>The dataset requires training data that matches images of people with the poses. It is difficult to accurately capture people's poses in the real world, and there are challenge of ensuring variations  people's gender and physique.</a:t>
            </a:r>
            <a:endParaRPr kumimoji="1" lang="en-US" altLang="ja-JP" sz="1200"/>
          </a:p>
          <a:p>
            <a:endParaRPr kumimoji="1" lang="en-US" altLang="ja-JP"/>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t>This study proposes a method to create a judo-specific dataset by using 3D models in a 3D virtual space</a:t>
            </a:r>
            <a:r>
              <a:rPr kumimoji="1" lang="en-US" altLang="ja-JP" b="0"/>
              <a:t>, enabling</a:t>
            </a:r>
            <a:r>
              <a:rPr kumimoji="1" lang="en-US" altLang="ja-JP"/>
              <a:t> the extension of </a:t>
            </a:r>
            <a:r>
              <a:rPr lang="en-US" altLang="ja-JP" sz="1200" b="0" i="0" kern="1200">
                <a:solidFill>
                  <a:schemeClr val="tx1"/>
                </a:solidFill>
                <a:effectLst/>
                <a:latin typeface="+mn-lt"/>
                <a:ea typeface="+mn-ea"/>
                <a:cs typeface="+mn-cs"/>
              </a:rPr>
              <a:t>people’s </a:t>
            </a:r>
            <a:r>
              <a:rPr kumimoji="1" lang="en-US" altLang="ja-JP"/>
              <a:t>from a single pose.</a:t>
            </a:r>
            <a:endParaRPr kumimoji="1" lang="ja-JP" altLang="en-US"/>
          </a:p>
        </p:txBody>
      </p:sp>
      <p:sp>
        <p:nvSpPr>
          <p:cNvPr id="4" name="スライド番号プレースホルダー 3">
            <a:extLst>
              <a:ext uri="{FF2B5EF4-FFF2-40B4-BE49-F238E27FC236}">
                <a16:creationId xmlns:a16="http://schemas.microsoft.com/office/drawing/2014/main" id="{DE076797-3F16-6A73-B520-55A56A4F4373}"/>
              </a:ext>
            </a:extLst>
          </p:cNvPr>
          <p:cNvSpPr>
            <a:spLocks noGrp="1"/>
          </p:cNvSpPr>
          <p:nvPr>
            <p:ph type="sldNum" sz="quarter" idx="5"/>
          </p:nvPr>
        </p:nvSpPr>
        <p:spPr/>
        <p:txBody>
          <a:bodyPr/>
          <a:lstStyle/>
          <a:p>
            <a:fld id="{66CECCAB-B8BF-44D0-8687-F9EB53B32FC9}" type="slidenum">
              <a:rPr lang="en-US" smtClean="0"/>
              <a:t>11</a:t>
            </a:fld>
            <a:endParaRPr lang="en-US"/>
          </a:p>
        </p:txBody>
      </p:sp>
    </p:spTree>
    <p:extLst>
      <p:ext uri="{BB962C8B-B14F-4D97-AF65-F5344CB8AC3E}">
        <p14:creationId xmlns:p14="http://schemas.microsoft.com/office/powerpoint/2010/main" val="22676055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517B5-E745-403C-A81E-DC7A81DAFEE1}"/>
              </a:ext>
            </a:extLst>
          </p:cNvPr>
          <p:cNvSpPr>
            <a:spLocks noGrp="1"/>
          </p:cNvSpPr>
          <p:nvPr>
            <p:ph type="ctrTitle"/>
          </p:nvPr>
        </p:nvSpPr>
        <p:spPr>
          <a:xfrm>
            <a:off x="381000" y="1582886"/>
            <a:ext cx="11430000" cy="2387600"/>
          </a:xfrm>
        </p:spPr>
        <p:txBody>
          <a:bodyPr anchor="b">
            <a:normAutofit/>
          </a:bodyPr>
          <a:lstStyle>
            <a:lvl1pPr algn="ctr">
              <a:defRPr sz="5400"/>
            </a:lvl1pPr>
          </a:lstStyle>
          <a:p>
            <a:r>
              <a:rPr lang="en-US"/>
              <a:t>Click to edit Master title style</a:t>
            </a:r>
          </a:p>
        </p:txBody>
      </p:sp>
      <p:sp>
        <p:nvSpPr>
          <p:cNvPr id="3" name="Subtitle 2">
            <a:extLst>
              <a:ext uri="{FF2B5EF4-FFF2-40B4-BE49-F238E27FC236}">
                <a16:creationId xmlns:a16="http://schemas.microsoft.com/office/drawing/2014/main" id="{093FFDF0-4360-4670-91D6-6E96E3810D98}"/>
              </a:ext>
            </a:extLst>
          </p:cNvPr>
          <p:cNvSpPr>
            <a:spLocks noGrp="1"/>
          </p:cNvSpPr>
          <p:nvPr>
            <p:ph type="subTitle" idx="1"/>
          </p:nvPr>
        </p:nvSpPr>
        <p:spPr>
          <a:xfrm>
            <a:off x="381000" y="4090049"/>
            <a:ext cx="11430000" cy="1097280"/>
          </a:xfrm>
        </p:spPr>
        <p:txBody>
          <a:bodyPr>
            <a:normAutofit/>
          </a:bodyPr>
          <a:lstStyle>
            <a:lvl1pPr marL="0" indent="0" algn="ctr">
              <a:buNone/>
              <a:defRPr sz="2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619AFC8-F24F-4D0C-B975-A44E8EC86B2B}"/>
              </a:ext>
            </a:extLst>
          </p:cNvPr>
          <p:cNvSpPr>
            <a:spLocks noGrp="1"/>
          </p:cNvSpPr>
          <p:nvPr>
            <p:ph type="dt" sz="half" idx="10"/>
          </p:nvPr>
        </p:nvSpPr>
        <p:spPr/>
        <p:txBody>
          <a:bodyPr/>
          <a:lstStyle/>
          <a:p>
            <a:r>
              <a:rPr lang="en-US"/>
              <a:t>2022/2/2</a:t>
            </a:r>
          </a:p>
        </p:txBody>
      </p:sp>
      <p:sp>
        <p:nvSpPr>
          <p:cNvPr id="5" name="Footer Placeholder 4">
            <a:extLst>
              <a:ext uri="{FF2B5EF4-FFF2-40B4-BE49-F238E27FC236}">
                <a16:creationId xmlns:a16="http://schemas.microsoft.com/office/drawing/2014/main" id="{7AB59C4E-7348-4813-AADC-FA8A4D1486EC}"/>
              </a:ext>
            </a:extLst>
          </p:cNvPr>
          <p:cNvSpPr>
            <a:spLocks noGrp="1"/>
          </p:cNvSpPr>
          <p:nvPr>
            <p:ph type="ftr" sz="quarter" idx="11"/>
          </p:nvPr>
        </p:nvSpPr>
        <p:spPr/>
        <p:txBody>
          <a:bodyPr/>
          <a:lstStyle/>
          <a:p>
            <a:r>
              <a:rPr lang="zh-TW" altLang="en-US"/>
              <a:t>電子制御工学科 卒業研究発表 </a:t>
            </a:r>
            <a:r>
              <a:rPr lang="en-US" altLang="zh-TW"/>
              <a:t>B-0</a:t>
            </a:r>
            <a:endParaRPr lang="en-US"/>
          </a:p>
        </p:txBody>
      </p:sp>
      <p:sp>
        <p:nvSpPr>
          <p:cNvPr id="6" name="Slide Number Placeholder 5">
            <a:extLst>
              <a:ext uri="{FF2B5EF4-FFF2-40B4-BE49-F238E27FC236}">
                <a16:creationId xmlns:a16="http://schemas.microsoft.com/office/drawing/2014/main" id="{05C0982F-AE8B-48F3-9C42-7FAA729E4923}"/>
              </a:ext>
            </a:extLst>
          </p:cNvPr>
          <p:cNvSpPr>
            <a:spLocks noGrp="1"/>
          </p:cNvSpPr>
          <p:nvPr>
            <p:ph type="sldNum" sz="quarter" idx="12"/>
          </p:nvPr>
        </p:nvSpPr>
        <p:spPr/>
        <p:txBody>
          <a:bodyPr/>
          <a:lstStyle/>
          <a:p>
            <a:fld id="{465F6A33-8929-41AA-8A25-00E3AA79F1EE}" type="slidenum">
              <a:rPr lang="en-US" smtClean="0"/>
              <a:t>‹#›</a:t>
            </a:fld>
            <a:endParaRPr lang="en-US"/>
          </a:p>
        </p:txBody>
      </p:sp>
    </p:spTree>
    <p:extLst>
      <p:ext uri="{BB962C8B-B14F-4D97-AF65-F5344CB8AC3E}">
        <p14:creationId xmlns:p14="http://schemas.microsoft.com/office/powerpoint/2010/main" val="4066627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A46364-DCD0-4250-8A7F-E750FE0A11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47C357-6372-41C1-906C-9CAB252E961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33E2A7-94B0-4E29-9040-8B08783FAD6D}"/>
              </a:ext>
            </a:extLst>
          </p:cNvPr>
          <p:cNvSpPr>
            <a:spLocks noGrp="1"/>
          </p:cNvSpPr>
          <p:nvPr>
            <p:ph type="dt" sz="half" idx="10"/>
          </p:nvPr>
        </p:nvSpPr>
        <p:spPr/>
        <p:txBody>
          <a:bodyPr/>
          <a:lstStyle/>
          <a:p>
            <a:r>
              <a:rPr lang="en-US"/>
              <a:t>2022/2/2</a:t>
            </a:r>
          </a:p>
        </p:txBody>
      </p:sp>
      <p:sp>
        <p:nvSpPr>
          <p:cNvPr id="5" name="Footer Placeholder 4">
            <a:extLst>
              <a:ext uri="{FF2B5EF4-FFF2-40B4-BE49-F238E27FC236}">
                <a16:creationId xmlns:a16="http://schemas.microsoft.com/office/drawing/2014/main" id="{49ADF9C4-902D-46EF-820A-3E13EB5A0DDF}"/>
              </a:ext>
            </a:extLst>
          </p:cNvPr>
          <p:cNvSpPr>
            <a:spLocks noGrp="1"/>
          </p:cNvSpPr>
          <p:nvPr>
            <p:ph type="ftr" sz="quarter" idx="11"/>
          </p:nvPr>
        </p:nvSpPr>
        <p:spPr/>
        <p:txBody>
          <a:bodyPr/>
          <a:lstStyle/>
          <a:p>
            <a:r>
              <a:rPr lang="zh-TW" altLang="en-US"/>
              <a:t>電子制御工学科 卒業研究発表 </a:t>
            </a:r>
            <a:r>
              <a:rPr lang="en-US" altLang="zh-TW"/>
              <a:t>B-0</a:t>
            </a:r>
            <a:endParaRPr lang="en-US"/>
          </a:p>
        </p:txBody>
      </p:sp>
      <p:sp>
        <p:nvSpPr>
          <p:cNvPr id="6" name="Slide Number Placeholder 5">
            <a:extLst>
              <a:ext uri="{FF2B5EF4-FFF2-40B4-BE49-F238E27FC236}">
                <a16:creationId xmlns:a16="http://schemas.microsoft.com/office/drawing/2014/main" id="{215D7F3C-7375-40C4-968D-67E0D1B787F1}"/>
              </a:ext>
            </a:extLst>
          </p:cNvPr>
          <p:cNvSpPr>
            <a:spLocks noGrp="1"/>
          </p:cNvSpPr>
          <p:nvPr>
            <p:ph type="sldNum" sz="quarter" idx="12"/>
          </p:nvPr>
        </p:nvSpPr>
        <p:spPr/>
        <p:txBody>
          <a:bodyPr/>
          <a:lstStyle/>
          <a:p>
            <a:fld id="{465F6A33-8929-41AA-8A25-00E3AA79F1EE}" type="slidenum">
              <a:rPr lang="en-US" smtClean="0"/>
              <a:t>‹#›</a:t>
            </a:fld>
            <a:endParaRPr lang="en-US"/>
          </a:p>
        </p:txBody>
      </p:sp>
      <p:cxnSp>
        <p:nvCxnSpPr>
          <p:cNvPr id="10" name="Straight Connector 9">
            <a:extLst>
              <a:ext uri="{FF2B5EF4-FFF2-40B4-BE49-F238E27FC236}">
                <a16:creationId xmlns:a16="http://schemas.microsoft.com/office/drawing/2014/main" id="{435093DD-376A-404C-8AE6-507AB6F738F8}"/>
              </a:ext>
            </a:extLst>
          </p:cNvPr>
          <p:cNvCxnSpPr>
            <a:cxnSpLocks/>
          </p:cNvCxnSpPr>
          <p:nvPr userDrawn="1"/>
        </p:nvCxnSpPr>
        <p:spPr>
          <a:xfrm>
            <a:off x="381000" y="1184990"/>
            <a:ext cx="11430000"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6662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2F58244-A5E0-4273-995C-75CE0C07ED94}"/>
              </a:ext>
            </a:extLst>
          </p:cNvPr>
          <p:cNvSpPr>
            <a:spLocks noGrp="1"/>
          </p:cNvSpPr>
          <p:nvPr>
            <p:ph type="dt" sz="half" idx="10"/>
          </p:nvPr>
        </p:nvSpPr>
        <p:spPr/>
        <p:txBody>
          <a:bodyPr/>
          <a:lstStyle/>
          <a:p>
            <a:r>
              <a:rPr lang="en-US"/>
              <a:t>2022/2/2</a:t>
            </a:r>
          </a:p>
        </p:txBody>
      </p:sp>
      <p:sp>
        <p:nvSpPr>
          <p:cNvPr id="3" name="Footer Placeholder 2">
            <a:extLst>
              <a:ext uri="{FF2B5EF4-FFF2-40B4-BE49-F238E27FC236}">
                <a16:creationId xmlns:a16="http://schemas.microsoft.com/office/drawing/2014/main" id="{B8A61F9C-4731-41F1-9A0D-475B501062AF}"/>
              </a:ext>
            </a:extLst>
          </p:cNvPr>
          <p:cNvSpPr>
            <a:spLocks noGrp="1"/>
          </p:cNvSpPr>
          <p:nvPr>
            <p:ph type="ftr" sz="quarter" idx="11"/>
          </p:nvPr>
        </p:nvSpPr>
        <p:spPr/>
        <p:txBody>
          <a:bodyPr/>
          <a:lstStyle/>
          <a:p>
            <a:r>
              <a:rPr lang="zh-TW" altLang="en-US"/>
              <a:t>電子制御工学科 卒業研究発表 </a:t>
            </a:r>
            <a:r>
              <a:rPr lang="en-US" altLang="zh-TW"/>
              <a:t>B-0</a:t>
            </a:r>
            <a:endParaRPr lang="en-US"/>
          </a:p>
        </p:txBody>
      </p:sp>
      <p:sp>
        <p:nvSpPr>
          <p:cNvPr id="4" name="Slide Number Placeholder 3">
            <a:extLst>
              <a:ext uri="{FF2B5EF4-FFF2-40B4-BE49-F238E27FC236}">
                <a16:creationId xmlns:a16="http://schemas.microsoft.com/office/drawing/2014/main" id="{215B7A6E-1AAC-4091-BFF0-33DE352CFA47}"/>
              </a:ext>
            </a:extLst>
          </p:cNvPr>
          <p:cNvSpPr>
            <a:spLocks noGrp="1"/>
          </p:cNvSpPr>
          <p:nvPr>
            <p:ph type="sldNum" sz="quarter" idx="12"/>
          </p:nvPr>
        </p:nvSpPr>
        <p:spPr/>
        <p:txBody>
          <a:bodyPr/>
          <a:lstStyle/>
          <a:p>
            <a:fld id="{465F6A33-8929-41AA-8A25-00E3AA79F1EE}" type="slidenum">
              <a:rPr lang="en-US" smtClean="0"/>
              <a:t>‹#›</a:t>
            </a:fld>
            <a:endParaRPr lang="en-US"/>
          </a:p>
        </p:txBody>
      </p:sp>
    </p:spTree>
    <p:extLst>
      <p:ext uri="{BB962C8B-B14F-4D97-AF65-F5344CB8AC3E}">
        <p14:creationId xmlns:p14="http://schemas.microsoft.com/office/powerpoint/2010/main" val="243419988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8BEB463-F310-470B-93F4-0BF45A4C2A44}"/>
              </a:ext>
            </a:extLst>
          </p:cNvPr>
          <p:cNvSpPr/>
          <p:nvPr userDrawn="1"/>
        </p:nvSpPr>
        <p:spPr>
          <a:xfrm>
            <a:off x="1" y="6400800"/>
            <a:ext cx="12192000" cy="457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ja-JP" altLang="en-US"/>
          </a:p>
        </p:txBody>
      </p:sp>
      <p:sp>
        <p:nvSpPr>
          <p:cNvPr id="8" name="Rectangle 7">
            <a:extLst>
              <a:ext uri="{FF2B5EF4-FFF2-40B4-BE49-F238E27FC236}">
                <a16:creationId xmlns:a16="http://schemas.microsoft.com/office/drawing/2014/main" id="{BF7F69EA-30F6-41D4-9283-D6FDDB055AD0}"/>
              </a:ext>
            </a:extLst>
          </p:cNvPr>
          <p:cNvSpPr/>
          <p:nvPr userDrawn="1"/>
        </p:nvSpPr>
        <p:spPr>
          <a:xfrm>
            <a:off x="0" y="6334316"/>
            <a:ext cx="12192001" cy="6599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ja-JP" altLang="en-US"/>
          </a:p>
        </p:txBody>
      </p:sp>
      <p:sp>
        <p:nvSpPr>
          <p:cNvPr id="2" name="Title Placeholder 1">
            <a:extLst>
              <a:ext uri="{FF2B5EF4-FFF2-40B4-BE49-F238E27FC236}">
                <a16:creationId xmlns:a16="http://schemas.microsoft.com/office/drawing/2014/main" id="{E246F3BB-5894-4878-B5EE-D47216F22D0B}"/>
              </a:ext>
            </a:extLst>
          </p:cNvPr>
          <p:cNvSpPr>
            <a:spLocks noGrp="1"/>
          </p:cNvSpPr>
          <p:nvPr>
            <p:ph type="title"/>
          </p:nvPr>
        </p:nvSpPr>
        <p:spPr>
          <a:xfrm>
            <a:off x="381000" y="179150"/>
            <a:ext cx="11430000" cy="1005840"/>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8CD3CD5E-CD44-4996-811B-5703AA43728B}"/>
              </a:ext>
            </a:extLst>
          </p:cNvPr>
          <p:cNvSpPr>
            <a:spLocks noGrp="1"/>
          </p:cNvSpPr>
          <p:nvPr>
            <p:ph type="body" idx="1"/>
          </p:nvPr>
        </p:nvSpPr>
        <p:spPr>
          <a:xfrm>
            <a:off x="381000" y="1375279"/>
            <a:ext cx="11430000" cy="484632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C41580-3E1A-4ED8-9D31-413ABD6A12E5}"/>
              </a:ext>
            </a:extLst>
          </p:cNvPr>
          <p:cNvSpPr>
            <a:spLocks noGrp="1"/>
          </p:cNvSpPr>
          <p:nvPr>
            <p:ph type="dt" sz="half" idx="2"/>
          </p:nvPr>
        </p:nvSpPr>
        <p:spPr>
          <a:xfrm>
            <a:off x="838200" y="6449338"/>
            <a:ext cx="2743200" cy="365125"/>
          </a:xfrm>
          <a:prstGeom prst="rect">
            <a:avLst/>
          </a:prstGeom>
        </p:spPr>
        <p:txBody>
          <a:bodyPr vert="horz" lIns="91440" tIns="45720" rIns="91440" bIns="45720" rtlCol="0" anchor="ctr"/>
          <a:lstStyle>
            <a:lvl1pPr algn="l">
              <a:defRPr sz="1200">
                <a:solidFill>
                  <a:schemeClr val="bg1"/>
                </a:solidFill>
              </a:defRPr>
            </a:lvl1pPr>
          </a:lstStyle>
          <a:p>
            <a:r>
              <a:rPr lang="en-US"/>
              <a:t>2022/2/2</a:t>
            </a:r>
          </a:p>
        </p:txBody>
      </p:sp>
      <p:sp>
        <p:nvSpPr>
          <p:cNvPr id="5" name="Footer Placeholder 4">
            <a:extLst>
              <a:ext uri="{FF2B5EF4-FFF2-40B4-BE49-F238E27FC236}">
                <a16:creationId xmlns:a16="http://schemas.microsoft.com/office/drawing/2014/main" id="{9FB587FC-8039-41F7-855C-D3E8F1B676D8}"/>
              </a:ext>
            </a:extLst>
          </p:cNvPr>
          <p:cNvSpPr>
            <a:spLocks noGrp="1"/>
          </p:cNvSpPr>
          <p:nvPr>
            <p:ph type="ftr" sz="quarter" idx="3"/>
          </p:nvPr>
        </p:nvSpPr>
        <p:spPr>
          <a:xfrm>
            <a:off x="4038600" y="6449338"/>
            <a:ext cx="4114800" cy="365125"/>
          </a:xfrm>
          <a:prstGeom prst="rect">
            <a:avLst/>
          </a:prstGeom>
        </p:spPr>
        <p:txBody>
          <a:bodyPr vert="horz" lIns="91440" tIns="45720" rIns="91440" bIns="45720" rtlCol="0" anchor="ctr"/>
          <a:lstStyle>
            <a:lvl1pPr algn="ctr">
              <a:defRPr sz="1200">
                <a:solidFill>
                  <a:schemeClr val="bg1"/>
                </a:solidFill>
              </a:defRPr>
            </a:lvl1pPr>
          </a:lstStyle>
          <a:p>
            <a:r>
              <a:rPr lang="zh-TW" altLang="en-US"/>
              <a:t>電子制御工学科 卒業研究発表 </a:t>
            </a:r>
            <a:r>
              <a:rPr lang="en-US" altLang="zh-TW"/>
              <a:t>B-0</a:t>
            </a:r>
            <a:endParaRPr lang="en-US"/>
          </a:p>
        </p:txBody>
      </p:sp>
      <p:sp>
        <p:nvSpPr>
          <p:cNvPr id="6" name="Slide Number Placeholder 5">
            <a:extLst>
              <a:ext uri="{FF2B5EF4-FFF2-40B4-BE49-F238E27FC236}">
                <a16:creationId xmlns:a16="http://schemas.microsoft.com/office/drawing/2014/main" id="{1A2568EF-5F67-4978-A93D-F45404C65A7C}"/>
              </a:ext>
            </a:extLst>
          </p:cNvPr>
          <p:cNvSpPr>
            <a:spLocks noGrp="1"/>
          </p:cNvSpPr>
          <p:nvPr>
            <p:ph type="sldNum" sz="quarter" idx="4"/>
          </p:nvPr>
        </p:nvSpPr>
        <p:spPr>
          <a:xfrm>
            <a:off x="8610600" y="6449338"/>
            <a:ext cx="2743200" cy="365125"/>
          </a:xfrm>
          <a:prstGeom prst="rect">
            <a:avLst/>
          </a:prstGeom>
        </p:spPr>
        <p:txBody>
          <a:bodyPr vert="horz" lIns="91440" tIns="45720" rIns="91440" bIns="45720" rtlCol="0" anchor="ctr"/>
          <a:lstStyle>
            <a:lvl1pPr algn="r">
              <a:defRPr sz="1200">
                <a:solidFill>
                  <a:schemeClr val="bg1"/>
                </a:solidFill>
              </a:defRPr>
            </a:lvl1pPr>
          </a:lstStyle>
          <a:p>
            <a:fld id="{465F6A33-8929-41AA-8A25-00E3AA79F1EE}" type="slidenum">
              <a:rPr lang="en-US" smtClean="0"/>
              <a:pPr/>
              <a:t>‹#›</a:t>
            </a:fld>
            <a:endParaRPr lang="en-US"/>
          </a:p>
        </p:txBody>
      </p:sp>
    </p:spTree>
    <p:extLst>
      <p:ext uri="{BB962C8B-B14F-4D97-AF65-F5344CB8AC3E}">
        <p14:creationId xmlns:p14="http://schemas.microsoft.com/office/powerpoint/2010/main" val="18259288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5" r:id="rId3"/>
  </p:sldLayoutIdLst>
  <p:hf hdr="0"/>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0" indent="0" algn="l" defTabSz="914400" rtl="0" eaLnBrk="1" latinLnBrk="0" hangingPunct="1">
        <a:lnSpc>
          <a:spcPct val="110000"/>
        </a:lnSpc>
        <a:spcBef>
          <a:spcPts val="1000"/>
        </a:spcBef>
        <a:buFont typeface="Arial" panose="020B0604020202020204" pitchFamily="34" charset="0"/>
        <a:buNone/>
        <a:defRPr sz="24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jpeg"/><Relationship Id="rId4" Type="http://schemas.openxmlformats.org/officeDocument/2006/relationships/image" Target="../media/image3.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73128-5879-449C-B673-023262E2C42B}"/>
              </a:ext>
            </a:extLst>
          </p:cNvPr>
          <p:cNvSpPr>
            <a:spLocks noGrp="1"/>
          </p:cNvSpPr>
          <p:nvPr>
            <p:ph type="ctrTitle"/>
          </p:nvPr>
        </p:nvSpPr>
        <p:spPr>
          <a:xfrm>
            <a:off x="666457" y="1041400"/>
            <a:ext cx="10859086" cy="2387600"/>
          </a:xfrm>
        </p:spPr>
        <p:txBody>
          <a:bodyPr>
            <a:normAutofit/>
          </a:bodyPr>
          <a:lstStyle/>
          <a:p>
            <a:br>
              <a:rPr lang="en-US" altLang="ja-JP" sz="4400"/>
            </a:br>
            <a:r>
              <a:rPr kumimoji="1" lang="ja-JP" altLang="en-US" sz="3600"/>
              <a:t>スポーツの姿勢推定のための</a:t>
            </a:r>
            <a:br>
              <a:rPr kumimoji="1" lang="en-US" altLang="ja-JP" sz="3600"/>
            </a:br>
            <a:r>
              <a:rPr kumimoji="1" lang="ja-JP" altLang="en-US" sz="3600"/>
              <a:t>人体モデル拡張と追加学習</a:t>
            </a:r>
            <a:endParaRPr lang="en-US" sz="4400"/>
          </a:p>
        </p:txBody>
      </p:sp>
      <p:sp>
        <p:nvSpPr>
          <p:cNvPr id="3" name="Subtitle 2">
            <a:extLst>
              <a:ext uri="{FF2B5EF4-FFF2-40B4-BE49-F238E27FC236}">
                <a16:creationId xmlns:a16="http://schemas.microsoft.com/office/drawing/2014/main" id="{69C65799-1058-4F6E-ADC4-0E217393E526}"/>
              </a:ext>
            </a:extLst>
          </p:cNvPr>
          <p:cNvSpPr>
            <a:spLocks noGrp="1"/>
          </p:cNvSpPr>
          <p:nvPr>
            <p:ph type="subTitle" idx="1"/>
          </p:nvPr>
        </p:nvSpPr>
        <p:spPr>
          <a:xfrm>
            <a:off x="381000" y="3557298"/>
            <a:ext cx="11430000" cy="1097280"/>
          </a:xfrm>
        </p:spPr>
        <p:txBody>
          <a:bodyPr/>
          <a:lstStyle/>
          <a:p>
            <a:r>
              <a:rPr lang="ja-JP" altLang="en-US"/>
              <a:t>　</a:t>
            </a:r>
            <a:r>
              <a:rPr lang="en-US" altLang="ja-JP"/>
              <a:t> </a:t>
            </a:r>
            <a:r>
              <a:rPr lang="ja-JP" altLang="en-US"/>
              <a:t>長岡工業高等専門学校　視覚情報処理研究室　野口凜人</a:t>
            </a:r>
            <a:endParaRPr lang="en-US"/>
          </a:p>
        </p:txBody>
      </p:sp>
      <p:sp>
        <p:nvSpPr>
          <p:cNvPr id="4" name="Date Placeholder 3">
            <a:extLst>
              <a:ext uri="{FF2B5EF4-FFF2-40B4-BE49-F238E27FC236}">
                <a16:creationId xmlns:a16="http://schemas.microsoft.com/office/drawing/2014/main" id="{9E517A19-D6AC-4410-95AD-6AB703636F6A}"/>
              </a:ext>
            </a:extLst>
          </p:cNvPr>
          <p:cNvSpPr>
            <a:spLocks noGrp="1"/>
          </p:cNvSpPr>
          <p:nvPr>
            <p:ph type="dt" sz="half" idx="10"/>
          </p:nvPr>
        </p:nvSpPr>
        <p:spPr/>
        <p:txBody>
          <a:bodyPr/>
          <a:lstStyle/>
          <a:p>
            <a:r>
              <a:rPr lang="en-US"/>
              <a:t>2026/9/24</a:t>
            </a:r>
          </a:p>
        </p:txBody>
      </p:sp>
      <p:sp>
        <p:nvSpPr>
          <p:cNvPr id="5" name="Footer Placeholder 4">
            <a:extLst>
              <a:ext uri="{FF2B5EF4-FFF2-40B4-BE49-F238E27FC236}">
                <a16:creationId xmlns:a16="http://schemas.microsoft.com/office/drawing/2014/main" id="{88920050-2E2D-4E56-80AB-39A6BC114275}"/>
              </a:ext>
            </a:extLst>
          </p:cNvPr>
          <p:cNvSpPr>
            <a:spLocks noGrp="1"/>
          </p:cNvSpPr>
          <p:nvPr>
            <p:ph type="ftr" sz="quarter" idx="11"/>
          </p:nvPr>
        </p:nvSpPr>
        <p:spPr/>
        <p:txBody>
          <a:bodyPr/>
          <a:lstStyle/>
          <a:p>
            <a:r>
              <a:rPr lang="en-US"/>
              <a:t>A-14-02</a:t>
            </a:r>
          </a:p>
        </p:txBody>
      </p:sp>
      <p:sp>
        <p:nvSpPr>
          <p:cNvPr id="6" name="Slide Number Placeholder 5">
            <a:extLst>
              <a:ext uri="{FF2B5EF4-FFF2-40B4-BE49-F238E27FC236}">
                <a16:creationId xmlns:a16="http://schemas.microsoft.com/office/drawing/2014/main" id="{B11F6BF4-AE6B-4046-B909-8EDB70C1E760}"/>
              </a:ext>
            </a:extLst>
          </p:cNvPr>
          <p:cNvSpPr>
            <a:spLocks noGrp="1"/>
          </p:cNvSpPr>
          <p:nvPr>
            <p:ph type="sldNum" sz="quarter" idx="12"/>
          </p:nvPr>
        </p:nvSpPr>
        <p:spPr/>
        <p:txBody>
          <a:bodyPr/>
          <a:lstStyle/>
          <a:p>
            <a:fld id="{465F6A33-8929-41AA-8A25-00E3AA79F1EE}" type="slidenum">
              <a:rPr lang="en-US" smtClean="0"/>
              <a:t>1</a:t>
            </a:fld>
            <a:endParaRPr lang="en-US"/>
          </a:p>
        </p:txBody>
      </p:sp>
    </p:spTree>
    <p:extLst>
      <p:ext uri="{BB962C8B-B14F-4D97-AF65-F5344CB8AC3E}">
        <p14:creationId xmlns:p14="http://schemas.microsoft.com/office/powerpoint/2010/main" val="40395119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EE71F-CDF7-094B-23C2-38F9CE0286AC}"/>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14A95FE9-F388-A9E7-F886-050CDF5DD081}"/>
              </a:ext>
            </a:extLst>
          </p:cNvPr>
          <p:cNvSpPr>
            <a:spLocks noGrp="1"/>
          </p:cNvSpPr>
          <p:nvPr>
            <p:ph type="sldNum" sz="quarter" idx="12"/>
          </p:nvPr>
        </p:nvSpPr>
        <p:spPr/>
        <p:txBody>
          <a:bodyPr/>
          <a:lstStyle/>
          <a:p>
            <a:fld id="{465F6A33-8929-41AA-8A25-00E3AA79F1EE}" type="slidenum">
              <a:rPr lang="en-US" smtClean="0"/>
              <a:t>2</a:t>
            </a:fld>
            <a:endParaRPr lang="en-US"/>
          </a:p>
        </p:txBody>
      </p:sp>
      <p:sp>
        <p:nvSpPr>
          <p:cNvPr id="11" name="テキスト ボックス 10">
            <a:extLst>
              <a:ext uri="{FF2B5EF4-FFF2-40B4-BE49-F238E27FC236}">
                <a16:creationId xmlns:a16="http://schemas.microsoft.com/office/drawing/2014/main" id="{B171C714-A3D1-7EBD-3E35-C3D40A04CFCC}"/>
              </a:ext>
            </a:extLst>
          </p:cNvPr>
          <p:cNvSpPr txBox="1"/>
          <p:nvPr/>
        </p:nvSpPr>
        <p:spPr>
          <a:xfrm>
            <a:off x="277091" y="258618"/>
            <a:ext cx="6465454" cy="646331"/>
          </a:xfrm>
          <a:prstGeom prst="rect">
            <a:avLst/>
          </a:prstGeom>
          <a:noFill/>
        </p:spPr>
        <p:txBody>
          <a:bodyPr wrap="square" rtlCol="0">
            <a:spAutoFit/>
          </a:bodyPr>
          <a:lstStyle/>
          <a:p>
            <a:r>
              <a:rPr kumimoji="1" lang="ja-JP" altLang="en-US" sz="3600"/>
              <a:t>背景</a:t>
            </a:r>
          </a:p>
        </p:txBody>
      </p:sp>
      <p:cxnSp>
        <p:nvCxnSpPr>
          <p:cNvPr id="10" name="直線コネクタ 9">
            <a:extLst>
              <a:ext uri="{FF2B5EF4-FFF2-40B4-BE49-F238E27FC236}">
                <a16:creationId xmlns:a16="http://schemas.microsoft.com/office/drawing/2014/main" id="{8A36B44A-39B8-6017-A578-58F85CFFA95D}"/>
              </a:ext>
            </a:extLst>
          </p:cNvPr>
          <p:cNvCxnSpPr/>
          <p:nvPr/>
        </p:nvCxnSpPr>
        <p:spPr>
          <a:xfrm>
            <a:off x="277090" y="904949"/>
            <a:ext cx="1152065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7" name="グループ化 6">
            <a:extLst>
              <a:ext uri="{FF2B5EF4-FFF2-40B4-BE49-F238E27FC236}">
                <a16:creationId xmlns:a16="http://schemas.microsoft.com/office/drawing/2014/main" id="{662D2841-6813-C8EA-2B89-08C07FD60042}"/>
              </a:ext>
            </a:extLst>
          </p:cNvPr>
          <p:cNvGrpSpPr/>
          <p:nvPr/>
        </p:nvGrpSpPr>
        <p:grpSpPr>
          <a:xfrm>
            <a:off x="8777879" y="3954279"/>
            <a:ext cx="2854826" cy="2379439"/>
            <a:chOff x="7320023" y="3938658"/>
            <a:chExt cx="2854826" cy="2379439"/>
          </a:xfrm>
        </p:grpSpPr>
        <p:sp>
          <p:nvSpPr>
            <p:cNvPr id="20" name="テキスト ボックス 19">
              <a:extLst>
                <a:ext uri="{FF2B5EF4-FFF2-40B4-BE49-F238E27FC236}">
                  <a16:creationId xmlns:a16="http://schemas.microsoft.com/office/drawing/2014/main" id="{7F7F6181-C643-AAAF-AEC8-E15A70BD9755}"/>
                </a:ext>
              </a:extLst>
            </p:cNvPr>
            <p:cNvSpPr txBox="1"/>
            <p:nvPr/>
          </p:nvSpPr>
          <p:spPr>
            <a:xfrm>
              <a:off x="9062905" y="5979543"/>
              <a:ext cx="1042835" cy="338554"/>
            </a:xfrm>
            <a:prstGeom prst="rect">
              <a:avLst/>
            </a:prstGeom>
            <a:noFill/>
          </p:spPr>
          <p:txBody>
            <a:bodyPr vert="horz" wrap="square" rtlCol="0">
              <a:spAutoFit/>
            </a:bodyPr>
            <a:lstStyle/>
            <a:p>
              <a:r>
                <a:rPr lang="ja-JP" altLang="en-US" sz="1600"/>
                <a:t>ポーズ</a:t>
              </a:r>
              <a:endParaRPr lang="en-US" altLang="ja-JP" sz="1600"/>
            </a:p>
          </p:txBody>
        </p:sp>
        <p:grpSp>
          <p:nvGrpSpPr>
            <p:cNvPr id="39" name="グループ化 38">
              <a:extLst>
                <a:ext uri="{FF2B5EF4-FFF2-40B4-BE49-F238E27FC236}">
                  <a16:creationId xmlns:a16="http://schemas.microsoft.com/office/drawing/2014/main" id="{EC2BACAF-0DCD-599C-5DD4-CD009F160B6F}"/>
                </a:ext>
              </a:extLst>
            </p:cNvPr>
            <p:cNvGrpSpPr/>
            <p:nvPr/>
          </p:nvGrpSpPr>
          <p:grpSpPr>
            <a:xfrm>
              <a:off x="7320023" y="4479883"/>
              <a:ext cx="1177959" cy="1838214"/>
              <a:chOff x="3971207" y="3027073"/>
              <a:chExt cx="1363763" cy="2130526"/>
            </a:xfrm>
          </p:grpSpPr>
          <p:pic>
            <p:nvPicPr>
              <p:cNvPr id="38" name="図 37" descr="衣類, 選手, 持つ, 男 が含まれている画像&#10;&#10;AI 生成コンテンツは誤りを含む可能性があります。">
                <a:extLst>
                  <a:ext uri="{FF2B5EF4-FFF2-40B4-BE49-F238E27FC236}">
                    <a16:creationId xmlns:a16="http://schemas.microsoft.com/office/drawing/2014/main" id="{96DAF670-F4E4-B7B2-5DFF-0ED5E1598E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1124" y="3027073"/>
                <a:ext cx="858268" cy="1642741"/>
              </a:xfrm>
              <a:prstGeom prst="rect">
                <a:avLst/>
              </a:prstGeom>
            </p:spPr>
          </p:pic>
          <p:grpSp>
            <p:nvGrpSpPr>
              <p:cNvPr id="16" name="グループ化 15">
                <a:extLst>
                  <a:ext uri="{FF2B5EF4-FFF2-40B4-BE49-F238E27FC236}">
                    <a16:creationId xmlns:a16="http://schemas.microsoft.com/office/drawing/2014/main" id="{4B4FD0D9-611E-4C00-3935-FB1567A10461}"/>
                  </a:ext>
                </a:extLst>
              </p:cNvPr>
              <p:cNvGrpSpPr/>
              <p:nvPr/>
            </p:nvGrpSpPr>
            <p:grpSpPr>
              <a:xfrm>
                <a:off x="3971207" y="3027074"/>
                <a:ext cx="1363763" cy="2130525"/>
                <a:chOff x="5965646" y="4090015"/>
                <a:chExt cx="1363763" cy="2130525"/>
              </a:xfrm>
            </p:grpSpPr>
            <p:sp>
              <p:nvSpPr>
                <p:cNvPr id="17" name="正方形/長方形 16">
                  <a:extLst>
                    <a:ext uri="{FF2B5EF4-FFF2-40B4-BE49-F238E27FC236}">
                      <a16:creationId xmlns:a16="http://schemas.microsoft.com/office/drawing/2014/main" id="{B06E5D19-8A83-AF9D-84DA-689064E00033}"/>
                    </a:ext>
                  </a:extLst>
                </p:cNvPr>
                <p:cNvSpPr/>
                <p:nvPr/>
              </p:nvSpPr>
              <p:spPr>
                <a:xfrm>
                  <a:off x="5965646" y="4090015"/>
                  <a:ext cx="1186174" cy="1673911"/>
                </a:xfrm>
                <a:prstGeom prst="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A4D793F4-5A1F-7434-571E-E18FD4712A3D}"/>
                    </a:ext>
                  </a:extLst>
                </p:cNvPr>
                <p:cNvSpPr txBox="1"/>
                <p:nvPr/>
              </p:nvSpPr>
              <p:spPr>
                <a:xfrm>
                  <a:off x="6122082" y="5828149"/>
                  <a:ext cx="1207327" cy="392391"/>
                </a:xfrm>
                <a:prstGeom prst="rect">
                  <a:avLst/>
                </a:prstGeom>
                <a:noFill/>
              </p:spPr>
              <p:txBody>
                <a:bodyPr vert="horz" wrap="square" rtlCol="0">
                  <a:spAutoFit/>
                </a:bodyPr>
                <a:lstStyle/>
                <a:p>
                  <a:r>
                    <a:rPr lang="ja-JP" altLang="en-US" sz="1600"/>
                    <a:t>画像</a:t>
                  </a:r>
                  <a:endParaRPr lang="en-US" altLang="ja-JP" sz="1600"/>
                </a:p>
              </p:txBody>
            </p:sp>
          </p:grpSp>
        </p:grpSp>
        <p:grpSp>
          <p:nvGrpSpPr>
            <p:cNvPr id="13" name="グループ化 12">
              <a:extLst>
                <a:ext uri="{FF2B5EF4-FFF2-40B4-BE49-F238E27FC236}">
                  <a16:creationId xmlns:a16="http://schemas.microsoft.com/office/drawing/2014/main" id="{D198C248-8387-B1B8-9D3F-861041F59592}"/>
                </a:ext>
              </a:extLst>
            </p:cNvPr>
            <p:cNvGrpSpPr/>
            <p:nvPr/>
          </p:nvGrpSpPr>
          <p:grpSpPr>
            <a:xfrm>
              <a:off x="9202205" y="4370266"/>
              <a:ext cx="612768" cy="1568754"/>
              <a:chOff x="4716549" y="3179359"/>
              <a:chExt cx="445606" cy="1309908"/>
            </a:xfrm>
          </p:grpSpPr>
          <p:cxnSp>
            <p:nvCxnSpPr>
              <p:cNvPr id="21" name="直線コネクタ 20">
                <a:extLst>
                  <a:ext uri="{FF2B5EF4-FFF2-40B4-BE49-F238E27FC236}">
                    <a16:creationId xmlns:a16="http://schemas.microsoft.com/office/drawing/2014/main" id="{5DA2054B-68FE-6650-53CE-736075FFFAA9}"/>
                  </a:ext>
                </a:extLst>
              </p:cNvPr>
              <p:cNvCxnSpPr>
                <a:cxnSpLocks/>
              </p:cNvCxnSpPr>
              <p:nvPr/>
            </p:nvCxnSpPr>
            <p:spPr>
              <a:xfrm flipV="1">
                <a:off x="5073264" y="3854192"/>
                <a:ext cx="0" cy="300282"/>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直線コネクタ 21">
                <a:extLst>
                  <a:ext uri="{FF2B5EF4-FFF2-40B4-BE49-F238E27FC236}">
                    <a16:creationId xmlns:a16="http://schemas.microsoft.com/office/drawing/2014/main" id="{02D102BF-DBFD-FB76-F56F-B6B958DF8BCB}"/>
                  </a:ext>
                </a:extLst>
              </p:cNvPr>
              <p:cNvCxnSpPr>
                <a:cxnSpLocks/>
              </p:cNvCxnSpPr>
              <p:nvPr/>
            </p:nvCxnSpPr>
            <p:spPr>
              <a:xfrm>
                <a:off x="4836998" y="3861587"/>
                <a:ext cx="239125"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8E7ADD21-D823-034C-F3CD-4FC1BA603289}"/>
                  </a:ext>
                </a:extLst>
              </p:cNvPr>
              <p:cNvCxnSpPr>
                <a:cxnSpLocks/>
              </p:cNvCxnSpPr>
              <p:nvPr/>
            </p:nvCxnSpPr>
            <p:spPr>
              <a:xfrm flipH="1" flipV="1">
                <a:off x="4946086" y="3564183"/>
                <a:ext cx="8281" cy="302645"/>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385A1A20-0A5B-C762-13D7-E9D842772818}"/>
                  </a:ext>
                </a:extLst>
              </p:cNvPr>
              <p:cNvCxnSpPr>
                <a:cxnSpLocks/>
              </p:cNvCxnSpPr>
              <p:nvPr/>
            </p:nvCxnSpPr>
            <p:spPr>
              <a:xfrm>
                <a:off x="4815231" y="3365289"/>
                <a:ext cx="111873" cy="9697"/>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26A6465F-F7CB-2552-2A15-2BB6497A28F4}"/>
                  </a:ext>
                </a:extLst>
              </p:cNvPr>
              <p:cNvCxnSpPr>
                <a:cxnSpLocks/>
              </p:cNvCxnSpPr>
              <p:nvPr/>
            </p:nvCxnSpPr>
            <p:spPr>
              <a:xfrm flipH="1" flipV="1">
                <a:off x="5073843" y="3362158"/>
                <a:ext cx="88312" cy="26891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直線コネクタ 25">
                <a:extLst>
                  <a:ext uri="{FF2B5EF4-FFF2-40B4-BE49-F238E27FC236}">
                    <a16:creationId xmlns:a16="http://schemas.microsoft.com/office/drawing/2014/main" id="{BC233B13-15A5-29DC-760C-2E81D19701A1}"/>
                  </a:ext>
                </a:extLst>
              </p:cNvPr>
              <p:cNvCxnSpPr>
                <a:cxnSpLocks/>
              </p:cNvCxnSpPr>
              <p:nvPr/>
            </p:nvCxnSpPr>
            <p:spPr>
              <a:xfrm flipV="1">
                <a:off x="4931300" y="3275562"/>
                <a:ext cx="0" cy="99426"/>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直線コネクタ 26">
                <a:extLst>
                  <a:ext uri="{FF2B5EF4-FFF2-40B4-BE49-F238E27FC236}">
                    <a16:creationId xmlns:a16="http://schemas.microsoft.com/office/drawing/2014/main" id="{7A64AE27-CC35-5FA2-119B-EB962E748E79}"/>
                  </a:ext>
                </a:extLst>
              </p:cNvPr>
              <p:cNvCxnSpPr>
                <a:cxnSpLocks/>
              </p:cNvCxnSpPr>
              <p:nvPr/>
            </p:nvCxnSpPr>
            <p:spPr>
              <a:xfrm>
                <a:off x="4994426" y="3596905"/>
                <a:ext cx="167729" cy="34172"/>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直線コネクタ 27">
                <a:extLst>
                  <a:ext uri="{FF2B5EF4-FFF2-40B4-BE49-F238E27FC236}">
                    <a16:creationId xmlns:a16="http://schemas.microsoft.com/office/drawing/2014/main" id="{303FD21E-986C-98D3-5EB7-F15C88191E2C}"/>
                  </a:ext>
                </a:extLst>
              </p:cNvPr>
              <p:cNvCxnSpPr>
                <a:cxnSpLocks/>
              </p:cNvCxnSpPr>
              <p:nvPr/>
            </p:nvCxnSpPr>
            <p:spPr>
              <a:xfrm flipH="1" flipV="1">
                <a:off x="5070038" y="4142343"/>
                <a:ext cx="73843" cy="341674"/>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直線コネクタ 28">
                <a:extLst>
                  <a:ext uri="{FF2B5EF4-FFF2-40B4-BE49-F238E27FC236}">
                    <a16:creationId xmlns:a16="http://schemas.microsoft.com/office/drawing/2014/main" id="{FB9A37A3-F337-2F6E-C9E1-3D73ECB426C2}"/>
                  </a:ext>
                </a:extLst>
              </p:cNvPr>
              <p:cNvCxnSpPr>
                <a:cxnSpLocks/>
              </p:cNvCxnSpPr>
              <p:nvPr/>
            </p:nvCxnSpPr>
            <p:spPr>
              <a:xfrm flipV="1">
                <a:off x="4723290" y="3860889"/>
                <a:ext cx="127761" cy="300561"/>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直線コネクタ 29">
                <a:extLst>
                  <a:ext uri="{FF2B5EF4-FFF2-40B4-BE49-F238E27FC236}">
                    <a16:creationId xmlns:a16="http://schemas.microsoft.com/office/drawing/2014/main" id="{3448AB11-87E1-F81F-1F11-C5671953D2FC}"/>
                  </a:ext>
                </a:extLst>
              </p:cNvPr>
              <p:cNvCxnSpPr>
                <a:cxnSpLocks/>
              </p:cNvCxnSpPr>
              <p:nvPr/>
            </p:nvCxnSpPr>
            <p:spPr>
              <a:xfrm flipH="1" flipV="1">
                <a:off x="4723507" y="4154474"/>
                <a:ext cx="113491" cy="334793"/>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81C7EE3E-57DC-EF29-5EB8-7923368FE995}"/>
                  </a:ext>
                </a:extLst>
              </p:cNvPr>
              <p:cNvCxnSpPr>
                <a:cxnSpLocks/>
              </p:cNvCxnSpPr>
              <p:nvPr/>
            </p:nvCxnSpPr>
            <p:spPr>
              <a:xfrm flipH="1" flipV="1">
                <a:off x="4915224" y="3179359"/>
                <a:ext cx="14423" cy="9326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2" name="直線コネクタ 31">
                <a:extLst>
                  <a:ext uri="{FF2B5EF4-FFF2-40B4-BE49-F238E27FC236}">
                    <a16:creationId xmlns:a16="http://schemas.microsoft.com/office/drawing/2014/main" id="{04D70CC0-4660-9779-AE96-54A6FBBA3176}"/>
                  </a:ext>
                </a:extLst>
              </p:cNvPr>
              <p:cNvCxnSpPr>
                <a:cxnSpLocks/>
              </p:cNvCxnSpPr>
              <p:nvPr/>
            </p:nvCxnSpPr>
            <p:spPr>
              <a:xfrm flipV="1">
                <a:off x="4924319" y="3370750"/>
                <a:ext cx="149098" cy="947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3" name="直線コネクタ 32">
                <a:extLst>
                  <a:ext uri="{FF2B5EF4-FFF2-40B4-BE49-F238E27FC236}">
                    <a16:creationId xmlns:a16="http://schemas.microsoft.com/office/drawing/2014/main" id="{24CD7291-42BC-A22E-102D-286D759889AD}"/>
                  </a:ext>
                </a:extLst>
              </p:cNvPr>
              <p:cNvCxnSpPr>
                <a:cxnSpLocks/>
              </p:cNvCxnSpPr>
              <p:nvPr/>
            </p:nvCxnSpPr>
            <p:spPr>
              <a:xfrm flipV="1">
                <a:off x="4716549" y="3353479"/>
                <a:ext cx="96679" cy="24715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BBADED70-5181-A95A-F80D-F90D626E48D4}"/>
                  </a:ext>
                </a:extLst>
              </p:cNvPr>
              <p:cNvCxnSpPr>
                <a:cxnSpLocks/>
              </p:cNvCxnSpPr>
              <p:nvPr/>
            </p:nvCxnSpPr>
            <p:spPr>
              <a:xfrm flipH="1">
                <a:off x="4716549" y="3362158"/>
                <a:ext cx="48339" cy="238471"/>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7" name="直線コネクタ 36">
                <a:extLst>
                  <a:ext uri="{FF2B5EF4-FFF2-40B4-BE49-F238E27FC236}">
                    <a16:creationId xmlns:a16="http://schemas.microsoft.com/office/drawing/2014/main" id="{7715D6E8-EF03-50A8-4284-87F517BA3EC5}"/>
                  </a:ext>
                </a:extLst>
              </p:cNvPr>
              <p:cNvCxnSpPr>
                <a:cxnSpLocks/>
              </p:cNvCxnSpPr>
              <p:nvPr/>
            </p:nvCxnSpPr>
            <p:spPr>
              <a:xfrm flipH="1" flipV="1">
                <a:off x="4930588" y="3374971"/>
                <a:ext cx="15249" cy="204212"/>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61" name="テキスト ボックス 60">
              <a:extLst>
                <a:ext uri="{FF2B5EF4-FFF2-40B4-BE49-F238E27FC236}">
                  <a16:creationId xmlns:a16="http://schemas.microsoft.com/office/drawing/2014/main" id="{110A89B7-1DB8-733D-4807-57C43E7D82CD}"/>
                </a:ext>
              </a:extLst>
            </p:cNvPr>
            <p:cNvSpPr txBox="1"/>
            <p:nvPr/>
          </p:nvSpPr>
          <p:spPr>
            <a:xfrm>
              <a:off x="7845216" y="3938658"/>
              <a:ext cx="2329633" cy="400110"/>
            </a:xfrm>
            <a:prstGeom prst="rect">
              <a:avLst/>
            </a:prstGeom>
            <a:noFill/>
          </p:spPr>
          <p:txBody>
            <a:bodyPr wrap="square" rtlCol="0">
              <a:spAutoFit/>
            </a:bodyPr>
            <a:lstStyle/>
            <a:p>
              <a:r>
                <a:rPr kumimoji="1" lang="ja-JP" altLang="en-US" sz="2000"/>
                <a:t>データセット</a:t>
              </a:r>
              <a:endParaRPr kumimoji="1" lang="en-US" altLang="ja-JP" sz="2000"/>
            </a:p>
          </p:txBody>
        </p:sp>
      </p:grpSp>
      <p:sp>
        <p:nvSpPr>
          <p:cNvPr id="9" name="TextBox 3">
            <a:extLst>
              <a:ext uri="{FF2B5EF4-FFF2-40B4-BE49-F238E27FC236}">
                <a16:creationId xmlns:a16="http://schemas.microsoft.com/office/drawing/2014/main" id="{EF829B69-4BE3-6BE4-CA40-1DF293AB198C}"/>
              </a:ext>
            </a:extLst>
          </p:cNvPr>
          <p:cNvSpPr txBox="1"/>
          <p:nvPr/>
        </p:nvSpPr>
        <p:spPr>
          <a:xfrm>
            <a:off x="581024" y="1152413"/>
            <a:ext cx="12186709" cy="2612767"/>
          </a:xfrm>
          <a:prstGeom prst="rect">
            <a:avLst/>
          </a:prstGeom>
          <a:noFill/>
        </p:spPr>
        <p:txBody>
          <a:bodyPr wrap="square" lIns="0" tIns="0" rIns="0" bIns="0" anchor="t">
            <a:spAutoFit/>
          </a:bodyPr>
          <a:lstStyle/>
          <a:p>
            <a:pPr algn="l">
              <a:lnSpc>
                <a:spcPts val="2400"/>
              </a:lnSpc>
            </a:pPr>
            <a:r>
              <a:rPr sz="2000" i="0" u="none" err="1">
                <a:solidFill>
                  <a:srgbClr val="000000"/>
                </a:solidFill>
                <a:latin typeface="Noto Sans JP"/>
              </a:rPr>
              <a:t>スポーツにおける姿勢推定の</a:t>
            </a:r>
            <a:r>
              <a:rPr lang="ja-JP" altLang="en-US" sz="2000" i="0" u="none">
                <a:solidFill>
                  <a:srgbClr val="000000"/>
                </a:solidFill>
                <a:latin typeface="Noto Sans JP"/>
              </a:rPr>
              <a:t>活用</a:t>
            </a:r>
            <a:endParaRPr lang="en-US" sz="2000" i="0" u="none">
              <a:solidFill>
                <a:srgbClr val="000000"/>
              </a:solidFill>
              <a:latin typeface="Noto Sans JP"/>
            </a:endParaRPr>
          </a:p>
          <a:p>
            <a:pPr>
              <a:lnSpc>
                <a:spcPts val="2550"/>
              </a:lnSpc>
            </a:pPr>
            <a:r>
              <a:rPr lang="ja-JP" altLang="en-US" sz="2000">
                <a:solidFill>
                  <a:srgbClr val="222222"/>
                </a:solidFill>
                <a:latin typeface="Noto Sans JP"/>
              </a:rPr>
              <a:t>・モーションキャプチャの装着は競技性や安全性を損なう　→　動画像からの姿勢推定</a:t>
            </a:r>
            <a:endParaRPr lang="en-US" altLang="ja-JP" sz="2000">
              <a:solidFill>
                <a:srgbClr val="222222"/>
              </a:solidFill>
              <a:latin typeface="Noto Sans JP"/>
            </a:endParaRPr>
          </a:p>
          <a:p>
            <a:pPr>
              <a:lnSpc>
                <a:spcPts val="2550"/>
              </a:lnSpc>
            </a:pPr>
            <a:endParaRPr lang="en-US" altLang="ja-JP" sz="2000">
              <a:solidFill>
                <a:srgbClr val="222222"/>
              </a:solidFill>
              <a:latin typeface="Noto Sans JP"/>
            </a:endParaRPr>
          </a:p>
          <a:p>
            <a:pPr>
              <a:lnSpc>
                <a:spcPts val="2550"/>
              </a:lnSpc>
            </a:pPr>
            <a:r>
              <a:rPr lang="ja-JP" altLang="en-US" sz="2000">
                <a:solidFill>
                  <a:srgbClr val="222222"/>
                </a:solidFill>
                <a:latin typeface="Noto Sans JP"/>
              </a:rPr>
              <a:t>動画像からの姿勢推定</a:t>
            </a:r>
            <a:r>
              <a:rPr lang="ja-JP" altLang="en-US" sz="2000">
                <a:solidFill>
                  <a:srgbClr val="000000"/>
                </a:solidFill>
                <a:latin typeface="Noto Sans JP"/>
              </a:rPr>
              <a:t>の課題</a:t>
            </a:r>
          </a:p>
          <a:p>
            <a:pPr>
              <a:lnSpc>
                <a:spcPts val="2550"/>
              </a:lnSpc>
            </a:pPr>
            <a:r>
              <a:rPr lang="ja-JP" altLang="en-US" sz="2000">
                <a:solidFill>
                  <a:srgbClr val="000000"/>
                </a:solidFill>
                <a:latin typeface="Noto Sans JP"/>
              </a:rPr>
              <a:t>・オクルージョン：</a:t>
            </a:r>
            <a:r>
              <a:rPr lang="ja-JP" altLang="en-US" sz="2000">
                <a:solidFill>
                  <a:srgbClr val="222222"/>
                </a:solidFill>
                <a:latin typeface="Noto Sans JP"/>
              </a:rPr>
              <a:t>により精度が大幅に低下する</a:t>
            </a:r>
          </a:p>
          <a:p>
            <a:pPr>
              <a:lnSpc>
                <a:spcPts val="2550"/>
              </a:lnSpc>
            </a:pPr>
            <a:r>
              <a:rPr lang="ja-JP" altLang="en-US" sz="2000">
                <a:solidFill>
                  <a:srgbClr val="000000"/>
                </a:solidFill>
                <a:latin typeface="Noto Sans JP"/>
              </a:rPr>
              <a:t>・</a:t>
            </a:r>
            <a:r>
              <a:rPr lang="ja-JP" altLang="en-US" sz="2000">
                <a:solidFill>
                  <a:srgbClr val="222222"/>
                </a:solidFill>
                <a:latin typeface="Noto Sans JP"/>
              </a:rPr>
              <a:t>既存データセット（</a:t>
            </a:r>
            <a:r>
              <a:rPr lang="en-US" altLang="ja-JP" sz="2000">
                <a:solidFill>
                  <a:srgbClr val="222222"/>
                </a:solidFill>
                <a:latin typeface="Noto Sans JP"/>
              </a:rPr>
              <a:t>H36M</a:t>
            </a:r>
            <a:r>
              <a:rPr lang="ja-JP" altLang="en-US" sz="2000">
                <a:solidFill>
                  <a:srgbClr val="222222"/>
                </a:solidFill>
                <a:latin typeface="Noto Sans JP"/>
              </a:rPr>
              <a:t>）の関節数は全身</a:t>
            </a:r>
            <a:r>
              <a:rPr lang="en-US" altLang="ja-JP" sz="2000">
                <a:solidFill>
                  <a:srgbClr val="222222"/>
                </a:solidFill>
                <a:latin typeface="Noto Sans JP"/>
              </a:rPr>
              <a:t>17</a:t>
            </a:r>
            <a:r>
              <a:rPr lang="ja-JP" altLang="en-US" sz="2000">
                <a:solidFill>
                  <a:srgbClr val="222222"/>
                </a:solidFill>
                <a:latin typeface="Noto Sans JP"/>
              </a:rPr>
              <a:t>点　→　人体の柔軟性を再現できない</a:t>
            </a:r>
          </a:p>
          <a:p>
            <a:pPr>
              <a:lnSpc>
                <a:spcPts val="2550"/>
              </a:lnSpc>
            </a:pPr>
            <a:endParaRPr lang="ja-JP" altLang="en-US" sz="2000">
              <a:solidFill>
                <a:srgbClr val="222222"/>
              </a:solidFill>
              <a:latin typeface="Noto Sans JP"/>
            </a:endParaRPr>
          </a:p>
          <a:p>
            <a:pPr>
              <a:lnSpc>
                <a:spcPts val="2550"/>
              </a:lnSpc>
            </a:pPr>
            <a:r>
              <a:rPr lang="ja-JP" altLang="en-US" sz="2000"/>
              <a:t>オクルージョンに対する精度向上と人体モデルの拡張には</a:t>
            </a:r>
            <a:r>
              <a:rPr lang="ja-JP" altLang="en-US" sz="2000">
                <a:solidFill>
                  <a:srgbClr val="222222"/>
                </a:solidFill>
                <a:latin typeface="Noto Sans JP"/>
              </a:rPr>
              <a:t>深層学習モデルに対する追加学習が有効</a:t>
            </a:r>
            <a:endParaRPr lang="ja-JP" altLang="en-US" sz="2000"/>
          </a:p>
        </p:txBody>
      </p:sp>
      <p:sp>
        <p:nvSpPr>
          <p:cNvPr id="3" name="TextBox 3">
            <a:extLst>
              <a:ext uri="{FF2B5EF4-FFF2-40B4-BE49-F238E27FC236}">
                <a16:creationId xmlns:a16="http://schemas.microsoft.com/office/drawing/2014/main" id="{12923F6C-C236-E4DE-A958-F1EE6F51E25F}"/>
              </a:ext>
            </a:extLst>
          </p:cNvPr>
          <p:cNvSpPr txBox="1"/>
          <p:nvPr/>
        </p:nvSpPr>
        <p:spPr>
          <a:xfrm>
            <a:off x="581024" y="4864719"/>
            <a:ext cx="7582385" cy="1206421"/>
          </a:xfrm>
          <a:prstGeom prst="rect">
            <a:avLst/>
          </a:prstGeom>
          <a:noFill/>
        </p:spPr>
        <p:txBody>
          <a:bodyPr wrap="square" lIns="0" tIns="0" rIns="0" bIns="0" anchor="t">
            <a:spAutoFit/>
          </a:bodyPr>
          <a:lstStyle/>
          <a:p>
            <a:pPr>
              <a:lnSpc>
                <a:spcPts val="2400"/>
              </a:lnSpc>
            </a:pPr>
            <a:r>
              <a:rPr lang="ja-JP" altLang="en-US" sz="2000"/>
              <a:t>正確なデータセット（画像とポーズの組み合わせ）が大量に必要</a:t>
            </a:r>
            <a:br>
              <a:rPr lang="en-US" altLang="ja-JP" sz="2000"/>
            </a:br>
            <a:r>
              <a:rPr lang="ja-JP" altLang="en-US" sz="2000"/>
              <a:t>　</a:t>
            </a:r>
            <a:r>
              <a:rPr lang="ja-JP" altLang="en-US" sz="2000">
                <a:solidFill>
                  <a:srgbClr val="222222"/>
                </a:solidFill>
                <a:latin typeface="Noto Sans JP"/>
              </a:rPr>
              <a:t> →　実世界での収集が困難</a:t>
            </a:r>
            <a:endParaRPr lang="en-US" altLang="ja-JP" sz="2000"/>
          </a:p>
          <a:p>
            <a:pPr algn="l">
              <a:lnSpc>
                <a:spcPts val="2400"/>
              </a:lnSpc>
            </a:pPr>
            <a:endParaRPr lang="en-US" altLang="ja-JP"/>
          </a:p>
          <a:p>
            <a:pPr algn="l">
              <a:lnSpc>
                <a:spcPts val="2400"/>
              </a:lnSpc>
            </a:pPr>
            <a:endParaRPr lang="ja-JP" altLang="en-US"/>
          </a:p>
        </p:txBody>
      </p:sp>
      <p:sp>
        <p:nvSpPr>
          <p:cNvPr id="8" name="Footer Placeholder 4">
            <a:extLst>
              <a:ext uri="{FF2B5EF4-FFF2-40B4-BE49-F238E27FC236}">
                <a16:creationId xmlns:a16="http://schemas.microsoft.com/office/drawing/2014/main" id="{D9C44998-A6BB-6683-5482-E7B9211408C7}"/>
              </a:ext>
            </a:extLst>
          </p:cNvPr>
          <p:cNvSpPr>
            <a:spLocks noGrp="1"/>
          </p:cNvSpPr>
          <p:nvPr>
            <p:ph type="ftr" sz="quarter" idx="11"/>
          </p:nvPr>
        </p:nvSpPr>
        <p:spPr>
          <a:xfrm>
            <a:off x="4038600" y="6449338"/>
            <a:ext cx="4114800" cy="365125"/>
          </a:xfrm>
        </p:spPr>
        <p:txBody>
          <a:bodyPr/>
          <a:lstStyle/>
          <a:p>
            <a:r>
              <a:rPr lang="en-US"/>
              <a:t>A-14-02</a:t>
            </a:r>
          </a:p>
        </p:txBody>
      </p:sp>
      <p:sp>
        <p:nvSpPr>
          <p:cNvPr id="12" name="Date Placeholder 3">
            <a:extLst>
              <a:ext uri="{FF2B5EF4-FFF2-40B4-BE49-F238E27FC236}">
                <a16:creationId xmlns:a16="http://schemas.microsoft.com/office/drawing/2014/main" id="{3B673A7B-A2B6-248C-CC5F-AE7FA993CB52}"/>
              </a:ext>
            </a:extLst>
          </p:cNvPr>
          <p:cNvSpPr>
            <a:spLocks noGrp="1"/>
          </p:cNvSpPr>
          <p:nvPr>
            <p:ph type="dt" sz="half" idx="10"/>
          </p:nvPr>
        </p:nvSpPr>
        <p:spPr>
          <a:xfrm>
            <a:off x="838200" y="6449338"/>
            <a:ext cx="2743200" cy="365125"/>
          </a:xfrm>
        </p:spPr>
        <p:txBody>
          <a:bodyPr/>
          <a:lstStyle/>
          <a:p>
            <a:r>
              <a:rPr lang="en-US"/>
              <a:t>2026/9/24</a:t>
            </a:r>
          </a:p>
        </p:txBody>
      </p:sp>
    </p:spTree>
    <p:extLst>
      <p:ext uri="{BB962C8B-B14F-4D97-AF65-F5344CB8AC3E}">
        <p14:creationId xmlns:p14="http://schemas.microsoft.com/office/powerpoint/2010/main" val="16145319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AF8FF3-1046-D631-79D8-62A3E792DDDA}"/>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679E3DD6-F1C4-9BD6-2DA8-F239F3E860A2}"/>
              </a:ext>
            </a:extLst>
          </p:cNvPr>
          <p:cNvSpPr>
            <a:spLocks noGrp="1"/>
          </p:cNvSpPr>
          <p:nvPr>
            <p:ph type="sldNum" sz="quarter" idx="12"/>
          </p:nvPr>
        </p:nvSpPr>
        <p:spPr/>
        <p:txBody>
          <a:bodyPr/>
          <a:lstStyle/>
          <a:p>
            <a:fld id="{465F6A33-8929-41AA-8A25-00E3AA79F1EE}" type="slidenum">
              <a:rPr lang="en-US" smtClean="0"/>
              <a:t>3</a:t>
            </a:fld>
            <a:endParaRPr lang="en-US"/>
          </a:p>
        </p:txBody>
      </p:sp>
      <p:sp>
        <p:nvSpPr>
          <p:cNvPr id="11" name="テキスト ボックス 10">
            <a:extLst>
              <a:ext uri="{FF2B5EF4-FFF2-40B4-BE49-F238E27FC236}">
                <a16:creationId xmlns:a16="http://schemas.microsoft.com/office/drawing/2014/main" id="{3BB9729B-C217-E0CA-6E11-211FAB166132}"/>
              </a:ext>
            </a:extLst>
          </p:cNvPr>
          <p:cNvSpPr txBox="1"/>
          <p:nvPr/>
        </p:nvSpPr>
        <p:spPr>
          <a:xfrm>
            <a:off x="277091" y="258618"/>
            <a:ext cx="6465454" cy="646331"/>
          </a:xfrm>
          <a:prstGeom prst="rect">
            <a:avLst/>
          </a:prstGeom>
          <a:noFill/>
        </p:spPr>
        <p:txBody>
          <a:bodyPr wrap="square" rtlCol="0">
            <a:spAutoFit/>
          </a:bodyPr>
          <a:lstStyle/>
          <a:p>
            <a:r>
              <a:rPr kumimoji="1" lang="ja-JP" altLang="en-US" sz="3600"/>
              <a:t>目的</a:t>
            </a:r>
          </a:p>
        </p:txBody>
      </p:sp>
      <p:cxnSp>
        <p:nvCxnSpPr>
          <p:cNvPr id="10" name="直線コネクタ 9">
            <a:extLst>
              <a:ext uri="{FF2B5EF4-FFF2-40B4-BE49-F238E27FC236}">
                <a16:creationId xmlns:a16="http://schemas.microsoft.com/office/drawing/2014/main" id="{9A254F7E-50F2-9514-BA5E-1FECAD6AA410}"/>
              </a:ext>
            </a:extLst>
          </p:cNvPr>
          <p:cNvCxnSpPr/>
          <p:nvPr/>
        </p:nvCxnSpPr>
        <p:spPr>
          <a:xfrm>
            <a:off x="277090" y="904949"/>
            <a:ext cx="1152065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3">
            <a:extLst>
              <a:ext uri="{FF2B5EF4-FFF2-40B4-BE49-F238E27FC236}">
                <a16:creationId xmlns:a16="http://schemas.microsoft.com/office/drawing/2014/main" id="{596D7417-DB38-06EF-2C85-B4C28082CF91}"/>
              </a:ext>
            </a:extLst>
          </p:cNvPr>
          <p:cNvSpPr txBox="1"/>
          <p:nvPr/>
        </p:nvSpPr>
        <p:spPr>
          <a:xfrm>
            <a:off x="581025" y="1172280"/>
            <a:ext cx="11029950" cy="1963102"/>
          </a:xfrm>
          <a:prstGeom prst="rect">
            <a:avLst/>
          </a:prstGeom>
          <a:noFill/>
        </p:spPr>
        <p:txBody>
          <a:bodyPr wrap="square" lIns="0" tIns="0" rIns="0" bIns="0" anchor="t">
            <a:spAutoFit/>
          </a:bodyPr>
          <a:lstStyle/>
          <a:p>
            <a:pPr>
              <a:lnSpc>
                <a:spcPts val="2550"/>
              </a:lnSpc>
            </a:pPr>
            <a:r>
              <a:rPr lang="ja-JP" altLang="en-US" sz="2000" b="1"/>
              <a:t>・</a:t>
            </a:r>
            <a:r>
              <a:rPr lang="ja-JP" altLang="ja-JP" sz="2000" b="1"/>
              <a:t>人体の柔軟性を再現するのに十分な関節点をもった人体モデルの実装手法</a:t>
            </a:r>
            <a:endParaRPr lang="en-US" altLang="ja-JP" sz="2000" b="1"/>
          </a:p>
          <a:p>
            <a:pPr>
              <a:lnSpc>
                <a:spcPts val="2550"/>
              </a:lnSpc>
            </a:pPr>
            <a:r>
              <a:rPr lang="ja-JP" altLang="en-US" sz="2000" b="1"/>
              <a:t>・</a:t>
            </a:r>
            <a:r>
              <a:rPr lang="ja-JP" altLang="ja-JP" sz="2000" b="1"/>
              <a:t>3DCGを用いたデータセットの拡張手法</a:t>
            </a:r>
            <a:endParaRPr lang="en-US" altLang="ja-JP" sz="2000" b="1"/>
          </a:p>
          <a:p>
            <a:pPr>
              <a:lnSpc>
                <a:spcPts val="2550"/>
              </a:lnSpc>
            </a:pPr>
            <a:endParaRPr lang="en-US" sz="1600" b="0" i="0" u="none">
              <a:solidFill>
                <a:srgbClr val="222222"/>
              </a:solidFill>
              <a:latin typeface="Noto Sans JP"/>
            </a:endParaRPr>
          </a:p>
          <a:p>
            <a:pPr>
              <a:lnSpc>
                <a:spcPts val="2550"/>
              </a:lnSpc>
            </a:pPr>
            <a:r>
              <a:rPr lang="ja-JP" altLang="ja-JP" sz="2000"/>
              <a:t>単一視点からの3次元姿勢推定における</a:t>
            </a:r>
            <a:r>
              <a:rPr lang="ja-JP" altLang="en-US" sz="2000"/>
              <a:t>「</a:t>
            </a:r>
            <a:r>
              <a:rPr lang="ja-JP" altLang="ja-JP" sz="2000" b="1"/>
              <a:t>人体の柔軟性の再現</a:t>
            </a:r>
            <a:r>
              <a:rPr lang="ja-JP" altLang="en-US" sz="2000" b="1"/>
              <a:t>」、「セルフオクルージョンに足する</a:t>
            </a:r>
            <a:r>
              <a:rPr lang="ja-JP" altLang="ja-JP" sz="2000" b="1"/>
              <a:t>精度向上</a:t>
            </a:r>
            <a:r>
              <a:rPr lang="ja-JP" altLang="en-US" sz="2000" b="1"/>
              <a:t>」</a:t>
            </a:r>
            <a:r>
              <a:rPr lang="ja-JP" altLang="ja-JP" sz="2000"/>
              <a:t>を目的とする</a:t>
            </a:r>
            <a:endParaRPr lang="en-US" altLang="ja-JP" sz="2000"/>
          </a:p>
          <a:p>
            <a:pPr>
              <a:lnSpc>
                <a:spcPts val="2550"/>
              </a:lnSpc>
            </a:pPr>
            <a:endParaRPr sz="1500" b="0" i="0" u="none">
              <a:solidFill>
                <a:srgbClr val="222222"/>
              </a:solidFill>
              <a:latin typeface="Noto Sans JP"/>
            </a:endParaRPr>
          </a:p>
        </p:txBody>
      </p:sp>
      <p:sp>
        <p:nvSpPr>
          <p:cNvPr id="2" name="Footer Placeholder 4">
            <a:extLst>
              <a:ext uri="{FF2B5EF4-FFF2-40B4-BE49-F238E27FC236}">
                <a16:creationId xmlns:a16="http://schemas.microsoft.com/office/drawing/2014/main" id="{092445F2-4BD3-D150-8EA1-82FE245FCFE1}"/>
              </a:ext>
            </a:extLst>
          </p:cNvPr>
          <p:cNvSpPr>
            <a:spLocks noGrp="1"/>
          </p:cNvSpPr>
          <p:nvPr>
            <p:ph type="ftr" sz="quarter" idx="11"/>
          </p:nvPr>
        </p:nvSpPr>
        <p:spPr>
          <a:xfrm>
            <a:off x="4038600" y="6449338"/>
            <a:ext cx="4114800" cy="365125"/>
          </a:xfrm>
        </p:spPr>
        <p:txBody>
          <a:bodyPr/>
          <a:lstStyle/>
          <a:p>
            <a:r>
              <a:rPr lang="en-US"/>
              <a:t>A-14-02</a:t>
            </a:r>
          </a:p>
        </p:txBody>
      </p:sp>
      <p:sp>
        <p:nvSpPr>
          <p:cNvPr id="3" name="Date Placeholder 3">
            <a:extLst>
              <a:ext uri="{FF2B5EF4-FFF2-40B4-BE49-F238E27FC236}">
                <a16:creationId xmlns:a16="http://schemas.microsoft.com/office/drawing/2014/main" id="{5082E45B-14E4-75F4-8A22-784CE22500A4}"/>
              </a:ext>
            </a:extLst>
          </p:cNvPr>
          <p:cNvSpPr>
            <a:spLocks noGrp="1"/>
          </p:cNvSpPr>
          <p:nvPr>
            <p:ph type="dt" sz="half" idx="10"/>
          </p:nvPr>
        </p:nvSpPr>
        <p:spPr>
          <a:xfrm>
            <a:off x="838200" y="6449338"/>
            <a:ext cx="2743200" cy="365125"/>
          </a:xfrm>
        </p:spPr>
        <p:txBody>
          <a:bodyPr/>
          <a:lstStyle/>
          <a:p>
            <a:r>
              <a:rPr lang="en-US"/>
              <a:t>2026/9/24</a:t>
            </a:r>
          </a:p>
        </p:txBody>
      </p:sp>
    </p:spTree>
    <p:extLst>
      <p:ext uri="{BB962C8B-B14F-4D97-AF65-F5344CB8AC3E}">
        <p14:creationId xmlns:p14="http://schemas.microsoft.com/office/powerpoint/2010/main" val="10800483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ACD32-D27B-2814-2701-C53A886BE4A1}"/>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BB2CAF96-E75D-7F5B-BB59-A69CE9A3367F}"/>
              </a:ext>
            </a:extLst>
          </p:cNvPr>
          <p:cNvSpPr>
            <a:spLocks noGrp="1"/>
          </p:cNvSpPr>
          <p:nvPr>
            <p:ph type="sldNum" sz="quarter" idx="12"/>
          </p:nvPr>
        </p:nvSpPr>
        <p:spPr/>
        <p:txBody>
          <a:bodyPr/>
          <a:lstStyle/>
          <a:p>
            <a:fld id="{465F6A33-8929-41AA-8A25-00E3AA79F1EE}" type="slidenum">
              <a:rPr lang="en-US" smtClean="0"/>
              <a:t>4</a:t>
            </a:fld>
            <a:endParaRPr lang="en-US"/>
          </a:p>
        </p:txBody>
      </p:sp>
      <p:sp>
        <p:nvSpPr>
          <p:cNvPr id="11" name="テキスト ボックス 10">
            <a:extLst>
              <a:ext uri="{FF2B5EF4-FFF2-40B4-BE49-F238E27FC236}">
                <a16:creationId xmlns:a16="http://schemas.microsoft.com/office/drawing/2014/main" id="{AC147638-74E8-83F2-096B-2869174298A2}"/>
              </a:ext>
            </a:extLst>
          </p:cNvPr>
          <p:cNvSpPr txBox="1"/>
          <p:nvPr/>
        </p:nvSpPr>
        <p:spPr>
          <a:xfrm>
            <a:off x="277091" y="258618"/>
            <a:ext cx="6465454" cy="646331"/>
          </a:xfrm>
          <a:prstGeom prst="rect">
            <a:avLst/>
          </a:prstGeom>
          <a:noFill/>
        </p:spPr>
        <p:txBody>
          <a:bodyPr wrap="square" rtlCol="0">
            <a:spAutoFit/>
          </a:bodyPr>
          <a:lstStyle/>
          <a:p>
            <a:r>
              <a:rPr kumimoji="1" lang="ja-JP" altLang="en-US" sz="3600"/>
              <a:t>研究手法</a:t>
            </a:r>
          </a:p>
        </p:txBody>
      </p:sp>
      <p:cxnSp>
        <p:nvCxnSpPr>
          <p:cNvPr id="10" name="直線コネクタ 9">
            <a:extLst>
              <a:ext uri="{FF2B5EF4-FFF2-40B4-BE49-F238E27FC236}">
                <a16:creationId xmlns:a16="http://schemas.microsoft.com/office/drawing/2014/main" id="{A1EA58B3-1B08-C4C7-CB42-6B1D72DF7759}"/>
              </a:ext>
            </a:extLst>
          </p:cNvPr>
          <p:cNvCxnSpPr/>
          <p:nvPr/>
        </p:nvCxnSpPr>
        <p:spPr>
          <a:xfrm>
            <a:off x="277090" y="904949"/>
            <a:ext cx="1152065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TextBox 7">
            <a:extLst>
              <a:ext uri="{FF2B5EF4-FFF2-40B4-BE49-F238E27FC236}">
                <a16:creationId xmlns:a16="http://schemas.microsoft.com/office/drawing/2014/main" id="{56F4D455-195A-0CA6-59C6-FCEF7AB895E8}"/>
              </a:ext>
            </a:extLst>
          </p:cNvPr>
          <p:cNvSpPr txBox="1"/>
          <p:nvPr/>
        </p:nvSpPr>
        <p:spPr>
          <a:xfrm>
            <a:off x="715584" y="1374476"/>
            <a:ext cx="3286973" cy="276999"/>
          </a:xfrm>
          <a:prstGeom prst="rect">
            <a:avLst/>
          </a:prstGeom>
          <a:noFill/>
        </p:spPr>
        <p:txBody>
          <a:bodyPr wrap="square" lIns="0" tIns="0" rIns="0" bIns="0" anchor="t">
            <a:spAutoFit/>
          </a:bodyPr>
          <a:lstStyle/>
          <a:p>
            <a:pPr algn="l"/>
            <a:r>
              <a:rPr b="1" i="0" u="none" err="1">
                <a:solidFill>
                  <a:srgbClr val="000000"/>
                </a:solidFill>
                <a:latin typeface="Noto Sans JP"/>
              </a:rPr>
              <a:t>工程</a:t>
            </a:r>
            <a:r>
              <a:rPr b="1" i="0" u="none">
                <a:solidFill>
                  <a:srgbClr val="000000"/>
                </a:solidFill>
                <a:latin typeface="Noto Sans JP"/>
              </a:rPr>
              <a:t>① </a:t>
            </a:r>
            <a:r>
              <a:rPr b="1" i="0" u="none" err="1">
                <a:solidFill>
                  <a:srgbClr val="000000"/>
                </a:solidFill>
                <a:latin typeface="Noto Sans JP"/>
              </a:rPr>
              <a:t>人体モデル拡張</a:t>
            </a:r>
            <a:endParaRPr b="1" i="0" u="none">
              <a:solidFill>
                <a:srgbClr val="000000"/>
              </a:solidFill>
              <a:latin typeface="Noto Sans JP"/>
            </a:endParaRPr>
          </a:p>
        </p:txBody>
      </p:sp>
      <p:sp>
        <p:nvSpPr>
          <p:cNvPr id="68" name="Rectangle 8">
            <a:extLst>
              <a:ext uri="{FF2B5EF4-FFF2-40B4-BE49-F238E27FC236}">
                <a16:creationId xmlns:a16="http://schemas.microsoft.com/office/drawing/2014/main" id="{CE4EA4DA-708A-2539-DA1B-E1DCF6683E0B}"/>
              </a:ext>
            </a:extLst>
          </p:cNvPr>
          <p:cNvSpPr/>
          <p:nvPr/>
        </p:nvSpPr>
        <p:spPr>
          <a:xfrm>
            <a:off x="715584" y="1688801"/>
            <a:ext cx="3130450" cy="952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9">
            <a:extLst>
              <a:ext uri="{FF2B5EF4-FFF2-40B4-BE49-F238E27FC236}">
                <a16:creationId xmlns:a16="http://schemas.microsoft.com/office/drawing/2014/main" id="{672A73F9-74E0-F97A-2117-D691B8F3972D}"/>
              </a:ext>
            </a:extLst>
          </p:cNvPr>
          <p:cNvSpPr txBox="1"/>
          <p:nvPr/>
        </p:nvSpPr>
        <p:spPr>
          <a:xfrm>
            <a:off x="715584" y="1793576"/>
            <a:ext cx="3130450" cy="436017"/>
          </a:xfrm>
          <a:prstGeom prst="rect">
            <a:avLst/>
          </a:prstGeom>
          <a:noFill/>
        </p:spPr>
        <p:txBody>
          <a:bodyPr wrap="square" lIns="0" tIns="0" rIns="0" bIns="0" anchor="t">
            <a:spAutoFit/>
          </a:bodyPr>
          <a:lstStyle/>
          <a:p>
            <a:pPr algn="l">
              <a:lnSpc>
                <a:spcPts val="1687"/>
              </a:lnSpc>
            </a:pPr>
            <a:r>
              <a:rPr b="0" i="0" u="none" err="1">
                <a:solidFill>
                  <a:srgbClr val="222222"/>
                </a:solidFill>
                <a:latin typeface="Noto Sans JP"/>
              </a:rPr>
              <a:t>首から腰の間に新たに関節点を追加配置する</a:t>
            </a:r>
            <a:endParaRPr b="0" i="0" u="none">
              <a:solidFill>
                <a:srgbClr val="222222"/>
              </a:solidFill>
              <a:latin typeface="Noto Sans JP"/>
            </a:endParaRPr>
          </a:p>
        </p:txBody>
      </p:sp>
      <p:sp>
        <p:nvSpPr>
          <p:cNvPr id="72" name="TextBox 10">
            <a:extLst>
              <a:ext uri="{FF2B5EF4-FFF2-40B4-BE49-F238E27FC236}">
                <a16:creationId xmlns:a16="http://schemas.microsoft.com/office/drawing/2014/main" id="{DA21506C-9B19-6490-A3A7-959C5053D192}"/>
              </a:ext>
            </a:extLst>
          </p:cNvPr>
          <p:cNvSpPr txBox="1"/>
          <p:nvPr/>
        </p:nvSpPr>
        <p:spPr>
          <a:xfrm>
            <a:off x="4455634" y="1374476"/>
            <a:ext cx="3287129" cy="276999"/>
          </a:xfrm>
          <a:prstGeom prst="rect">
            <a:avLst/>
          </a:prstGeom>
          <a:noFill/>
        </p:spPr>
        <p:txBody>
          <a:bodyPr wrap="square" lIns="0" tIns="0" rIns="0" bIns="0" anchor="t">
            <a:spAutoFit/>
          </a:bodyPr>
          <a:lstStyle/>
          <a:p>
            <a:pPr algn="l"/>
            <a:r>
              <a:rPr b="1" i="0" u="none" err="1">
                <a:solidFill>
                  <a:srgbClr val="000000"/>
                </a:solidFill>
                <a:latin typeface="Noto Sans JP"/>
              </a:rPr>
              <a:t>工程</a:t>
            </a:r>
            <a:r>
              <a:rPr b="1" i="0" u="none">
                <a:solidFill>
                  <a:srgbClr val="000000"/>
                </a:solidFill>
                <a:latin typeface="Noto Sans JP"/>
              </a:rPr>
              <a:t>② </a:t>
            </a:r>
            <a:r>
              <a:rPr b="1" i="0" u="none" err="1">
                <a:solidFill>
                  <a:srgbClr val="000000"/>
                </a:solidFill>
                <a:latin typeface="Noto Sans JP"/>
              </a:rPr>
              <a:t>データ</a:t>
            </a:r>
            <a:r>
              <a:rPr lang="ja-JP" altLang="en-US" b="1">
                <a:solidFill>
                  <a:srgbClr val="000000"/>
                </a:solidFill>
                <a:latin typeface="Noto Sans JP"/>
              </a:rPr>
              <a:t>作成</a:t>
            </a:r>
            <a:r>
              <a:rPr b="1" i="0" u="none">
                <a:solidFill>
                  <a:srgbClr val="000000"/>
                </a:solidFill>
                <a:latin typeface="Noto Sans JP"/>
              </a:rPr>
              <a:t>・</a:t>
            </a:r>
            <a:r>
              <a:rPr b="1" i="0" u="none" err="1">
                <a:solidFill>
                  <a:srgbClr val="000000"/>
                </a:solidFill>
                <a:latin typeface="Noto Sans JP"/>
              </a:rPr>
              <a:t>追加学習</a:t>
            </a:r>
            <a:endParaRPr b="1" i="0" u="none">
              <a:solidFill>
                <a:srgbClr val="000000"/>
              </a:solidFill>
              <a:latin typeface="Noto Sans JP"/>
            </a:endParaRPr>
          </a:p>
        </p:txBody>
      </p:sp>
      <p:sp>
        <p:nvSpPr>
          <p:cNvPr id="74" name="Rectangle 11">
            <a:extLst>
              <a:ext uri="{FF2B5EF4-FFF2-40B4-BE49-F238E27FC236}">
                <a16:creationId xmlns:a16="http://schemas.microsoft.com/office/drawing/2014/main" id="{BB38B52C-7367-5B6E-F513-6657C0E74770}"/>
              </a:ext>
            </a:extLst>
          </p:cNvPr>
          <p:cNvSpPr/>
          <p:nvPr/>
        </p:nvSpPr>
        <p:spPr>
          <a:xfrm>
            <a:off x="4455634" y="1688801"/>
            <a:ext cx="3130599" cy="952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12">
            <a:extLst>
              <a:ext uri="{FF2B5EF4-FFF2-40B4-BE49-F238E27FC236}">
                <a16:creationId xmlns:a16="http://schemas.microsoft.com/office/drawing/2014/main" id="{D6898660-3BC6-330B-B577-BCD1B73A73F0}"/>
              </a:ext>
            </a:extLst>
          </p:cNvPr>
          <p:cNvSpPr txBox="1"/>
          <p:nvPr/>
        </p:nvSpPr>
        <p:spPr>
          <a:xfrm>
            <a:off x="4455634" y="1793576"/>
            <a:ext cx="3130599" cy="654025"/>
          </a:xfrm>
          <a:prstGeom prst="rect">
            <a:avLst/>
          </a:prstGeom>
          <a:noFill/>
        </p:spPr>
        <p:txBody>
          <a:bodyPr wrap="square" lIns="0" tIns="0" rIns="0" bIns="0" anchor="t">
            <a:spAutoFit/>
          </a:bodyPr>
          <a:lstStyle/>
          <a:p>
            <a:pPr algn="l">
              <a:lnSpc>
                <a:spcPts val="1687"/>
              </a:lnSpc>
            </a:pPr>
            <a:r>
              <a:rPr lang="en-US">
                <a:solidFill>
                  <a:srgbClr val="222222"/>
                </a:solidFill>
                <a:latin typeface="Noto Sans JP"/>
              </a:rPr>
              <a:t>3DCG</a:t>
            </a:r>
            <a:r>
              <a:rPr b="0" i="0" u="none">
                <a:solidFill>
                  <a:srgbClr val="222222"/>
                </a:solidFill>
                <a:latin typeface="Noto Sans JP"/>
              </a:rPr>
              <a:t>を用い</a:t>
            </a:r>
            <a:r>
              <a:rPr lang="ja-JP" altLang="en-US" b="0" i="0" u="none">
                <a:solidFill>
                  <a:srgbClr val="222222"/>
                </a:solidFill>
                <a:latin typeface="Noto Sans JP"/>
              </a:rPr>
              <a:t>て</a:t>
            </a:r>
            <a:r>
              <a:rPr b="0" i="0" u="none">
                <a:solidFill>
                  <a:srgbClr val="222222"/>
                </a:solidFill>
                <a:latin typeface="Noto Sans JP"/>
              </a:rPr>
              <a:t>、</a:t>
            </a:r>
            <a:r>
              <a:rPr b="0" i="0" u="none" err="1">
                <a:solidFill>
                  <a:srgbClr val="222222"/>
                </a:solidFill>
                <a:latin typeface="Noto Sans JP"/>
              </a:rPr>
              <a:t>アノテーションデータを自動生成し追加学習</a:t>
            </a:r>
            <a:endParaRPr b="0" i="0" u="none">
              <a:solidFill>
                <a:srgbClr val="222222"/>
              </a:solidFill>
              <a:latin typeface="Noto Sans JP"/>
            </a:endParaRPr>
          </a:p>
        </p:txBody>
      </p:sp>
      <p:sp>
        <p:nvSpPr>
          <p:cNvPr id="78" name="TextBox 13">
            <a:extLst>
              <a:ext uri="{FF2B5EF4-FFF2-40B4-BE49-F238E27FC236}">
                <a16:creationId xmlns:a16="http://schemas.microsoft.com/office/drawing/2014/main" id="{072A197C-73CE-E770-5CEC-2381075B62A7}"/>
              </a:ext>
            </a:extLst>
          </p:cNvPr>
          <p:cNvSpPr txBox="1"/>
          <p:nvPr/>
        </p:nvSpPr>
        <p:spPr>
          <a:xfrm>
            <a:off x="8195834" y="1374476"/>
            <a:ext cx="3286973" cy="276999"/>
          </a:xfrm>
          <a:prstGeom prst="rect">
            <a:avLst/>
          </a:prstGeom>
          <a:noFill/>
        </p:spPr>
        <p:txBody>
          <a:bodyPr wrap="square" lIns="0" tIns="0" rIns="0" bIns="0" anchor="t">
            <a:spAutoFit/>
          </a:bodyPr>
          <a:lstStyle/>
          <a:p>
            <a:pPr algn="l"/>
            <a:r>
              <a:rPr b="1" i="0" u="none" err="1">
                <a:solidFill>
                  <a:srgbClr val="000000"/>
                </a:solidFill>
                <a:latin typeface="Noto Sans JP"/>
              </a:rPr>
              <a:t>工程</a:t>
            </a:r>
            <a:r>
              <a:rPr b="1" i="0" u="none">
                <a:solidFill>
                  <a:srgbClr val="000000"/>
                </a:solidFill>
                <a:latin typeface="Noto Sans JP"/>
              </a:rPr>
              <a:t>③ </a:t>
            </a:r>
            <a:r>
              <a:rPr b="1" i="0" u="none" err="1">
                <a:solidFill>
                  <a:srgbClr val="000000"/>
                </a:solidFill>
                <a:latin typeface="Noto Sans JP"/>
              </a:rPr>
              <a:t>精度評価</a:t>
            </a:r>
            <a:endParaRPr b="1" i="0" u="none">
              <a:solidFill>
                <a:srgbClr val="000000"/>
              </a:solidFill>
              <a:latin typeface="Noto Sans JP"/>
            </a:endParaRPr>
          </a:p>
        </p:txBody>
      </p:sp>
      <p:sp>
        <p:nvSpPr>
          <p:cNvPr id="80" name="Rectangle 14">
            <a:extLst>
              <a:ext uri="{FF2B5EF4-FFF2-40B4-BE49-F238E27FC236}">
                <a16:creationId xmlns:a16="http://schemas.microsoft.com/office/drawing/2014/main" id="{7A0FDA31-BA45-6351-2E5D-85A2EF181871}"/>
              </a:ext>
            </a:extLst>
          </p:cNvPr>
          <p:cNvSpPr/>
          <p:nvPr/>
        </p:nvSpPr>
        <p:spPr>
          <a:xfrm>
            <a:off x="8195834" y="1688801"/>
            <a:ext cx="3130450" cy="952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15">
            <a:extLst>
              <a:ext uri="{FF2B5EF4-FFF2-40B4-BE49-F238E27FC236}">
                <a16:creationId xmlns:a16="http://schemas.microsoft.com/office/drawing/2014/main" id="{C4EFB3A5-783B-CB19-CE71-3555A3112621}"/>
              </a:ext>
            </a:extLst>
          </p:cNvPr>
          <p:cNvSpPr txBox="1"/>
          <p:nvPr/>
        </p:nvSpPr>
        <p:spPr>
          <a:xfrm>
            <a:off x="8195834" y="1793576"/>
            <a:ext cx="3130450" cy="654025"/>
          </a:xfrm>
          <a:prstGeom prst="rect">
            <a:avLst/>
          </a:prstGeom>
          <a:noFill/>
        </p:spPr>
        <p:txBody>
          <a:bodyPr wrap="square" lIns="0" tIns="0" rIns="0" bIns="0" anchor="t">
            <a:spAutoFit/>
          </a:bodyPr>
          <a:lstStyle/>
          <a:p>
            <a:pPr algn="l">
              <a:lnSpc>
                <a:spcPts val="1687"/>
              </a:lnSpc>
            </a:pPr>
            <a:r>
              <a:rPr sz="1600" b="0" i="0" u="none" err="1">
                <a:solidFill>
                  <a:srgbClr val="222222"/>
                </a:solidFill>
                <a:latin typeface="Noto Sans JP"/>
              </a:rPr>
              <a:t>テストデータで柔軟性・恒常性</a:t>
            </a:r>
            <a:r>
              <a:rPr lang="ja-JP" altLang="en-US" sz="1600">
                <a:solidFill>
                  <a:srgbClr val="222222"/>
                </a:solidFill>
                <a:latin typeface="Noto Sans JP"/>
              </a:rPr>
              <a:t>、</a:t>
            </a:r>
            <a:r>
              <a:rPr sz="1600" b="0" i="0" u="none" err="1">
                <a:solidFill>
                  <a:srgbClr val="222222"/>
                </a:solidFill>
                <a:latin typeface="Noto Sans JP"/>
              </a:rPr>
              <a:t>およびセルフオクルージョン精度を評価</a:t>
            </a:r>
            <a:r>
              <a:rPr lang="ja-JP" altLang="en-US" sz="1600" b="0" i="0" u="none">
                <a:solidFill>
                  <a:srgbClr val="222222"/>
                </a:solidFill>
                <a:latin typeface="Noto Sans JP"/>
              </a:rPr>
              <a:t>する</a:t>
            </a:r>
            <a:endParaRPr sz="1600" b="0" i="0" u="none">
              <a:solidFill>
                <a:srgbClr val="222222"/>
              </a:solidFill>
              <a:latin typeface="Noto Sans JP"/>
            </a:endParaRPr>
          </a:p>
        </p:txBody>
      </p:sp>
      <p:sp>
        <p:nvSpPr>
          <p:cNvPr id="84" name="TextBox 3">
            <a:extLst>
              <a:ext uri="{FF2B5EF4-FFF2-40B4-BE49-F238E27FC236}">
                <a16:creationId xmlns:a16="http://schemas.microsoft.com/office/drawing/2014/main" id="{E8941C6E-BECC-F19B-0511-0C975E9646F3}"/>
              </a:ext>
            </a:extLst>
          </p:cNvPr>
          <p:cNvSpPr txBox="1"/>
          <p:nvPr/>
        </p:nvSpPr>
        <p:spPr>
          <a:xfrm>
            <a:off x="624569" y="3101843"/>
            <a:ext cx="11029950" cy="634533"/>
          </a:xfrm>
          <a:prstGeom prst="rect">
            <a:avLst/>
          </a:prstGeom>
          <a:noFill/>
        </p:spPr>
        <p:txBody>
          <a:bodyPr wrap="square" lIns="0" tIns="0" rIns="0" bIns="0" anchor="t">
            <a:spAutoFit/>
          </a:bodyPr>
          <a:lstStyle/>
          <a:p>
            <a:pPr>
              <a:lnSpc>
                <a:spcPts val="2550"/>
              </a:lnSpc>
            </a:pPr>
            <a:r>
              <a:rPr lang="en-US" altLang="ja-JP" sz="2000">
                <a:solidFill>
                  <a:srgbClr val="222222"/>
                </a:solidFill>
                <a:latin typeface="Noto Sans JP"/>
              </a:rPr>
              <a:t>3</a:t>
            </a:r>
            <a:r>
              <a:rPr lang="ja-JP" altLang="en-US" sz="2000">
                <a:solidFill>
                  <a:srgbClr val="222222"/>
                </a:solidFill>
                <a:latin typeface="Noto Sans JP"/>
              </a:rPr>
              <a:t>つの工程を繰り返し実施することで、得られたモデル間の推定精度を比較することで、体の柔軟性を再現するのに最適な関節点数を定める</a:t>
            </a:r>
          </a:p>
        </p:txBody>
      </p:sp>
      <p:sp>
        <p:nvSpPr>
          <p:cNvPr id="86" name="正方形/長方形 85">
            <a:extLst>
              <a:ext uri="{FF2B5EF4-FFF2-40B4-BE49-F238E27FC236}">
                <a16:creationId xmlns:a16="http://schemas.microsoft.com/office/drawing/2014/main" id="{8D5CE153-158C-57A3-368D-84BA713A93A3}"/>
              </a:ext>
            </a:extLst>
          </p:cNvPr>
          <p:cNvSpPr/>
          <p:nvPr/>
        </p:nvSpPr>
        <p:spPr>
          <a:xfrm>
            <a:off x="460194" y="1237323"/>
            <a:ext cx="3614073" cy="1556022"/>
          </a:xfrm>
          <a:prstGeom prst="rect">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kumimoji="1" lang="ja-JP" altLang="en-US"/>
          </a:p>
        </p:txBody>
      </p:sp>
      <p:sp>
        <p:nvSpPr>
          <p:cNvPr id="88" name="正方形/長方形 87">
            <a:extLst>
              <a:ext uri="{FF2B5EF4-FFF2-40B4-BE49-F238E27FC236}">
                <a16:creationId xmlns:a16="http://schemas.microsoft.com/office/drawing/2014/main" id="{42FC6FB7-167C-242D-6B35-98A9D310C231}"/>
              </a:ext>
            </a:extLst>
          </p:cNvPr>
          <p:cNvSpPr/>
          <p:nvPr/>
        </p:nvSpPr>
        <p:spPr>
          <a:xfrm>
            <a:off x="4223520" y="1237323"/>
            <a:ext cx="3614073" cy="1556022"/>
          </a:xfrm>
          <a:prstGeom prst="rect">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kumimoji="1" lang="ja-JP" altLang="en-US"/>
          </a:p>
        </p:txBody>
      </p:sp>
      <p:sp>
        <p:nvSpPr>
          <p:cNvPr id="90" name="正方形/長方形 89">
            <a:extLst>
              <a:ext uri="{FF2B5EF4-FFF2-40B4-BE49-F238E27FC236}">
                <a16:creationId xmlns:a16="http://schemas.microsoft.com/office/drawing/2014/main" id="{AC000FBC-20D8-241D-5CC4-3AFAA158765F}"/>
              </a:ext>
            </a:extLst>
          </p:cNvPr>
          <p:cNvSpPr/>
          <p:nvPr/>
        </p:nvSpPr>
        <p:spPr>
          <a:xfrm>
            <a:off x="8020290" y="1237323"/>
            <a:ext cx="3614073" cy="1556022"/>
          </a:xfrm>
          <a:prstGeom prst="rect">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kumimoji="1" lang="ja-JP" altLang="en-US"/>
          </a:p>
        </p:txBody>
      </p:sp>
      <p:sp>
        <p:nvSpPr>
          <p:cNvPr id="2" name="Footer Placeholder 4">
            <a:extLst>
              <a:ext uri="{FF2B5EF4-FFF2-40B4-BE49-F238E27FC236}">
                <a16:creationId xmlns:a16="http://schemas.microsoft.com/office/drawing/2014/main" id="{35ED4072-AF16-FDB2-129E-DDBC8DA231BF}"/>
              </a:ext>
            </a:extLst>
          </p:cNvPr>
          <p:cNvSpPr>
            <a:spLocks noGrp="1"/>
          </p:cNvSpPr>
          <p:nvPr>
            <p:ph type="ftr" sz="quarter" idx="11"/>
          </p:nvPr>
        </p:nvSpPr>
        <p:spPr>
          <a:xfrm>
            <a:off x="4038600" y="6449338"/>
            <a:ext cx="4114800" cy="365125"/>
          </a:xfrm>
        </p:spPr>
        <p:txBody>
          <a:bodyPr/>
          <a:lstStyle/>
          <a:p>
            <a:r>
              <a:rPr lang="en-US"/>
              <a:t>A-14-02</a:t>
            </a:r>
          </a:p>
        </p:txBody>
      </p:sp>
      <p:sp>
        <p:nvSpPr>
          <p:cNvPr id="3" name="Date Placeholder 3">
            <a:extLst>
              <a:ext uri="{FF2B5EF4-FFF2-40B4-BE49-F238E27FC236}">
                <a16:creationId xmlns:a16="http://schemas.microsoft.com/office/drawing/2014/main" id="{924003C7-F022-1A66-9B84-3F2CF60600D8}"/>
              </a:ext>
            </a:extLst>
          </p:cNvPr>
          <p:cNvSpPr>
            <a:spLocks noGrp="1"/>
          </p:cNvSpPr>
          <p:nvPr>
            <p:ph type="dt" sz="half" idx="10"/>
          </p:nvPr>
        </p:nvSpPr>
        <p:spPr>
          <a:xfrm>
            <a:off x="838200" y="6449338"/>
            <a:ext cx="2743200" cy="365125"/>
          </a:xfrm>
        </p:spPr>
        <p:txBody>
          <a:bodyPr/>
          <a:lstStyle/>
          <a:p>
            <a:r>
              <a:rPr lang="en-US"/>
              <a:t>2026/9/24</a:t>
            </a:r>
          </a:p>
        </p:txBody>
      </p:sp>
    </p:spTree>
    <p:extLst>
      <p:ext uri="{BB962C8B-B14F-4D97-AF65-F5344CB8AC3E}">
        <p14:creationId xmlns:p14="http://schemas.microsoft.com/office/powerpoint/2010/main" val="10551577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F277C-C1C3-8BCF-B3F7-3AC6E159D2F7}"/>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417BE49C-C1BF-D84D-FF8D-0D75F404D258}"/>
              </a:ext>
            </a:extLst>
          </p:cNvPr>
          <p:cNvSpPr>
            <a:spLocks noGrp="1"/>
          </p:cNvSpPr>
          <p:nvPr>
            <p:ph type="sldNum" sz="quarter" idx="12"/>
          </p:nvPr>
        </p:nvSpPr>
        <p:spPr/>
        <p:txBody>
          <a:bodyPr/>
          <a:lstStyle/>
          <a:p>
            <a:fld id="{465F6A33-8929-41AA-8A25-00E3AA79F1EE}" type="slidenum">
              <a:rPr lang="en-US" smtClean="0"/>
              <a:t>5</a:t>
            </a:fld>
            <a:endParaRPr lang="en-US"/>
          </a:p>
        </p:txBody>
      </p:sp>
      <p:sp>
        <p:nvSpPr>
          <p:cNvPr id="11" name="テキスト ボックス 10">
            <a:extLst>
              <a:ext uri="{FF2B5EF4-FFF2-40B4-BE49-F238E27FC236}">
                <a16:creationId xmlns:a16="http://schemas.microsoft.com/office/drawing/2014/main" id="{91B4097F-F4DE-7614-E244-523CB55123A3}"/>
              </a:ext>
            </a:extLst>
          </p:cNvPr>
          <p:cNvSpPr txBox="1"/>
          <p:nvPr/>
        </p:nvSpPr>
        <p:spPr>
          <a:xfrm>
            <a:off x="277091" y="258618"/>
            <a:ext cx="6465454" cy="646331"/>
          </a:xfrm>
          <a:prstGeom prst="rect">
            <a:avLst/>
          </a:prstGeom>
          <a:noFill/>
        </p:spPr>
        <p:txBody>
          <a:bodyPr wrap="square" rtlCol="0">
            <a:spAutoFit/>
          </a:bodyPr>
          <a:lstStyle/>
          <a:p>
            <a:r>
              <a:rPr kumimoji="1" lang="ja-JP" altLang="en-US" sz="3600"/>
              <a:t>研究内容</a:t>
            </a:r>
          </a:p>
        </p:txBody>
      </p:sp>
      <p:cxnSp>
        <p:nvCxnSpPr>
          <p:cNvPr id="10" name="直線コネクタ 9">
            <a:extLst>
              <a:ext uri="{FF2B5EF4-FFF2-40B4-BE49-F238E27FC236}">
                <a16:creationId xmlns:a16="http://schemas.microsoft.com/office/drawing/2014/main" id="{A17394FF-A0C8-84E9-201D-7D4A8E67D0F9}"/>
              </a:ext>
            </a:extLst>
          </p:cNvPr>
          <p:cNvCxnSpPr/>
          <p:nvPr/>
        </p:nvCxnSpPr>
        <p:spPr>
          <a:xfrm>
            <a:off x="277090" y="904949"/>
            <a:ext cx="1152065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3">
            <a:extLst>
              <a:ext uri="{FF2B5EF4-FFF2-40B4-BE49-F238E27FC236}">
                <a16:creationId xmlns:a16="http://schemas.microsoft.com/office/drawing/2014/main" id="{B536C97C-7F56-9B94-FB59-AC30D5D066EA}"/>
              </a:ext>
            </a:extLst>
          </p:cNvPr>
          <p:cNvSpPr txBox="1"/>
          <p:nvPr/>
        </p:nvSpPr>
        <p:spPr>
          <a:xfrm>
            <a:off x="581025" y="1161334"/>
            <a:ext cx="10772775" cy="2799421"/>
          </a:xfrm>
          <a:prstGeom prst="rect">
            <a:avLst/>
          </a:prstGeom>
          <a:noFill/>
        </p:spPr>
        <p:txBody>
          <a:bodyPr wrap="square" lIns="0" tIns="0" rIns="0" bIns="0" anchor="t">
            <a:spAutoFit/>
          </a:bodyPr>
          <a:lstStyle/>
          <a:p>
            <a:pPr>
              <a:lnSpc>
                <a:spcPts val="2400"/>
              </a:lnSpc>
            </a:pPr>
            <a:r>
              <a:rPr lang="ja-JP" altLang="en-US" sz="2000" b="1">
                <a:solidFill>
                  <a:srgbClr val="222222"/>
                </a:solidFill>
                <a:latin typeface="Noto Sans JP"/>
              </a:rPr>
              <a:t>工程① 人体モデルの拡張</a:t>
            </a:r>
            <a:endParaRPr lang="en-US" altLang="ja-JP" sz="2000" b="1">
              <a:solidFill>
                <a:srgbClr val="222222"/>
              </a:solidFill>
              <a:latin typeface="Noto Sans JP"/>
            </a:endParaRPr>
          </a:p>
          <a:p>
            <a:pPr>
              <a:lnSpc>
                <a:spcPts val="2400"/>
              </a:lnSpc>
            </a:pPr>
            <a:endParaRPr lang="en-US" altLang="ja-JP" sz="2000" b="1">
              <a:solidFill>
                <a:srgbClr val="222222"/>
              </a:solidFill>
              <a:latin typeface="Noto Sans JP"/>
            </a:endParaRPr>
          </a:p>
          <a:p>
            <a:pPr>
              <a:lnSpc>
                <a:spcPts val="2400"/>
              </a:lnSpc>
            </a:pPr>
            <a:r>
              <a:rPr lang="ja-JP" altLang="en-US" sz="2000">
                <a:solidFill>
                  <a:srgbClr val="222222"/>
                </a:solidFill>
                <a:latin typeface="Noto Sans JP"/>
              </a:rPr>
              <a:t>関節点数：首から腰の間に新たに</a:t>
            </a:r>
            <a:r>
              <a:rPr lang="en-US" altLang="ja-JP" sz="2000">
                <a:solidFill>
                  <a:srgbClr val="222222"/>
                </a:solidFill>
                <a:latin typeface="Noto Sans JP"/>
              </a:rPr>
              <a:t>2</a:t>
            </a:r>
            <a:r>
              <a:rPr lang="ja-JP" altLang="en-US" sz="2000">
                <a:solidFill>
                  <a:srgbClr val="222222"/>
                </a:solidFill>
                <a:latin typeface="Noto Sans JP"/>
              </a:rPr>
              <a:t>つのキーポイントを追加（合計</a:t>
            </a:r>
            <a:r>
              <a:rPr lang="en-US" altLang="ja-JP" sz="2000">
                <a:solidFill>
                  <a:srgbClr val="222222"/>
                </a:solidFill>
                <a:latin typeface="Noto Sans JP"/>
              </a:rPr>
              <a:t>19</a:t>
            </a:r>
            <a:r>
              <a:rPr lang="ja-JP" altLang="en-US" sz="2000">
                <a:solidFill>
                  <a:srgbClr val="222222"/>
                </a:solidFill>
                <a:latin typeface="Noto Sans JP"/>
              </a:rPr>
              <a:t>点）</a:t>
            </a:r>
            <a:endParaRPr lang="en-US" altLang="ja-JP" sz="2000">
              <a:solidFill>
                <a:srgbClr val="222222"/>
              </a:solidFill>
              <a:latin typeface="Noto Sans JP"/>
            </a:endParaRPr>
          </a:p>
          <a:p>
            <a:pPr>
              <a:lnSpc>
                <a:spcPts val="2400"/>
              </a:lnSpc>
            </a:pPr>
            <a:br>
              <a:rPr lang="en-US" altLang="ja-JP" sz="2000">
                <a:solidFill>
                  <a:srgbClr val="222222"/>
                </a:solidFill>
                <a:latin typeface="Noto Sans JP"/>
              </a:rPr>
            </a:br>
            <a:r>
              <a:rPr lang="ja-JP" altLang="en-US" sz="2000">
                <a:solidFill>
                  <a:srgbClr val="222222"/>
                </a:solidFill>
                <a:latin typeface="Noto Sans JP"/>
              </a:rPr>
              <a:t>使用する姿勢推定モデル</a:t>
            </a:r>
            <a:endParaRPr lang="en-US" altLang="ja-JP" sz="2000">
              <a:solidFill>
                <a:srgbClr val="222222"/>
              </a:solidFill>
              <a:latin typeface="Noto Sans JP"/>
            </a:endParaRPr>
          </a:p>
          <a:p>
            <a:pPr>
              <a:lnSpc>
                <a:spcPts val="2550"/>
              </a:lnSpc>
            </a:pPr>
            <a:r>
              <a:rPr lang="en-US" altLang="ja-JP" sz="2000">
                <a:solidFill>
                  <a:srgbClr val="000000"/>
                </a:solidFill>
                <a:latin typeface="Noto Sans JP"/>
              </a:rPr>
              <a:t>2</a:t>
            </a:r>
            <a:r>
              <a:rPr lang="ja-JP" altLang="en-US" sz="2000">
                <a:solidFill>
                  <a:srgbClr val="000000"/>
                </a:solidFill>
                <a:latin typeface="Noto Sans JP"/>
              </a:rPr>
              <a:t>次元姿勢推定（</a:t>
            </a:r>
            <a:r>
              <a:rPr lang="en-US" altLang="ja-JP" sz="2000" err="1">
                <a:solidFill>
                  <a:srgbClr val="000000"/>
                </a:solidFill>
                <a:latin typeface="Noto Sans JP"/>
              </a:rPr>
              <a:t>HRNet</a:t>
            </a:r>
            <a:r>
              <a:rPr lang="ja-JP" altLang="en-US" sz="2000">
                <a:solidFill>
                  <a:srgbClr val="000000"/>
                </a:solidFill>
                <a:latin typeface="Noto Sans JP"/>
              </a:rPr>
              <a:t>）：</a:t>
            </a:r>
            <a:r>
              <a:rPr lang="ja-JP" altLang="en-US" sz="2000">
                <a:solidFill>
                  <a:srgbClr val="222222"/>
                </a:solidFill>
                <a:latin typeface="Noto Sans JP"/>
              </a:rPr>
              <a:t> 画像から人物の</a:t>
            </a:r>
            <a:r>
              <a:rPr lang="en-US" altLang="ja-JP" sz="2000">
                <a:solidFill>
                  <a:srgbClr val="222222"/>
                </a:solidFill>
                <a:latin typeface="Noto Sans JP"/>
              </a:rPr>
              <a:t>2D</a:t>
            </a:r>
            <a:r>
              <a:rPr lang="ja-JP" altLang="en-US" sz="2000">
                <a:solidFill>
                  <a:srgbClr val="222222"/>
                </a:solidFill>
                <a:latin typeface="Noto Sans JP"/>
              </a:rPr>
              <a:t>姿勢推定を行う</a:t>
            </a:r>
            <a:endParaRPr lang="en-US" altLang="ja-JP" sz="2000">
              <a:solidFill>
                <a:srgbClr val="222222"/>
              </a:solidFill>
              <a:latin typeface="Noto Sans JP"/>
            </a:endParaRPr>
          </a:p>
          <a:p>
            <a:pPr>
              <a:lnSpc>
                <a:spcPts val="2550"/>
              </a:lnSpc>
            </a:pPr>
            <a:r>
              <a:rPr lang="en-US" altLang="ja-JP" sz="2000">
                <a:solidFill>
                  <a:srgbClr val="000000"/>
                </a:solidFill>
                <a:latin typeface="Noto Sans JP"/>
              </a:rPr>
              <a:t>3</a:t>
            </a:r>
            <a:r>
              <a:rPr lang="ja-JP" altLang="en-US" sz="2000">
                <a:solidFill>
                  <a:srgbClr val="000000"/>
                </a:solidFill>
                <a:latin typeface="Noto Sans JP"/>
              </a:rPr>
              <a:t>次元姿勢変換（</a:t>
            </a:r>
            <a:r>
              <a:rPr lang="en-US" altLang="ja-JP" sz="2000" err="1">
                <a:solidFill>
                  <a:srgbClr val="000000"/>
                </a:solidFill>
                <a:latin typeface="Noto Sans JP"/>
              </a:rPr>
              <a:t>MotionBERT</a:t>
            </a:r>
            <a:r>
              <a:rPr lang="ja-JP" altLang="en-US" sz="2000">
                <a:solidFill>
                  <a:srgbClr val="000000"/>
                </a:solidFill>
                <a:latin typeface="Noto Sans JP"/>
              </a:rPr>
              <a:t>）</a:t>
            </a:r>
            <a:r>
              <a:rPr lang="ja-JP" altLang="en-US" sz="2000" b="1">
                <a:solidFill>
                  <a:srgbClr val="000000"/>
                </a:solidFill>
                <a:latin typeface="Noto Sans JP"/>
              </a:rPr>
              <a:t>：</a:t>
            </a:r>
            <a:r>
              <a:rPr lang="ja-JP" altLang="en-US" sz="2000">
                <a:solidFill>
                  <a:srgbClr val="222222"/>
                </a:solidFill>
                <a:latin typeface="Noto Sans JP"/>
              </a:rPr>
              <a:t> </a:t>
            </a:r>
            <a:r>
              <a:rPr lang="en-US" altLang="ja-JP" sz="2000">
                <a:solidFill>
                  <a:srgbClr val="222222"/>
                </a:solidFill>
                <a:latin typeface="Noto Sans JP"/>
              </a:rPr>
              <a:t>2D</a:t>
            </a:r>
            <a:r>
              <a:rPr lang="ja-JP" altLang="en-US" sz="2000">
                <a:solidFill>
                  <a:srgbClr val="222222"/>
                </a:solidFill>
                <a:latin typeface="Noto Sans JP"/>
              </a:rPr>
              <a:t>座標の座標データと画像からを</a:t>
            </a:r>
            <a:r>
              <a:rPr lang="en-US" altLang="ja-JP" sz="2000">
                <a:solidFill>
                  <a:srgbClr val="222222"/>
                </a:solidFill>
                <a:latin typeface="Noto Sans JP"/>
              </a:rPr>
              <a:t>3D</a:t>
            </a:r>
            <a:r>
              <a:rPr lang="ja-JP" altLang="en-US" sz="2000">
                <a:solidFill>
                  <a:srgbClr val="222222"/>
                </a:solidFill>
                <a:latin typeface="Noto Sans JP"/>
              </a:rPr>
              <a:t>姿勢へ変換する</a:t>
            </a:r>
          </a:p>
          <a:p>
            <a:pPr>
              <a:lnSpc>
                <a:spcPts val="2400"/>
              </a:lnSpc>
            </a:pPr>
            <a:endParaRPr lang="en-US" altLang="ja-JP" b="1">
              <a:solidFill>
                <a:srgbClr val="222222"/>
              </a:solidFill>
              <a:latin typeface="Noto Sans JP"/>
            </a:endParaRPr>
          </a:p>
          <a:p>
            <a:pPr>
              <a:lnSpc>
                <a:spcPts val="2400"/>
              </a:lnSpc>
            </a:pPr>
            <a:endParaRPr lang="en-US" altLang="ja-JP">
              <a:solidFill>
                <a:srgbClr val="222222"/>
              </a:solidFill>
              <a:latin typeface="Noto Sans JP"/>
            </a:endParaRPr>
          </a:p>
        </p:txBody>
      </p:sp>
      <p:sp>
        <p:nvSpPr>
          <p:cNvPr id="12" name="テキスト ボックス 11">
            <a:extLst>
              <a:ext uri="{FF2B5EF4-FFF2-40B4-BE49-F238E27FC236}">
                <a16:creationId xmlns:a16="http://schemas.microsoft.com/office/drawing/2014/main" id="{0226D204-1000-FB7D-DEB6-DED1B3B14525}"/>
              </a:ext>
            </a:extLst>
          </p:cNvPr>
          <p:cNvSpPr txBox="1"/>
          <p:nvPr/>
        </p:nvSpPr>
        <p:spPr>
          <a:xfrm>
            <a:off x="6175026" y="5954095"/>
            <a:ext cx="3724828" cy="338554"/>
          </a:xfrm>
          <a:prstGeom prst="rect">
            <a:avLst/>
          </a:prstGeom>
          <a:noFill/>
        </p:spPr>
        <p:txBody>
          <a:bodyPr vert="horz" wrap="square" rtlCol="0">
            <a:spAutoFit/>
          </a:bodyPr>
          <a:lstStyle/>
          <a:p>
            <a:r>
              <a:rPr lang="ja-JP" altLang="en-US" sz="1600"/>
              <a:t>拡張後のキーポイントの配置（</a:t>
            </a:r>
            <a:r>
              <a:rPr lang="en-US" altLang="ja-JP" sz="1600"/>
              <a:t>19</a:t>
            </a:r>
            <a:r>
              <a:rPr lang="ja-JP" altLang="en-US" sz="1600"/>
              <a:t>点）</a:t>
            </a:r>
            <a:endParaRPr lang="en-US" altLang="ja-JP" sz="1600"/>
          </a:p>
        </p:txBody>
      </p:sp>
      <p:grpSp>
        <p:nvGrpSpPr>
          <p:cNvPr id="36" name="グループ化 35">
            <a:extLst>
              <a:ext uri="{FF2B5EF4-FFF2-40B4-BE49-F238E27FC236}">
                <a16:creationId xmlns:a16="http://schemas.microsoft.com/office/drawing/2014/main" id="{F0049436-56F1-A961-8F07-F7FC92828F94}"/>
              </a:ext>
            </a:extLst>
          </p:cNvPr>
          <p:cNvGrpSpPr>
            <a:grpSpLocks noChangeAspect="1"/>
          </p:cNvGrpSpPr>
          <p:nvPr/>
        </p:nvGrpSpPr>
        <p:grpSpPr>
          <a:xfrm>
            <a:off x="6566344" y="3429000"/>
            <a:ext cx="2261567" cy="2517109"/>
            <a:chOff x="9688657" y="2962364"/>
            <a:chExt cx="1673182" cy="1896407"/>
          </a:xfrm>
        </p:grpSpPr>
        <p:pic>
          <p:nvPicPr>
            <p:cNvPr id="42" name="図 41">
              <a:extLst>
                <a:ext uri="{FF2B5EF4-FFF2-40B4-BE49-F238E27FC236}">
                  <a16:creationId xmlns:a16="http://schemas.microsoft.com/office/drawing/2014/main" id="{09AC1799-4821-BBCD-27E2-90421F7BA6B1}"/>
                </a:ext>
              </a:extLst>
            </p:cNvPr>
            <p:cNvPicPr>
              <a:picLocks noChangeAspect="1"/>
            </p:cNvPicPr>
            <p:nvPr/>
          </p:nvPicPr>
          <p:blipFill>
            <a:blip r:embed="rId3">
              <a:extLst>
                <a:ext uri="{28A0092B-C50C-407E-A947-70E740481C1C}">
                  <a14:useLocalDpi xmlns:a14="http://schemas.microsoft.com/office/drawing/2010/main" val="0"/>
                </a:ext>
              </a:extLst>
            </a:blip>
            <a:srcRect l="8225" t="3337" r="14732" b="47074"/>
            <a:stretch>
              <a:fillRect/>
            </a:stretch>
          </p:blipFill>
          <p:spPr>
            <a:xfrm>
              <a:off x="9688657" y="2962364"/>
              <a:ext cx="1673182" cy="1896407"/>
            </a:xfrm>
            <a:prstGeom prst="rect">
              <a:avLst/>
            </a:prstGeom>
            <a:ln>
              <a:noFill/>
            </a:ln>
          </p:spPr>
        </p:pic>
        <p:sp>
          <p:nvSpPr>
            <p:cNvPr id="43" name="楕円 42">
              <a:extLst>
                <a:ext uri="{FF2B5EF4-FFF2-40B4-BE49-F238E27FC236}">
                  <a16:creationId xmlns:a16="http://schemas.microsoft.com/office/drawing/2014/main" id="{70289AF4-8101-9CA7-9C92-1EB6F0F7FEB8}"/>
                </a:ext>
              </a:extLst>
            </p:cNvPr>
            <p:cNvSpPr/>
            <p:nvPr/>
          </p:nvSpPr>
          <p:spPr>
            <a:xfrm>
              <a:off x="10528923" y="3760878"/>
              <a:ext cx="85725" cy="90487"/>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FF0000"/>
                </a:solidFill>
              </a:endParaRPr>
            </a:p>
          </p:txBody>
        </p:sp>
        <p:sp>
          <p:nvSpPr>
            <p:cNvPr id="44" name="楕円 43">
              <a:extLst>
                <a:ext uri="{FF2B5EF4-FFF2-40B4-BE49-F238E27FC236}">
                  <a16:creationId xmlns:a16="http://schemas.microsoft.com/office/drawing/2014/main" id="{E6617186-5B5A-FD44-9FA9-6C258FD79536}"/>
                </a:ext>
              </a:extLst>
            </p:cNvPr>
            <p:cNvSpPr/>
            <p:nvPr/>
          </p:nvSpPr>
          <p:spPr>
            <a:xfrm>
              <a:off x="10472516" y="4223060"/>
              <a:ext cx="85725" cy="90487"/>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FF0000"/>
                </a:solidFill>
              </a:endParaRPr>
            </a:p>
          </p:txBody>
        </p:sp>
      </p:grpSp>
      <p:pic>
        <p:nvPicPr>
          <p:cNvPr id="48" name="図 47">
            <a:extLst>
              <a:ext uri="{FF2B5EF4-FFF2-40B4-BE49-F238E27FC236}">
                <a16:creationId xmlns:a16="http://schemas.microsoft.com/office/drawing/2014/main" id="{C416D623-A2BA-BEBA-96D8-2B1DC9CEC280}"/>
              </a:ext>
            </a:extLst>
          </p:cNvPr>
          <p:cNvPicPr>
            <a:picLocks noChangeAspect="1"/>
          </p:cNvPicPr>
          <p:nvPr/>
        </p:nvPicPr>
        <p:blipFill>
          <a:blip r:embed="rId3">
            <a:extLst>
              <a:ext uri="{28A0092B-C50C-407E-A947-70E740481C1C}">
                <a14:useLocalDpi xmlns:a14="http://schemas.microsoft.com/office/drawing/2010/main" val="0"/>
              </a:ext>
            </a:extLst>
          </a:blip>
          <a:srcRect l="8225" t="3336" r="14394" b="2892"/>
          <a:stretch>
            <a:fillRect/>
          </a:stretch>
        </p:blipFill>
        <p:spPr>
          <a:xfrm>
            <a:off x="3565969" y="3421287"/>
            <a:ext cx="1204929" cy="2524822"/>
          </a:xfrm>
          <a:prstGeom prst="rect">
            <a:avLst/>
          </a:prstGeom>
        </p:spPr>
      </p:pic>
      <p:sp>
        <p:nvSpPr>
          <p:cNvPr id="50" name="テキスト ボックス 49">
            <a:extLst>
              <a:ext uri="{FF2B5EF4-FFF2-40B4-BE49-F238E27FC236}">
                <a16:creationId xmlns:a16="http://schemas.microsoft.com/office/drawing/2014/main" id="{52C0885E-08AB-E0F2-0C3F-D656F76CEB64}"/>
              </a:ext>
            </a:extLst>
          </p:cNvPr>
          <p:cNvSpPr txBox="1"/>
          <p:nvPr/>
        </p:nvSpPr>
        <p:spPr>
          <a:xfrm>
            <a:off x="2784599" y="5954252"/>
            <a:ext cx="3502426" cy="338554"/>
          </a:xfrm>
          <a:prstGeom prst="rect">
            <a:avLst/>
          </a:prstGeom>
          <a:noFill/>
        </p:spPr>
        <p:txBody>
          <a:bodyPr vert="horz" wrap="square" rtlCol="0">
            <a:spAutoFit/>
          </a:bodyPr>
          <a:lstStyle/>
          <a:p>
            <a:r>
              <a:rPr lang="ja-JP" altLang="en-US" sz="1600"/>
              <a:t>既存のキーポイントの配置（</a:t>
            </a:r>
            <a:r>
              <a:rPr lang="en-US" altLang="ja-JP" sz="1600"/>
              <a:t>17</a:t>
            </a:r>
            <a:r>
              <a:rPr lang="ja-JP" altLang="en-US" sz="1600"/>
              <a:t>点）</a:t>
            </a:r>
            <a:endParaRPr lang="en-US" altLang="ja-JP" sz="1600"/>
          </a:p>
        </p:txBody>
      </p:sp>
      <p:sp>
        <p:nvSpPr>
          <p:cNvPr id="2" name="Footer Placeholder 4">
            <a:extLst>
              <a:ext uri="{FF2B5EF4-FFF2-40B4-BE49-F238E27FC236}">
                <a16:creationId xmlns:a16="http://schemas.microsoft.com/office/drawing/2014/main" id="{4C010968-A70A-6840-463C-91341CD1493D}"/>
              </a:ext>
            </a:extLst>
          </p:cNvPr>
          <p:cNvSpPr>
            <a:spLocks noGrp="1"/>
          </p:cNvSpPr>
          <p:nvPr>
            <p:ph type="ftr" sz="quarter" idx="11"/>
          </p:nvPr>
        </p:nvSpPr>
        <p:spPr>
          <a:xfrm>
            <a:off x="4038600" y="6449338"/>
            <a:ext cx="4114800" cy="365125"/>
          </a:xfrm>
        </p:spPr>
        <p:txBody>
          <a:bodyPr/>
          <a:lstStyle/>
          <a:p>
            <a:r>
              <a:rPr lang="en-US"/>
              <a:t>A-14-02</a:t>
            </a:r>
          </a:p>
        </p:txBody>
      </p:sp>
      <p:sp>
        <p:nvSpPr>
          <p:cNvPr id="7" name="Date Placeholder 3">
            <a:extLst>
              <a:ext uri="{FF2B5EF4-FFF2-40B4-BE49-F238E27FC236}">
                <a16:creationId xmlns:a16="http://schemas.microsoft.com/office/drawing/2014/main" id="{AA3A0A67-C733-9F44-8C06-C6AB39D2A328}"/>
              </a:ext>
            </a:extLst>
          </p:cNvPr>
          <p:cNvSpPr>
            <a:spLocks noGrp="1"/>
          </p:cNvSpPr>
          <p:nvPr>
            <p:ph type="dt" sz="half" idx="10"/>
          </p:nvPr>
        </p:nvSpPr>
        <p:spPr>
          <a:xfrm>
            <a:off x="838200" y="6449338"/>
            <a:ext cx="2743200" cy="365125"/>
          </a:xfrm>
        </p:spPr>
        <p:txBody>
          <a:bodyPr/>
          <a:lstStyle/>
          <a:p>
            <a:r>
              <a:rPr lang="en-US"/>
              <a:t>2026/9/24</a:t>
            </a:r>
          </a:p>
        </p:txBody>
      </p:sp>
    </p:spTree>
    <p:extLst>
      <p:ext uri="{BB962C8B-B14F-4D97-AF65-F5344CB8AC3E}">
        <p14:creationId xmlns:p14="http://schemas.microsoft.com/office/powerpoint/2010/main" val="27127171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DEE84-7DB5-6FBF-6F72-44EB9302BE6B}"/>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0848730A-E6D6-919E-D12D-039E59F625A3}"/>
              </a:ext>
            </a:extLst>
          </p:cNvPr>
          <p:cNvSpPr>
            <a:spLocks noGrp="1"/>
          </p:cNvSpPr>
          <p:nvPr>
            <p:ph type="sldNum" sz="quarter" idx="12"/>
          </p:nvPr>
        </p:nvSpPr>
        <p:spPr/>
        <p:txBody>
          <a:bodyPr/>
          <a:lstStyle/>
          <a:p>
            <a:fld id="{465F6A33-8929-41AA-8A25-00E3AA79F1EE}" type="slidenum">
              <a:rPr lang="en-US" smtClean="0"/>
              <a:t>6</a:t>
            </a:fld>
            <a:endParaRPr lang="en-US"/>
          </a:p>
        </p:txBody>
      </p:sp>
      <p:sp>
        <p:nvSpPr>
          <p:cNvPr id="11" name="テキスト ボックス 10">
            <a:extLst>
              <a:ext uri="{FF2B5EF4-FFF2-40B4-BE49-F238E27FC236}">
                <a16:creationId xmlns:a16="http://schemas.microsoft.com/office/drawing/2014/main" id="{CF60603F-BF27-4045-80B3-94D352740838}"/>
              </a:ext>
            </a:extLst>
          </p:cNvPr>
          <p:cNvSpPr txBox="1"/>
          <p:nvPr/>
        </p:nvSpPr>
        <p:spPr>
          <a:xfrm>
            <a:off x="277091" y="258618"/>
            <a:ext cx="6465454" cy="646331"/>
          </a:xfrm>
          <a:prstGeom prst="rect">
            <a:avLst/>
          </a:prstGeom>
          <a:noFill/>
        </p:spPr>
        <p:txBody>
          <a:bodyPr wrap="square" rtlCol="0">
            <a:spAutoFit/>
          </a:bodyPr>
          <a:lstStyle/>
          <a:p>
            <a:r>
              <a:rPr kumimoji="1" lang="ja-JP" altLang="en-US" sz="3600"/>
              <a:t>研究内容</a:t>
            </a:r>
          </a:p>
        </p:txBody>
      </p:sp>
      <p:cxnSp>
        <p:nvCxnSpPr>
          <p:cNvPr id="10" name="直線コネクタ 9">
            <a:extLst>
              <a:ext uri="{FF2B5EF4-FFF2-40B4-BE49-F238E27FC236}">
                <a16:creationId xmlns:a16="http://schemas.microsoft.com/office/drawing/2014/main" id="{4C4B02A7-6D72-4096-40E5-B3BFC8527317}"/>
              </a:ext>
            </a:extLst>
          </p:cNvPr>
          <p:cNvCxnSpPr/>
          <p:nvPr/>
        </p:nvCxnSpPr>
        <p:spPr>
          <a:xfrm>
            <a:off x="277090" y="904949"/>
            <a:ext cx="1152065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5" name="グループ化 14">
            <a:extLst>
              <a:ext uri="{FF2B5EF4-FFF2-40B4-BE49-F238E27FC236}">
                <a16:creationId xmlns:a16="http://schemas.microsoft.com/office/drawing/2014/main" id="{04BF98DB-47CC-FFAC-E7BF-50DD8B657B55}"/>
              </a:ext>
            </a:extLst>
          </p:cNvPr>
          <p:cNvGrpSpPr/>
          <p:nvPr/>
        </p:nvGrpSpPr>
        <p:grpSpPr>
          <a:xfrm>
            <a:off x="12633650" y="2478404"/>
            <a:ext cx="5269649" cy="2557767"/>
            <a:chOff x="1525483" y="2410077"/>
            <a:chExt cx="5269649" cy="2557767"/>
          </a:xfrm>
        </p:grpSpPr>
        <p:sp>
          <p:nvSpPr>
            <p:cNvPr id="20" name="テキスト ボックス 19">
              <a:extLst>
                <a:ext uri="{FF2B5EF4-FFF2-40B4-BE49-F238E27FC236}">
                  <a16:creationId xmlns:a16="http://schemas.microsoft.com/office/drawing/2014/main" id="{E99FC4C2-483B-7D7A-F2B2-A50223BEF34E}"/>
                </a:ext>
              </a:extLst>
            </p:cNvPr>
            <p:cNvSpPr txBox="1"/>
            <p:nvPr/>
          </p:nvSpPr>
          <p:spPr>
            <a:xfrm>
              <a:off x="4716549" y="4567734"/>
              <a:ext cx="2078583" cy="400110"/>
            </a:xfrm>
            <a:prstGeom prst="rect">
              <a:avLst/>
            </a:prstGeom>
            <a:noFill/>
          </p:spPr>
          <p:txBody>
            <a:bodyPr vert="horz" wrap="square" rtlCol="0">
              <a:spAutoFit/>
            </a:bodyPr>
            <a:lstStyle/>
            <a:p>
              <a:r>
                <a:rPr lang="en-US" altLang="ja-JP" sz="2000"/>
                <a:t>Pose</a:t>
              </a:r>
            </a:p>
          </p:txBody>
        </p:sp>
        <p:grpSp>
          <p:nvGrpSpPr>
            <p:cNvPr id="14" name="グループ化 13">
              <a:extLst>
                <a:ext uri="{FF2B5EF4-FFF2-40B4-BE49-F238E27FC236}">
                  <a16:creationId xmlns:a16="http://schemas.microsoft.com/office/drawing/2014/main" id="{98B5064B-A49A-F404-5B10-796440759F01}"/>
                </a:ext>
              </a:extLst>
            </p:cNvPr>
            <p:cNvGrpSpPr/>
            <p:nvPr/>
          </p:nvGrpSpPr>
          <p:grpSpPr>
            <a:xfrm>
              <a:off x="1525483" y="2410077"/>
              <a:ext cx="3290783" cy="2306915"/>
              <a:chOff x="1525483" y="2410077"/>
              <a:chExt cx="3290783" cy="2306915"/>
            </a:xfrm>
          </p:grpSpPr>
          <p:grpSp>
            <p:nvGrpSpPr>
              <p:cNvPr id="39" name="グループ化 38">
                <a:extLst>
                  <a:ext uri="{FF2B5EF4-FFF2-40B4-BE49-F238E27FC236}">
                    <a16:creationId xmlns:a16="http://schemas.microsoft.com/office/drawing/2014/main" id="{3493C203-ADAE-61F1-6821-5E15AA1D7A18}"/>
                  </a:ext>
                </a:extLst>
              </p:cNvPr>
              <p:cNvGrpSpPr/>
              <p:nvPr/>
            </p:nvGrpSpPr>
            <p:grpSpPr>
              <a:xfrm>
                <a:off x="1525483" y="3043080"/>
                <a:ext cx="1186174" cy="1673912"/>
                <a:chOff x="3971207" y="3027073"/>
                <a:chExt cx="1186174" cy="1673912"/>
              </a:xfrm>
            </p:grpSpPr>
            <p:pic>
              <p:nvPicPr>
                <p:cNvPr id="38" name="図 37" descr="衣類, 選手, 持つ, 男 が含まれている画像&#10;&#10;AI 生成コンテンツは誤りを含む可能性があります。">
                  <a:extLst>
                    <a:ext uri="{FF2B5EF4-FFF2-40B4-BE49-F238E27FC236}">
                      <a16:creationId xmlns:a16="http://schemas.microsoft.com/office/drawing/2014/main" id="{614EC840-D83A-EA89-745E-C68F2E24D18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1124" y="3027073"/>
                  <a:ext cx="858268" cy="1642741"/>
                </a:xfrm>
                <a:prstGeom prst="rect">
                  <a:avLst/>
                </a:prstGeom>
              </p:spPr>
            </p:pic>
            <p:sp>
              <p:nvSpPr>
                <p:cNvPr id="17" name="正方形/長方形 16">
                  <a:extLst>
                    <a:ext uri="{FF2B5EF4-FFF2-40B4-BE49-F238E27FC236}">
                      <a16:creationId xmlns:a16="http://schemas.microsoft.com/office/drawing/2014/main" id="{FEB56E5E-8814-E0BE-B082-A9BEA1ED801B}"/>
                    </a:ext>
                  </a:extLst>
                </p:cNvPr>
                <p:cNvSpPr/>
                <p:nvPr/>
              </p:nvSpPr>
              <p:spPr>
                <a:xfrm>
                  <a:off x="3971207" y="3027074"/>
                  <a:ext cx="1186174" cy="1673911"/>
                </a:xfrm>
                <a:prstGeom prst="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 name="グループ化 12">
                <a:extLst>
                  <a:ext uri="{FF2B5EF4-FFF2-40B4-BE49-F238E27FC236}">
                    <a16:creationId xmlns:a16="http://schemas.microsoft.com/office/drawing/2014/main" id="{B4DDDBB8-645E-7B39-4323-DDA39F4B4F1E}"/>
                  </a:ext>
                </a:extLst>
              </p:cNvPr>
              <p:cNvGrpSpPr/>
              <p:nvPr/>
            </p:nvGrpSpPr>
            <p:grpSpPr>
              <a:xfrm>
                <a:off x="2947211" y="2998983"/>
                <a:ext cx="445606" cy="1568755"/>
                <a:chOff x="4716549" y="3179359"/>
                <a:chExt cx="445606" cy="1309908"/>
              </a:xfrm>
            </p:grpSpPr>
            <p:cxnSp>
              <p:nvCxnSpPr>
                <p:cNvPr id="21" name="直線コネクタ 20">
                  <a:extLst>
                    <a:ext uri="{FF2B5EF4-FFF2-40B4-BE49-F238E27FC236}">
                      <a16:creationId xmlns:a16="http://schemas.microsoft.com/office/drawing/2014/main" id="{83579903-4DDB-E6C1-ED1D-FDDC0602CFEA}"/>
                    </a:ext>
                  </a:extLst>
                </p:cNvPr>
                <p:cNvCxnSpPr>
                  <a:cxnSpLocks/>
                </p:cNvCxnSpPr>
                <p:nvPr/>
              </p:nvCxnSpPr>
              <p:spPr>
                <a:xfrm flipV="1">
                  <a:off x="5073264" y="3854192"/>
                  <a:ext cx="0" cy="300282"/>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直線コネクタ 21">
                  <a:extLst>
                    <a:ext uri="{FF2B5EF4-FFF2-40B4-BE49-F238E27FC236}">
                      <a16:creationId xmlns:a16="http://schemas.microsoft.com/office/drawing/2014/main" id="{985B10BE-6C9B-7FAE-69B0-304FB0826CAB}"/>
                    </a:ext>
                  </a:extLst>
                </p:cNvPr>
                <p:cNvCxnSpPr>
                  <a:cxnSpLocks/>
                </p:cNvCxnSpPr>
                <p:nvPr/>
              </p:nvCxnSpPr>
              <p:spPr>
                <a:xfrm>
                  <a:off x="4836998" y="3861587"/>
                  <a:ext cx="239125"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9BE56580-6EC3-DD40-F000-52973AFCA2B3}"/>
                    </a:ext>
                  </a:extLst>
                </p:cNvPr>
                <p:cNvCxnSpPr>
                  <a:cxnSpLocks/>
                </p:cNvCxnSpPr>
                <p:nvPr/>
              </p:nvCxnSpPr>
              <p:spPr>
                <a:xfrm flipH="1" flipV="1">
                  <a:off x="4946086" y="3564183"/>
                  <a:ext cx="8281" cy="302645"/>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2B628D26-3BD2-F33A-93A1-544DA6F644AA}"/>
                    </a:ext>
                  </a:extLst>
                </p:cNvPr>
                <p:cNvCxnSpPr>
                  <a:cxnSpLocks/>
                </p:cNvCxnSpPr>
                <p:nvPr/>
              </p:nvCxnSpPr>
              <p:spPr>
                <a:xfrm>
                  <a:off x="4815231" y="3365289"/>
                  <a:ext cx="111873" cy="9697"/>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C6A828A0-A73F-8FF0-AA77-CF7280D6D714}"/>
                    </a:ext>
                  </a:extLst>
                </p:cNvPr>
                <p:cNvCxnSpPr>
                  <a:cxnSpLocks/>
                </p:cNvCxnSpPr>
                <p:nvPr/>
              </p:nvCxnSpPr>
              <p:spPr>
                <a:xfrm flipH="1" flipV="1">
                  <a:off x="5073843" y="3362158"/>
                  <a:ext cx="88312" cy="26891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直線コネクタ 25">
                  <a:extLst>
                    <a:ext uri="{FF2B5EF4-FFF2-40B4-BE49-F238E27FC236}">
                      <a16:creationId xmlns:a16="http://schemas.microsoft.com/office/drawing/2014/main" id="{B27D9C82-8619-827B-59CC-5FC2CF798918}"/>
                    </a:ext>
                  </a:extLst>
                </p:cNvPr>
                <p:cNvCxnSpPr>
                  <a:cxnSpLocks/>
                </p:cNvCxnSpPr>
                <p:nvPr/>
              </p:nvCxnSpPr>
              <p:spPr>
                <a:xfrm flipV="1">
                  <a:off x="4931300" y="3275562"/>
                  <a:ext cx="0" cy="99426"/>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直線コネクタ 26">
                  <a:extLst>
                    <a:ext uri="{FF2B5EF4-FFF2-40B4-BE49-F238E27FC236}">
                      <a16:creationId xmlns:a16="http://schemas.microsoft.com/office/drawing/2014/main" id="{96CCEE50-ED7E-4449-8ABA-285200B3D063}"/>
                    </a:ext>
                  </a:extLst>
                </p:cNvPr>
                <p:cNvCxnSpPr>
                  <a:cxnSpLocks/>
                </p:cNvCxnSpPr>
                <p:nvPr/>
              </p:nvCxnSpPr>
              <p:spPr>
                <a:xfrm>
                  <a:off x="4994426" y="3596905"/>
                  <a:ext cx="167729" cy="34172"/>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直線コネクタ 27">
                  <a:extLst>
                    <a:ext uri="{FF2B5EF4-FFF2-40B4-BE49-F238E27FC236}">
                      <a16:creationId xmlns:a16="http://schemas.microsoft.com/office/drawing/2014/main" id="{887EEC77-0B95-1766-96E6-B1E412103FDC}"/>
                    </a:ext>
                  </a:extLst>
                </p:cNvPr>
                <p:cNvCxnSpPr>
                  <a:cxnSpLocks/>
                </p:cNvCxnSpPr>
                <p:nvPr/>
              </p:nvCxnSpPr>
              <p:spPr>
                <a:xfrm flipH="1" flipV="1">
                  <a:off x="5070038" y="4142343"/>
                  <a:ext cx="73843" cy="341674"/>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直線コネクタ 28">
                  <a:extLst>
                    <a:ext uri="{FF2B5EF4-FFF2-40B4-BE49-F238E27FC236}">
                      <a16:creationId xmlns:a16="http://schemas.microsoft.com/office/drawing/2014/main" id="{35752B9B-9E59-561B-F769-5D7F57CA0E77}"/>
                    </a:ext>
                  </a:extLst>
                </p:cNvPr>
                <p:cNvCxnSpPr>
                  <a:cxnSpLocks/>
                </p:cNvCxnSpPr>
                <p:nvPr/>
              </p:nvCxnSpPr>
              <p:spPr>
                <a:xfrm flipV="1">
                  <a:off x="4723290" y="3860889"/>
                  <a:ext cx="127761" cy="300561"/>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直線コネクタ 29">
                  <a:extLst>
                    <a:ext uri="{FF2B5EF4-FFF2-40B4-BE49-F238E27FC236}">
                      <a16:creationId xmlns:a16="http://schemas.microsoft.com/office/drawing/2014/main" id="{BD6D9D5F-E05C-C21B-22AD-DF4042903EB0}"/>
                    </a:ext>
                  </a:extLst>
                </p:cNvPr>
                <p:cNvCxnSpPr>
                  <a:cxnSpLocks/>
                </p:cNvCxnSpPr>
                <p:nvPr/>
              </p:nvCxnSpPr>
              <p:spPr>
                <a:xfrm flipH="1" flipV="1">
                  <a:off x="4723507" y="4154474"/>
                  <a:ext cx="113491" cy="334793"/>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94718E93-E130-F387-E124-CB12356A9340}"/>
                    </a:ext>
                  </a:extLst>
                </p:cNvPr>
                <p:cNvCxnSpPr>
                  <a:cxnSpLocks/>
                </p:cNvCxnSpPr>
                <p:nvPr/>
              </p:nvCxnSpPr>
              <p:spPr>
                <a:xfrm flipH="1" flipV="1">
                  <a:off x="4915224" y="3179359"/>
                  <a:ext cx="14423" cy="9326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2" name="直線コネクタ 31">
                  <a:extLst>
                    <a:ext uri="{FF2B5EF4-FFF2-40B4-BE49-F238E27FC236}">
                      <a16:creationId xmlns:a16="http://schemas.microsoft.com/office/drawing/2014/main" id="{975AF2EB-C942-CC00-54E7-7477D8196ED2}"/>
                    </a:ext>
                  </a:extLst>
                </p:cNvPr>
                <p:cNvCxnSpPr>
                  <a:cxnSpLocks/>
                </p:cNvCxnSpPr>
                <p:nvPr/>
              </p:nvCxnSpPr>
              <p:spPr>
                <a:xfrm flipV="1">
                  <a:off x="4924319" y="3370750"/>
                  <a:ext cx="149098" cy="947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3" name="直線コネクタ 32">
                  <a:extLst>
                    <a:ext uri="{FF2B5EF4-FFF2-40B4-BE49-F238E27FC236}">
                      <a16:creationId xmlns:a16="http://schemas.microsoft.com/office/drawing/2014/main" id="{AD525BAF-4ACC-F3A9-6708-B25DB908F41B}"/>
                    </a:ext>
                  </a:extLst>
                </p:cNvPr>
                <p:cNvCxnSpPr>
                  <a:cxnSpLocks/>
                </p:cNvCxnSpPr>
                <p:nvPr/>
              </p:nvCxnSpPr>
              <p:spPr>
                <a:xfrm flipV="1">
                  <a:off x="4716549" y="3353479"/>
                  <a:ext cx="96679" cy="24715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C17D2ABD-1894-AB02-9EA2-25D087180F60}"/>
                    </a:ext>
                  </a:extLst>
                </p:cNvPr>
                <p:cNvCxnSpPr>
                  <a:cxnSpLocks/>
                </p:cNvCxnSpPr>
                <p:nvPr/>
              </p:nvCxnSpPr>
              <p:spPr>
                <a:xfrm flipH="1">
                  <a:off x="4716549" y="3362158"/>
                  <a:ext cx="48339" cy="238471"/>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7" name="直線コネクタ 36">
                  <a:extLst>
                    <a:ext uri="{FF2B5EF4-FFF2-40B4-BE49-F238E27FC236}">
                      <a16:creationId xmlns:a16="http://schemas.microsoft.com/office/drawing/2014/main" id="{49E97A90-631A-06D3-AE60-B9BBC574293E}"/>
                    </a:ext>
                  </a:extLst>
                </p:cNvPr>
                <p:cNvCxnSpPr>
                  <a:cxnSpLocks/>
                </p:cNvCxnSpPr>
                <p:nvPr/>
              </p:nvCxnSpPr>
              <p:spPr>
                <a:xfrm flipH="1" flipV="1">
                  <a:off x="4930588" y="3374971"/>
                  <a:ext cx="15249" cy="204212"/>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40" name="矢印: 右 39">
                <a:extLst>
                  <a:ext uri="{FF2B5EF4-FFF2-40B4-BE49-F238E27FC236}">
                    <a16:creationId xmlns:a16="http://schemas.microsoft.com/office/drawing/2014/main" id="{82D8B4F4-87B8-B120-DCB2-41654F6A8B95}"/>
                  </a:ext>
                </a:extLst>
              </p:cNvPr>
              <p:cNvSpPr/>
              <p:nvPr/>
            </p:nvSpPr>
            <p:spPr>
              <a:xfrm>
                <a:off x="3387752" y="3465416"/>
                <a:ext cx="310293" cy="238471"/>
              </a:xfrm>
              <a:prstGeom prst="rightArrow">
                <a:avLst/>
              </a:prstGeom>
              <a:ln>
                <a:solidFill>
                  <a:srgbClr val="0066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矢印: 右 40">
                <a:extLst>
                  <a:ext uri="{FF2B5EF4-FFF2-40B4-BE49-F238E27FC236}">
                    <a16:creationId xmlns:a16="http://schemas.microsoft.com/office/drawing/2014/main" id="{A2C96697-7C45-EF14-43E3-0781532B0C57}"/>
                  </a:ext>
                </a:extLst>
              </p:cNvPr>
              <p:cNvSpPr/>
              <p:nvPr/>
            </p:nvSpPr>
            <p:spPr>
              <a:xfrm rot="10800000">
                <a:off x="3291862" y="4055289"/>
                <a:ext cx="481625" cy="373245"/>
              </a:xfrm>
              <a:prstGeom prst="rightArrow">
                <a:avLst/>
              </a:prstGeom>
              <a:solidFill>
                <a:srgbClr val="FF3300"/>
              </a:solidFill>
              <a:ln>
                <a:solidFill>
                  <a:srgbClr val="FF3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テキスト ボックス 60">
                <a:extLst>
                  <a:ext uri="{FF2B5EF4-FFF2-40B4-BE49-F238E27FC236}">
                    <a16:creationId xmlns:a16="http://schemas.microsoft.com/office/drawing/2014/main" id="{7FA99EFD-01BD-1496-D312-F34CEC4D47F6}"/>
                  </a:ext>
                </a:extLst>
              </p:cNvPr>
              <p:cNvSpPr txBox="1"/>
              <p:nvPr/>
            </p:nvSpPr>
            <p:spPr>
              <a:xfrm>
                <a:off x="2486633" y="2410077"/>
                <a:ext cx="2329633" cy="523220"/>
              </a:xfrm>
              <a:prstGeom prst="rect">
                <a:avLst/>
              </a:prstGeom>
              <a:noFill/>
            </p:spPr>
            <p:txBody>
              <a:bodyPr wrap="square" rtlCol="0">
                <a:spAutoFit/>
              </a:bodyPr>
              <a:lstStyle/>
              <a:p>
                <a:r>
                  <a:rPr kumimoji="1" lang="en-US" altLang="ja-JP" sz="2800"/>
                  <a:t>Training data</a:t>
                </a:r>
              </a:p>
            </p:txBody>
          </p:sp>
        </p:grpSp>
      </p:grpSp>
      <p:sp>
        <p:nvSpPr>
          <p:cNvPr id="3" name="TextBox 3">
            <a:extLst>
              <a:ext uri="{FF2B5EF4-FFF2-40B4-BE49-F238E27FC236}">
                <a16:creationId xmlns:a16="http://schemas.microsoft.com/office/drawing/2014/main" id="{23904EA7-31DB-C476-4AA8-1F030E901D0B}"/>
              </a:ext>
            </a:extLst>
          </p:cNvPr>
          <p:cNvSpPr txBox="1"/>
          <p:nvPr/>
        </p:nvSpPr>
        <p:spPr>
          <a:xfrm>
            <a:off x="579599" y="1148930"/>
            <a:ext cx="8483399" cy="3979231"/>
          </a:xfrm>
          <a:prstGeom prst="rect">
            <a:avLst/>
          </a:prstGeom>
          <a:noFill/>
        </p:spPr>
        <p:txBody>
          <a:bodyPr wrap="square" lIns="0" tIns="0" rIns="0" bIns="0" anchor="t">
            <a:spAutoFit/>
          </a:bodyPr>
          <a:lstStyle/>
          <a:p>
            <a:pPr>
              <a:lnSpc>
                <a:spcPts val="2400"/>
              </a:lnSpc>
            </a:pPr>
            <a:r>
              <a:rPr lang="ja-JP" altLang="en-US" sz="2000" b="1">
                <a:solidFill>
                  <a:srgbClr val="222222"/>
                </a:solidFill>
                <a:latin typeface="Noto Sans JP"/>
              </a:rPr>
              <a:t>工程② データセットの拡張と追加学習</a:t>
            </a:r>
            <a:endParaRPr lang="en-US" altLang="ja-JP" sz="2000" b="1">
              <a:solidFill>
                <a:srgbClr val="222222"/>
              </a:solidFill>
              <a:latin typeface="Noto Sans JP"/>
            </a:endParaRPr>
          </a:p>
          <a:p>
            <a:pPr>
              <a:lnSpc>
                <a:spcPts val="2400"/>
              </a:lnSpc>
            </a:pPr>
            <a:endParaRPr lang="en-US" altLang="ja-JP" sz="2000" b="1">
              <a:solidFill>
                <a:srgbClr val="222222"/>
              </a:solidFill>
              <a:latin typeface="Noto Sans JP"/>
            </a:endParaRPr>
          </a:p>
          <a:p>
            <a:pPr>
              <a:lnSpc>
                <a:spcPts val="2400"/>
              </a:lnSpc>
            </a:pPr>
            <a:r>
              <a:rPr lang="ja-JP" altLang="en-US" sz="2000">
                <a:solidFill>
                  <a:srgbClr val="222222"/>
                </a:solidFill>
                <a:latin typeface="Noto Sans JP"/>
              </a:rPr>
              <a:t>・データセット</a:t>
            </a:r>
            <a:endParaRPr lang="en-US" altLang="ja-JP" sz="2000">
              <a:solidFill>
                <a:srgbClr val="222222"/>
              </a:solidFill>
              <a:latin typeface="Noto Sans JP"/>
            </a:endParaRPr>
          </a:p>
          <a:p>
            <a:pPr>
              <a:lnSpc>
                <a:spcPts val="2400"/>
              </a:lnSpc>
            </a:pPr>
            <a:r>
              <a:rPr lang="ja-JP" altLang="en-US" sz="2000">
                <a:solidFill>
                  <a:srgbClr val="222222"/>
                </a:solidFill>
                <a:latin typeface="Noto Sans JP"/>
              </a:rPr>
              <a:t>　モーションデータ：</a:t>
            </a:r>
            <a:r>
              <a:rPr lang="en-US" altLang="ja-JP" sz="2000">
                <a:solidFill>
                  <a:srgbClr val="222222"/>
                </a:solidFill>
                <a:latin typeface="Noto Sans JP"/>
              </a:rPr>
              <a:t>330</a:t>
            </a:r>
            <a:r>
              <a:rPr lang="ja-JP" altLang="en-US" sz="2000">
                <a:solidFill>
                  <a:srgbClr val="222222"/>
                </a:solidFill>
                <a:latin typeface="Noto Sans JP"/>
              </a:rPr>
              <a:t>フレーム、アバター：</a:t>
            </a:r>
            <a:r>
              <a:rPr lang="en-US" altLang="ja-JP" sz="2000">
                <a:solidFill>
                  <a:srgbClr val="222222"/>
                </a:solidFill>
                <a:latin typeface="Noto Sans JP"/>
              </a:rPr>
              <a:t>1</a:t>
            </a:r>
            <a:r>
              <a:rPr lang="ja-JP" altLang="en-US" sz="2000">
                <a:solidFill>
                  <a:srgbClr val="222222"/>
                </a:solidFill>
                <a:latin typeface="Noto Sans JP"/>
              </a:rPr>
              <a:t>体、カメラ：１２台</a:t>
            </a:r>
            <a:endParaRPr lang="en-US" altLang="ja-JP" sz="2000">
              <a:solidFill>
                <a:srgbClr val="222222"/>
              </a:solidFill>
              <a:latin typeface="Noto Sans JP"/>
            </a:endParaRPr>
          </a:p>
          <a:p>
            <a:pPr>
              <a:lnSpc>
                <a:spcPts val="2400"/>
              </a:lnSpc>
            </a:pPr>
            <a:r>
              <a:rPr lang="ja-JP" altLang="en-US" sz="2000">
                <a:solidFill>
                  <a:srgbClr val="222222"/>
                </a:solidFill>
                <a:latin typeface="Noto Sans JP"/>
              </a:rPr>
              <a:t>　</a:t>
            </a:r>
            <a:r>
              <a:rPr lang="en-US" altLang="ja-JP" sz="2000">
                <a:solidFill>
                  <a:srgbClr val="222222"/>
                </a:solidFill>
                <a:latin typeface="Noto Sans JP"/>
              </a:rPr>
              <a:t>train</a:t>
            </a:r>
            <a:r>
              <a:rPr lang="ja-JP" altLang="en-US" sz="2000">
                <a:solidFill>
                  <a:srgbClr val="222222"/>
                </a:solidFill>
                <a:latin typeface="Noto Sans JP"/>
              </a:rPr>
              <a:t>：</a:t>
            </a:r>
            <a:r>
              <a:rPr lang="en-US" altLang="ja-JP" sz="2000">
                <a:solidFill>
                  <a:srgbClr val="222222"/>
                </a:solidFill>
                <a:latin typeface="Noto Sans JP"/>
              </a:rPr>
              <a:t>4000</a:t>
            </a:r>
            <a:r>
              <a:rPr lang="ja-JP" altLang="en-US" sz="2000">
                <a:solidFill>
                  <a:srgbClr val="222222"/>
                </a:solidFill>
                <a:latin typeface="Noto Sans JP"/>
              </a:rPr>
              <a:t>組、</a:t>
            </a:r>
            <a:r>
              <a:rPr lang="en-US" altLang="ja-JP" sz="2000" err="1">
                <a:solidFill>
                  <a:srgbClr val="222222"/>
                </a:solidFill>
                <a:latin typeface="Noto Sans JP"/>
              </a:rPr>
              <a:t>val</a:t>
            </a:r>
            <a:r>
              <a:rPr lang="ja-JP" altLang="en-US" sz="2000">
                <a:solidFill>
                  <a:srgbClr val="222222"/>
                </a:solidFill>
                <a:latin typeface="Noto Sans JP"/>
              </a:rPr>
              <a:t>：</a:t>
            </a:r>
            <a:r>
              <a:rPr lang="en-US" altLang="ja-JP" sz="2000">
                <a:solidFill>
                  <a:srgbClr val="222222"/>
                </a:solidFill>
                <a:latin typeface="Noto Sans JP"/>
              </a:rPr>
              <a:t>80</a:t>
            </a:r>
            <a:r>
              <a:rPr lang="ja-JP" altLang="en-US" sz="2000">
                <a:solidFill>
                  <a:srgbClr val="222222"/>
                </a:solidFill>
                <a:latin typeface="Noto Sans JP"/>
              </a:rPr>
              <a:t>組、</a:t>
            </a:r>
            <a:r>
              <a:rPr lang="en-US" altLang="ja-JP" sz="2000">
                <a:solidFill>
                  <a:srgbClr val="222222"/>
                </a:solidFill>
                <a:latin typeface="Noto Sans JP"/>
              </a:rPr>
              <a:t>test</a:t>
            </a:r>
            <a:r>
              <a:rPr lang="ja-JP" altLang="en-US" sz="2000">
                <a:solidFill>
                  <a:srgbClr val="222222"/>
                </a:solidFill>
                <a:latin typeface="Noto Sans JP"/>
              </a:rPr>
              <a:t>：ｍ組</a:t>
            </a:r>
            <a:endParaRPr lang="en-US" altLang="ja-JP" sz="2000">
              <a:solidFill>
                <a:srgbClr val="222222"/>
              </a:solidFill>
              <a:latin typeface="Noto Sans JP"/>
            </a:endParaRPr>
          </a:p>
          <a:p>
            <a:pPr>
              <a:lnSpc>
                <a:spcPts val="2400"/>
              </a:lnSpc>
            </a:pPr>
            <a:endParaRPr lang="en-US" altLang="ja-JP" sz="2000">
              <a:solidFill>
                <a:srgbClr val="222222"/>
              </a:solidFill>
              <a:latin typeface="Noto Sans JP"/>
            </a:endParaRPr>
          </a:p>
          <a:p>
            <a:pPr>
              <a:lnSpc>
                <a:spcPts val="2400"/>
              </a:lnSpc>
            </a:pPr>
            <a:r>
              <a:rPr lang="ja-JP" altLang="en-US" sz="2000">
                <a:solidFill>
                  <a:srgbClr val="222222"/>
                </a:solidFill>
                <a:latin typeface="Noto Sans JP"/>
              </a:rPr>
              <a:t>　アノテーションデータ</a:t>
            </a:r>
            <a:endParaRPr lang="en-US" altLang="ja-JP" sz="2000">
              <a:solidFill>
                <a:srgbClr val="222222"/>
              </a:solidFill>
              <a:latin typeface="Noto Sans JP"/>
            </a:endParaRPr>
          </a:p>
          <a:p>
            <a:r>
              <a:rPr lang="ja-JP" altLang="en-US" sz="2000">
                <a:solidFill>
                  <a:srgbClr val="222222"/>
                </a:solidFill>
                <a:latin typeface="Noto Sans JP"/>
              </a:rPr>
              <a:t>　</a:t>
            </a:r>
            <a:r>
              <a:rPr lang="ja-JP" altLang="en-US" sz="2000">
                <a:latin typeface="+mn-ea"/>
              </a:rPr>
              <a:t>　</a:t>
            </a:r>
            <a:r>
              <a:rPr lang="en-US" altLang="ja-JP" sz="2000">
                <a:latin typeface="+mn-ea"/>
              </a:rPr>
              <a:t>- 19</a:t>
            </a:r>
            <a:r>
              <a:rPr lang="ja-JP" altLang="en-US" sz="2000">
                <a:latin typeface="+mn-ea"/>
              </a:rPr>
              <a:t>点のキーポイントの</a:t>
            </a:r>
            <a:r>
              <a:rPr lang="en-US" altLang="ja-JP" sz="2000">
                <a:latin typeface="+mn-ea"/>
              </a:rPr>
              <a:t>3D</a:t>
            </a:r>
            <a:r>
              <a:rPr lang="ja-JP" altLang="en-US" sz="2000">
                <a:latin typeface="+mn-ea"/>
              </a:rPr>
              <a:t>座標、</a:t>
            </a:r>
            <a:r>
              <a:rPr lang="en-US" altLang="ja-JP" sz="2000">
                <a:latin typeface="+mn-ea"/>
              </a:rPr>
              <a:t>2D</a:t>
            </a:r>
            <a:r>
              <a:rPr lang="ja-JP" altLang="en-US" sz="2000">
                <a:latin typeface="+mn-ea"/>
              </a:rPr>
              <a:t>座標</a:t>
            </a:r>
            <a:endParaRPr lang="en-US" altLang="ja-JP" sz="2000">
              <a:latin typeface="+mn-ea"/>
            </a:endParaRPr>
          </a:p>
          <a:p>
            <a:r>
              <a:rPr lang="ja-JP" altLang="en-US" sz="2000">
                <a:latin typeface="+mn-ea"/>
              </a:rPr>
              <a:t>　　</a:t>
            </a:r>
            <a:r>
              <a:rPr lang="en-US" altLang="ja-JP" sz="2000">
                <a:latin typeface="+mn-ea"/>
              </a:rPr>
              <a:t>- </a:t>
            </a:r>
            <a:r>
              <a:rPr lang="ja-JP" altLang="en-US" sz="2000">
                <a:latin typeface="+mn-ea"/>
              </a:rPr>
              <a:t>各キーポイントの信頼度</a:t>
            </a:r>
            <a:endParaRPr lang="en-US" altLang="ja-JP" sz="2000">
              <a:latin typeface="+mn-ea"/>
            </a:endParaRPr>
          </a:p>
          <a:p>
            <a:r>
              <a:rPr lang="ja-JP" altLang="en-US" sz="2000">
                <a:latin typeface="+mn-ea"/>
              </a:rPr>
              <a:t>　　</a:t>
            </a:r>
            <a:r>
              <a:rPr lang="en-US" altLang="ja-JP" sz="2000">
                <a:latin typeface="+mn-ea"/>
              </a:rPr>
              <a:t>-</a:t>
            </a:r>
            <a:r>
              <a:rPr lang="ja-JP" altLang="en-US" sz="2000">
                <a:latin typeface="+mn-ea"/>
              </a:rPr>
              <a:t> </a:t>
            </a:r>
            <a:r>
              <a:rPr lang="en-US" altLang="ja-JP" sz="2000">
                <a:latin typeface="+mn-ea"/>
              </a:rPr>
              <a:t>BBOX</a:t>
            </a:r>
            <a:r>
              <a:rPr lang="ja-JP" altLang="en-US" sz="2000">
                <a:latin typeface="+mn-ea"/>
              </a:rPr>
              <a:t>の座標</a:t>
            </a:r>
            <a:endParaRPr lang="en-US" altLang="ja-JP" sz="2000">
              <a:latin typeface="+mn-ea"/>
            </a:endParaRPr>
          </a:p>
          <a:p>
            <a:pPr>
              <a:lnSpc>
                <a:spcPts val="2400"/>
              </a:lnSpc>
            </a:pPr>
            <a:endParaRPr lang="en-US" altLang="ja-JP" sz="2000">
              <a:solidFill>
                <a:srgbClr val="222222"/>
              </a:solidFill>
              <a:latin typeface="Noto Sans JP"/>
            </a:endParaRPr>
          </a:p>
          <a:p>
            <a:pPr>
              <a:lnSpc>
                <a:spcPts val="2400"/>
              </a:lnSpc>
            </a:pPr>
            <a:r>
              <a:rPr lang="ja-JP" altLang="en-US" sz="2000">
                <a:solidFill>
                  <a:srgbClr val="222222"/>
                </a:solidFill>
                <a:latin typeface="Noto Sans JP"/>
              </a:rPr>
              <a:t>・追加学習　エポック数：</a:t>
            </a:r>
            <a:r>
              <a:rPr lang="en-US" altLang="ja-JP" sz="2000">
                <a:solidFill>
                  <a:srgbClr val="222222"/>
                </a:solidFill>
                <a:latin typeface="Noto Sans JP"/>
              </a:rPr>
              <a:t>100</a:t>
            </a:r>
            <a:endParaRPr lang="en-US" altLang="ja-JP" sz="2000" b="1">
              <a:solidFill>
                <a:srgbClr val="222222"/>
              </a:solidFill>
              <a:latin typeface="Noto Sans JP"/>
            </a:endParaRPr>
          </a:p>
          <a:p>
            <a:pPr>
              <a:lnSpc>
                <a:spcPts val="2400"/>
              </a:lnSpc>
            </a:pPr>
            <a:endParaRPr lang="en-US" altLang="ja-JP">
              <a:solidFill>
                <a:srgbClr val="222222"/>
              </a:solidFill>
              <a:latin typeface="Noto Sans JP"/>
            </a:endParaRPr>
          </a:p>
        </p:txBody>
      </p:sp>
      <p:pic>
        <p:nvPicPr>
          <p:cNvPr id="46" name="図 45">
            <a:extLst>
              <a:ext uri="{FF2B5EF4-FFF2-40B4-BE49-F238E27FC236}">
                <a16:creationId xmlns:a16="http://schemas.microsoft.com/office/drawing/2014/main" id="{2A04B653-AB5A-88B5-1040-A0F6B0CE5F78}"/>
              </a:ext>
            </a:extLst>
          </p:cNvPr>
          <p:cNvPicPr>
            <a:picLocks noChangeAspect="1"/>
          </p:cNvPicPr>
          <p:nvPr/>
        </p:nvPicPr>
        <p:blipFill>
          <a:blip r:embed="rId4">
            <a:extLst>
              <a:ext uri="{28A0092B-C50C-407E-A947-70E740481C1C}">
                <a14:useLocalDpi xmlns:a14="http://schemas.microsoft.com/office/drawing/2010/main" val="0"/>
              </a:ext>
            </a:extLst>
          </a:blip>
          <a:srcRect l="26994" t="16754" r="27214" b="6648"/>
          <a:stretch>
            <a:fillRect/>
          </a:stretch>
        </p:blipFill>
        <p:spPr>
          <a:xfrm>
            <a:off x="9114525" y="2355328"/>
            <a:ext cx="1904645" cy="3186070"/>
          </a:xfrm>
          <a:prstGeom prst="rect">
            <a:avLst/>
          </a:prstGeom>
        </p:spPr>
      </p:pic>
      <p:sp>
        <p:nvSpPr>
          <p:cNvPr id="2" name="Footer Placeholder 4">
            <a:extLst>
              <a:ext uri="{FF2B5EF4-FFF2-40B4-BE49-F238E27FC236}">
                <a16:creationId xmlns:a16="http://schemas.microsoft.com/office/drawing/2014/main" id="{D63565B0-4E0E-B871-E93A-9E9732A001D1}"/>
              </a:ext>
            </a:extLst>
          </p:cNvPr>
          <p:cNvSpPr>
            <a:spLocks noGrp="1"/>
          </p:cNvSpPr>
          <p:nvPr>
            <p:ph type="ftr" sz="quarter" idx="11"/>
          </p:nvPr>
        </p:nvSpPr>
        <p:spPr>
          <a:xfrm>
            <a:off x="4038600" y="6449338"/>
            <a:ext cx="4114800" cy="365125"/>
          </a:xfrm>
        </p:spPr>
        <p:txBody>
          <a:bodyPr/>
          <a:lstStyle/>
          <a:p>
            <a:r>
              <a:rPr lang="en-US"/>
              <a:t>A-14-02</a:t>
            </a:r>
          </a:p>
        </p:txBody>
      </p:sp>
      <p:sp>
        <p:nvSpPr>
          <p:cNvPr id="7" name="Date Placeholder 3">
            <a:extLst>
              <a:ext uri="{FF2B5EF4-FFF2-40B4-BE49-F238E27FC236}">
                <a16:creationId xmlns:a16="http://schemas.microsoft.com/office/drawing/2014/main" id="{31DDFEB0-3D53-0C61-DBC9-4631B49F9473}"/>
              </a:ext>
            </a:extLst>
          </p:cNvPr>
          <p:cNvSpPr>
            <a:spLocks noGrp="1"/>
          </p:cNvSpPr>
          <p:nvPr>
            <p:ph type="dt" sz="half" idx="10"/>
          </p:nvPr>
        </p:nvSpPr>
        <p:spPr>
          <a:xfrm>
            <a:off x="838200" y="6449338"/>
            <a:ext cx="2743200" cy="365125"/>
          </a:xfrm>
        </p:spPr>
        <p:txBody>
          <a:bodyPr/>
          <a:lstStyle/>
          <a:p>
            <a:r>
              <a:rPr lang="en-US"/>
              <a:t>2026/9/24</a:t>
            </a:r>
          </a:p>
        </p:txBody>
      </p:sp>
      <p:sp>
        <p:nvSpPr>
          <p:cNvPr id="9" name="テキスト ボックス 8">
            <a:extLst>
              <a:ext uri="{FF2B5EF4-FFF2-40B4-BE49-F238E27FC236}">
                <a16:creationId xmlns:a16="http://schemas.microsoft.com/office/drawing/2014/main" id="{4152D576-4069-3725-1005-B656F287913E}"/>
              </a:ext>
            </a:extLst>
          </p:cNvPr>
          <p:cNvSpPr txBox="1"/>
          <p:nvPr/>
        </p:nvSpPr>
        <p:spPr>
          <a:xfrm>
            <a:off x="7123289" y="5619472"/>
            <a:ext cx="4769199" cy="338554"/>
          </a:xfrm>
          <a:prstGeom prst="rect">
            <a:avLst/>
          </a:prstGeom>
          <a:noFill/>
        </p:spPr>
        <p:txBody>
          <a:bodyPr vert="horz" wrap="square" rtlCol="0">
            <a:spAutoFit/>
          </a:bodyPr>
          <a:lstStyle/>
          <a:p>
            <a:r>
              <a:rPr lang="ja-JP" altLang="en-US" sz="1600"/>
              <a:t>データセットの画像とアノテーションデータの例</a:t>
            </a:r>
            <a:endParaRPr lang="en-US" altLang="ja-JP" sz="1600"/>
          </a:p>
        </p:txBody>
      </p:sp>
    </p:spTree>
    <p:extLst>
      <p:ext uri="{BB962C8B-B14F-4D97-AF65-F5344CB8AC3E}">
        <p14:creationId xmlns:p14="http://schemas.microsoft.com/office/powerpoint/2010/main" val="34000728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A7671-5DF0-1F91-594A-AA87AB8B16ED}"/>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8CED324-80D9-722D-70D8-E38E41EFB86E}"/>
              </a:ext>
            </a:extLst>
          </p:cNvPr>
          <p:cNvSpPr>
            <a:spLocks noGrp="1"/>
          </p:cNvSpPr>
          <p:nvPr>
            <p:ph type="sldNum" sz="quarter" idx="12"/>
          </p:nvPr>
        </p:nvSpPr>
        <p:spPr/>
        <p:txBody>
          <a:bodyPr/>
          <a:lstStyle/>
          <a:p>
            <a:fld id="{465F6A33-8929-41AA-8A25-00E3AA79F1EE}" type="slidenum">
              <a:rPr lang="en-US" smtClean="0"/>
              <a:t>7</a:t>
            </a:fld>
            <a:endParaRPr lang="en-US"/>
          </a:p>
        </p:txBody>
      </p:sp>
      <p:sp>
        <p:nvSpPr>
          <p:cNvPr id="11" name="テキスト ボックス 10">
            <a:extLst>
              <a:ext uri="{FF2B5EF4-FFF2-40B4-BE49-F238E27FC236}">
                <a16:creationId xmlns:a16="http://schemas.microsoft.com/office/drawing/2014/main" id="{1873C7D6-14F4-DE90-DBA0-3C748C542061}"/>
              </a:ext>
            </a:extLst>
          </p:cNvPr>
          <p:cNvSpPr txBox="1"/>
          <p:nvPr/>
        </p:nvSpPr>
        <p:spPr>
          <a:xfrm>
            <a:off x="277091" y="258618"/>
            <a:ext cx="6465454" cy="646331"/>
          </a:xfrm>
          <a:prstGeom prst="rect">
            <a:avLst/>
          </a:prstGeom>
          <a:noFill/>
        </p:spPr>
        <p:txBody>
          <a:bodyPr wrap="square" rtlCol="0">
            <a:spAutoFit/>
          </a:bodyPr>
          <a:lstStyle/>
          <a:p>
            <a:r>
              <a:rPr kumimoji="1" lang="ja-JP" altLang="en-US" sz="3600"/>
              <a:t>実験</a:t>
            </a:r>
          </a:p>
        </p:txBody>
      </p:sp>
      <p:cxnSp>
        <p:nvCxnSpPr>
          <p:cNvPr id="10" name="直線コネクタ 9">
            <a:extLst>
              <a:ext uri="{FF2B5EF4-FFF2-40B4-BE49-F238E27FC236}">
                <a16:creationId xmlns:a16="http://schemas.microsoft.com/office/drawing/2014/main" id="{682CD847-AF34-AAE5-7A96-B26DE81DCBC0}"/>
              </a:ext>
            </a:extLst>
          </p:cNvPr>
          <p:cNvCxnSpPr/>
          <p:nvPr/>
        </p:nvCxnSpPr>
        <p:spPr>
          <a:xfrm>
            <a:off x="277090" y="904949"/>
            <a:ext cx="1152065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3">
            <a:extLst>
              <a:ext uri="{FF2B5EF4-FFF2-40B4-BE49-F238E27FC236}">
                <a16:creationId xmlns:a16="http://schemas.microsoft.com/office/drawing/2014/main" id="{9110F28A-CA9B-779F-0836-DA711CD3014F}"/>
              </a:ext>
            </a:extLst>
          </p:cNvPr>
          <p:cNvSpPr txBox="1"/>
          <p:nvPr/>
        </p:nvSpPr>
        <p:spPr>
          <a:xfrm>
            <a:off x="581025" y="1533525"/>
            <a:ext cx="8483399" cy="1231106"/>
          </a:xfrm>
          <a:prstGeom prst="rect">
            <a:avLst/>
          </a:prstGeom>
          <a:noFill/>
        </p:spPr>
        <p:txBody>
          <a:bodyPr wrap="square" lIns="0" tIns="0" rIns="0" bIns="0" anchor="t">
            <a:spAutoFit/>
          </a:bodyPr>
          <a:lstStyle/>
          <a:p>
            <a:pPr>
              <a:lnSpc>
                <a:spcPts val="2400"/>
              </a:lnSpc>
            </a:pPr>
            <a:r>
              <a:rPr lang="ja-JP" altLang="en-US" sz="2000" b="1">
                <a:solidFill>
                  <a:srgbClr val="222222"/>
                </a:solidFill>
                <a:latin typeface="Noto Sans JP"/>
              </a:rPr>
              <a:t>工程③</a:t>
            </a:r>
            <a:r>
              <a:rPr lang="en-US" altLang="ja-JP" sz="2000" b="1">
                <a:solidFill>
                  <a:srgbClr val="222222"/>
                </a:solidFill>
                <a:latin typeface="Noto Sans JP"/>
              </a:rPr>
              <a:t> </a:t>
            </a:r>
            <a:r>
              <a:rPr lang="ja-JP" altLang="en-US" sz="2000" b="1">
                <a:solidFill>
                  <a:srgbClr val="222222"/>
                </a:solidFill>
                <a:latin typeface="Noto Sans JP"/>
              </a:rPr>
              <a:t>恒常性の評価</a:t>
            </a:r>
            <a:endParaRPr lang="en-US" altLang="ja-JP" sz="2000" b="1">
              <a:solidFill>
                <a:srgbClr val="222222"/>
              </a:solidFill>
              <a:latin typeface="Noto Sans JP"/>
            </a:endParaRPr>
          </a:p>
          <a:p>
            <a:pPr>
              <a:lnSpc>
                <a:spcPts val="2400"/>
              </a:lnSpc>
            </a:pPr>
            <a:r>
              <a:rPr lang="ja-JP" altLang="en-US" sz="2000" b="1">
                <a:solidFill>
                  <a:srgbClr val="222222"/>
                </a:solidFill>
                <a:latin typeface="Noto Sans JP"/>
              </a:rPr>
              <a:t>テスト用のデータセットに対して姿勢推定を行った</a:t>
            </a:r>
            <a:endParaRPr lang="en-US" altLang="ja-JP" sz="2000" b="1">
              <a:solidFill>
                <a:srgbClr val="222222"/>
              </a:solidFill>
              <a:latin typeface="Noto Sans JP"/>
            </a:endParaRPr>
          </a:p>
          <a:p>
            <a:pPr>
              <a:lnSpc>
                <a:spcPts val="2400"/>
              </a:lnSpc>
            </a:pPr>
            <a:endParaRPr lang="en-US" altLang="ja-JP" sz="2000" b="1">
              <a:solidFill>
                <a:srgbClr val="222222"/>
              </a:solidFill>
              <a:latin typeface="Noto Sans JP"/>
            </a:endParaRPr>
          </a:p>
          <a:p>
            <a:pPr>
              <a:lnSpc>
                <a:spcPts val="2400"/>
              </a:lnSpc>
            </a:pPr>
            <a:r>
              <a:rPr lang="ja-JP" altLang="en-US" sz="2000" b="1">
                <a:solidFill>
                  <a:srgbClr val="222222"/>
                </a:solidFill>
                <a:latin typeface="Noto Sans JP"/>
              </a:rPr>
              <a:t>正解データと推定結果で各キーポイント間の距離を比較</a:t>
            </a:r>
            <a:endParaRPr lang="en-US" altLang="ja-JP">
              <a:solidFill>
                <a:srgbClr val="222222"/>
              </a:solidFill>
              <a:latin typeface="Noto Sans JP"/>
            </a:endParaRPr>
          </a:p>
        </p:txBody>
      </p:sp>
      <p:sp>
        <p:nvSpPr>
          <p:cNvPr id="2" name="Footer Placeholder 4">
            <a:extLst>
              <a:ext uri="{FF2B5EF4-FFF2-40B4-BE49-F238E27FC236}">
                <a16:creationId xmlns:a16="http://schemas.microsoft.com/office/drawing/2014/main" id="{32E2AF87-0EC3-81D9-4AB2-86BBF2557BA4}"/>
              </a:ext>
            </a:extLst>
          </p:cNvPr>
          <p:cNvSpPr>
            <a:spLocks noGrp="1"/>
          </p:cNvSpPr>
          <p:nvPr>
            <p:ph type="ftr" sz="quarter" idx="11"/>
          </p:nvPr>
        </p:nvSpPr>
        <p:spPr>
          <a:xfrm>
            <a:off x="4038600" y="6449338"/>
            <a:ext cx="4114800" cy="365125"/>
          </a:xfrm>
        </p:spPr>
        <p:txBody>
          <a:bodyPr/>
          <a:lstStyle/>
          <a:p>
            <a:r>
              <a:rPr lang="en-US"/>
              <a:t>A-14-02</a:t>
            </a:r>
          </a:p>
        </p:txBody>
      </p:sp>
      <p:sp>
        <p:nvSpPr>
          <p:cNvPr id="7" name="Date Placeholder 3">
            <a:extLst>
              <a:ext uri="{FF2B5EF4-FFF2-40B4-BE49-F238E27FC236}">
                <a16:creationId xmlns:a16="http://schemas.microsoft.com/office/drawing/2014/main" id="{32B42386-14B6-9B33-E60A-EDA2DB02D5AF}"/>
              </a:ext>
            </a:extLst>
          </p:cNvPr>
          <p:cNvSpPr>
            <a:spLocks noGrp="1"/>
          </p:cNvSpPr>
          <p:nvPr>
            <p:ph type="dt" sz="half" idx="10"/>
          </p:nvPr>
        </p:nvSpPr>
        <p:spPr>
          <a:xfrm>
            <a:off x="838200" y="6449338"/>
            <a:ext cx="2743200" cy="365125"/>
          </a:xfrm>
        </p:spPr>
        <p:txBody>
          <a:bodyPr/>
          <a:lstStyle/>
          <a:p>
            <a:r>
              <a:rPr lang="en-US"/>
              <a:t>2026/9/24</a:t>
            </a:r>
          </a:p>
        </p:txBody>
      </p:sp>
      <p:sp>
        <p:nvSpPr>
          <p:cNvPr id="12" name="TextBox 11"/>
          <p:cNvSpPr txBox="1"/>
          <p:nvPr/>
        </p:nvSpPr>
        <p:spPr>
          <a:xfrm>
            <a:off x="581025" y="2884631"/>
            <a:ext cx="8483399" cy="320000"/>
          </a:xfrm>
          <a:prstGeom prst="rect">
            <a:avLst/>
          </a:prstGeom>
          <a:noFill/>
        </p:spPr>
        <p:txBody>
          <a:bodyPr wrap="square" lIns="0" rIns="0" tIns="0" bIns="0">
            <a:spAutoFit/>
          </a:bodyPr>
          <a:lstStyle/>
          <a:p>
            <a:pPr>
              <a:spcAft>
                <a:spcPts val="400"/>
              </a:spcAft>
            </a:pPr>
            <a:r>
              <a:rPr sz="1400" b="0">
                <a:solidFill>
                  <a:srgbClr val="222222"/>
                </a:solidFill>
                <a:latin typeface="Noto Sans JP"/>
              </a:rPr>
              <a:t>結果: head〜spine5の6区間について、区間長のフレーム間変動係数(CV)を推定・正解で比較(Camera1)</a:t>
            </a:r>
          </a:p>
        </p:txBody>
      </p:sp>
      <p:graphicFrame>
        <p:nvGraphicFramePr>
          <p:cNvPr id="13" name="Table 12"/>
          <p:cNvGraphicFramePr>
            <a:graphicFrameLocks noGrp="1"/>
          </p:cNvGraphicFramePr>
          <p:nvPr/>
        </p:nvGraphicFramePr>
        <p:xfrm>
          <a:off x="581025" y="3264631"/>
          <a:ext cx="6400000" cy="1890000"/>
        </p:xfrm>
        <a:graphic>
          <a:graphicData uri="http://schemas.openxmlformats.org/drawingml/2006/table">
            <a:tbl>
              <a:tblPr firstRow="1" bandRow="0">
                <a:tableStyleId>{5940675A-B579-460E-94D1-54222C63F5DA}</a:tableStyleId>
              </a:tblPr>
              <a:tblGrid>
                <a:gridCol w="3200000"/>
                <a:gridCol w="1600000"/>
                <a:gridCol w="1600000"/>
              </a:tblGrid>
              <a:tr h="270000">
                <a:tc>
                  <a:txBody>
                    <a:bodyPr wrap="square"/>
                    <a:lstStyle/>
                    <a:p>
                      <a:pPr algn="ctr"/>
                      <a:r>
                        <a:rPr sz="1300" b="1">
                          <a:solidFill>
                            <a:srgbClr val="222222"/>
                          </a:solidFill>
                          <a:latin typeface="Noto Sans JP"/>
                        </a:rPr>
                        <a:t>区間</a:t>
                      </a:r>
                    </a:p>
                  </a:txBody>
                  <a:tcPr marL="45720" marR="45720" marT="9144" marB="9144" anchor="ctr"/>
                </a:tc>
                <a:tc>
                  <a:txBody>
                    <a:bodyPr wrap="square"/>
                    <a:lstStyle/>
                    <a:p>
                      <a:pPr algn="ctr"/>
                      <a:r>
                        <a:rPr sz="1300" b="1">
                          <a:solidFill>
                            <a:srgbClr val="222222"/>
                          </a:solidFill>
                          <a:latin typeface="Noto Sans JP"/>
                        </a:rPr>
                        <a:t>推定CV</a:t>
                      </a:r>
                    </a:p>
                  </a:txBody>
                  <a:tcPr marL="45720" marR="45720" marT="9144" marB="9144" anchor="ctr"/>
                </a:tc>
                <a:tc>
                  <a:txBody>
                    <a:bodyPr wrap="square"/>
                    <a:lstStyle/>
                    <a:p>
                      <a:pPr algn="ctr"/>
                      <a:r>
                        <a:rPr sz="1300" b="1">
                          <a:solidFill>
                            <a:srgbClr val="222222"/>
                          </a:solidFill>
                          <a:latin typeface="Noto Sans JP"/>
                        </a:rPr>
                        <a:t>正解CV</a:t>
                      </a:r>
                    </a:p>
                  </a:txBody>
                  <a:tcPr marL="45720" marR="45720" marT="9144" marB="9144" anchor="ctr"/>
                </a:tc>
              </a:tr>
              <a:tr h="270000">
                <a:tc>
                  <a:txBody>
                    <a:bodyPr wrap="square"/>
                    <a:lstStyle/>
                    <a:p>
                      <a:pPr algn="l"/>
                      <a:r>
                        <a:rPr sz="1200" b="0">
                          <a:solidFill>
                            <a:srgbClr val="222222"/>
                          </a:solidFill>
                          <a:latin typeface="Noto Sans JP"/>
                        </a:rPr>
                        <a:t>head - spine0</a:t>
                      </a:r>
                    </a:p>
                  </a:txBody>
                  <a:tcPr marL="45720" marR="45720" marT="9144" marB="9144" anchor="ctr"/>
                </a:tc>
                <a:tc>
                  <a:txBody>
                    <a:bodyPr wrap="square"/>
                    <a:lstStyle/>
                    <a:p>
                      <a:pPr algn="l"/>
                      <a:r>
                        <a:rPr sz="1200" b="0">
                          <a:solidFill>
                            <a:srgbClr val="222222"/>
                          </a:solidFill>
                          <a:latin typeface="Noto Sans JP"/>
                        </a:rPr>
                        <a:t>0.041</a:t>
                      </a:r>
                    </a:p>
                  </a:txBody>
                  <a:tcPr marL="45720" marR="45720" marT="9144" marB="9144" anchor="ctr"/>
                </a:tc>
                <a:tc>
                  <a:txBody>
                    <a:bodyPr wrap="square"/>
                    <a:lstStyle/>
                    <a:p>
                      <a:pPr algn="l"/>
                      <a:r>
                        <a:rPr sz="1200" b="0">
                          <a:solidFill>
                            <a:srgbClr val="222222"/>
                          </a:solidFill>
                          <a:latin typeface="Noto Sans JP"/>
                        </a:rPr>
                        <a:t>0.042</a:t>
                      </a:r>
                    </a:p>
                  </a:txBody>
                  <a:tcPr marL="45720" marR="45720" marT="9144" marB="9144" anchor="ctr"/>
                </a:tc>
              </a:tr>
              <a:tr h="270000">
                <a:tc>
                  <a:txBody>
                    <a:bodyPr wrap="square"/>
                    <a:lstStyle/>
                    <a:p>
                      <a:pPr algn="l"/>
                      <a:r>
                        <a:rPr sz="1200" b="0">
                          <a:solidFill>
                            <a:srgbClr val="222222"/>
                          </a:solidFill>
                          <a:latin typeface="Noto Sans JP"/>
                        </a:rPr>
                        <a:t>spine0 - spine1</a:t>
                      </a:r>
                    </a:p>
                  </a:txBody>
                  <a:tcPr marL="45720" marR="45720" marT="9144" marB="9144" anchor="ctr"/>
                </a:tc>
                <a:tc>
                  <a:txBody>
                    <a:bodyPr wrap="square"/>
                    <a:lstStyle/>
                    <a:p>
                      <a:pPr algn="l"/>
                      <a:r>
                        <a:rPr sz="1200" b="0">
                          <a:solidFill>
                            <a:srgbClr val="222222"/>
                          </a:solidFill>
                          <a:latin typeface="Noto Sans JP"/>
                        </a:rPr>
                        <a:t>0.214</a:t>
                      </a:r>
                    </a:p>
                  </a:txBody>
                  <a:tcPr marL="45720" marR="45720" marT="9144" marB="9144" anchor="ctr"/>
                </a:tc>
                <a:tc>
                  <a:txBody>
                    <a:bodyPr wrap="square"/>
                    <a:lstStyle/>
                    <a:p>
                      <a:pPr algn="l"/>
                      <a:r>
                        <a:rPr sz="1200" b="0">
                          <a:solidFill>
                            <a:srgbClr val="222222"/>
                          </a:solidFill>
                          <a:latin typeface="Noto Sans JP"/>
                        </a:rPr>
                        <a:t>0.000</a:t>
                      </a:r>
                    </a:p>
                  </a:txBody>
                  <a:tcPr marL="45720" marR="45720" marT="9144" marB="9144" anchor="ctr"/>
                </a:tc>
              </a:tr>
              <a:tr h="270000">
                <a:tc>
                  <a:txBody>
                    <a:bodyPr wrap="square"/>
                    <a:lstStyle/>
                    <a:p>
                      <a:pPr algn="l"/>
                      <a:r>
                        <a:rPr sz="1200" b="0">
                          <a:solidFill>
                            <a:srgbClr val="222222"/>
                          </a:solidFill>
                          <a:latin typeface="Noto Sans JP"/>
                        </a:rPr>
                        <a:t>spine1 - spine2</a:t>
                      </a:r>
                    </a:p>
                  </a:txBody>
                  <a:tcPr marL="45720" marR="45720" marT="9144" marB="9144" anchor="ctr"/>
                </a:tc>
                <a:tc>
                  <a:txBody>
                    <a:bodyPr wrap="square"/>
                    <a:lstStyle/>
                    <a:p>
                      <a:pPr algn="l"/>
                      <a:r>
                        <a:rPr sz="1200" b="0">
                          <a:solidFill>
                            <a:srgbClr val="222222"/>
                          </a:solidFill>
                          <a:latin typeface="Noto Sans JP"/>
                        </a:rPr>
                        <a:t>0.267</a:t>
                      </a:r>
                    </a:p>
                  </a:txBody>
                  <a:tcPr marL="45720" marR="45720" marT="9144" marB="9144" anchor="ctr"/>
                </a:tc>
                <a:tc>
                  <a:txBody>
                    <a:bodyPr wrap="square"/>
                    <a:lstStyle/>
                    <a:p>
                      <a:pPr algn="l"/>
                      <a:r>
                        <a:rPr sz="1200" b="0">
                          <a:solidFill>
                            <a:srgbClr val="222222"/>
                          </a:solidFill>
                          <a:latin typeface="Noto Sans JP"/>
                        </a:rPr>
                        <a:t>0.003</a:t>
                      </a:r>
                    </a:p>
                  </a:txBody>
                  <a:tcPr marL="45720" marR="45720" marT="9144" marB="9144" anchor="ctr"/>
                </a:tc>
              </a:tr>
              <a:tr h="270000">
                <a:tc>
                  <a:txBody>
                    <a:bodyPr wrap="square"/>
                    <a:lstStyle/>
                    <a:p>
                      <a:pPr algn="l"/>
                      <a:r>
                        <a:rPr sz="1200" b="0">
                          <a:solidFill>
                            <a:srgbClr val="222222"/>
                          </a:solidFill>
                          <a:latin typeface="Noto Sans JP"/>
                        </a:rPr>
                        <a:t>spine2 - spine3</a:t>
                      </a:r>
                    </a:p>
                  </a:txBody>
                  <a:tcPr marL="45720" marR="45720" marT="9144" marB="9144" anchor="ctr"/>
                </a:tc>
                <a:tc>
                  <a:txBody>
                    <a:bodyPr wrap="square"/>
                    <a:lstStyle/>
                    <a:p>
                      <a:pPr algn="l"/>
                      <a:r>
                        <a:rPr sz="1200" b="0">
                          <a:solidFill>
                            <a:srgbClr val="222222"/>
                          </a:solidFill>
                          <a:latin typeface="Noto Sans JP"/>
                        </a:rPr>
                        <a:t>0.251</a:t>
                      </a:r>
                    </a:p>
                  </a:txBody>
                  <a:tcPr marL="45720" marR="45720" marT="9144" marB="9144" anchor="ctr"/>
                </a:tc>
                <a:tc>
                  <a:txBody>
                    <a:bodyPr wrap="square"/>
                    <a:lstStyle/>
                    <a:p>
                      <a:pPr algn="l"/>
                      <a:r>
                        <a:rPr sz="1200" b="0">
                          <a:solidFill>
                            <a:srgbClr val="222222"/>
                          </a:solidFill>
                          <a:latin typeface="Noto Sans JP"/>
                        </a:rPr>
                        <a:t>0.000</a:t>
                      </a:r>
                    </a:p>
                  </a:txBody>
                  <a:tcPr marL="45720" marR="45720" marT="9144" marB="9144" anchor="ctr"/>
                </a:tc>
              </a:tr>
              <a:tr h="270000">
                <a:tc>
                  <a:txBody>
                    <a:bodyPr wrap="square"/>
                    <a:lstStyle/>
                    <a:p>
                      <a:pPr algn="l"/>
                      <a:r>
                        <a:rPr sz="1200" b="0">
                          <a:solidFill>
                            <a:srgbClr val="222222"/>
                          </a:solidFill>
                          <a:latin typeface="Noto Sans JP"/>
                        </a:rPr>
                        <a:t>spine3 - spine4</a:t>
                      </a:r>
                    </a:p>
                  </a:txBody>
                  <a:tcPr marL="45720" marR="45720" marT="9144" marB="9144" anchor="ctr"/>
                </a:tc>
                <a:tc>
                  <a:txBody>
                    <a:bodyPr wrap="square"/>
                    <a:lstStyle/>
                    <a:p>
                      <a:pPr algn="l"/>
                      <a:r>
                        <a:rPr sz="1200" b="0">
                          <a:solidFill>
                            <a:srgbClr val="222222"/>
                          </a:solidFill>
                          <a:latin typeface="Noto Sans JP"/>
                        </a:rPr>
                        <a:t>0.281</a:t>
                      </a:r>
                    </a:p>
                  </a:txBody>
                  <a:tcPr marL="45720" marR="45720" marT="9144" marB="9144" anchor="ctr"/>
                </a:tc>
                <a:tc>
                  <a:txBody>
                    <a:bodyPr wrap="square"/>
                    <a:lstStyle/>
                    <a:p>
                      <a:pPr algn="l"/>
                      <a:r>
                        <a:rPr sz="1200" b="0">
                          <a:solidFill>
                            <a:srgbClr val="222222"/>
                          </a:solidFill>
                          <a:latin typeface="Noto Sans JP"/>
                        </a:rPr>
                        <a:t>0.000</a:t>
                      </a:r>
                    </a:p>
                  </a:txBody>
                  <a:tcPr marL="45720" marR="45720" marT="9144" marB="9144" anchor="ctr"/>
                </a:tc>
              </a:tr>
              <a:tr h="270000">
                <a:tc>
                  <a:txBody>
                    <a:bodyPr wrap="square"/>
                    <a:lstStyle/>
                    <a:p>
                      <a:pPr algn="l"/>
                      <a:r>
                        <a:rPr sz="1200" b="0">
                          <a:solidFill>
                            <a:srgbClr val="222222"/>
                          </a:solidFill>
                          <a:latin typeface="Noto Sans JP"/>
                        </a:rPr>
                        <a:t>spine4 - spine5</a:t>
                      </a:r>
                    </a:p>
                  </a:txBody>
                  <a:tcPr marL="45720" marR="45720" marT="9144" marB="9144" anchor="ctr"/>
                </a:tc>
                <a:tc>
                  <a:txBody>
                    <a:bodyPr wrap="square"/>
                    <a:lstStyle/>
                    <a:p>
                      <a:pPr algn="l"/>
                      <a:r>
                        <a:rPr sz="1200" b="0">
                          <a:solidFill>
                            <a:srgbClr val="222222"/>
                          </a:solidFill>
                          <a:latin typeface="Noto Sans JP"/>
                        </a:rPr>
                        <a:t>0.296</a:t>
                      </a:r>
                    </a:p>
                  </a:txBody>
                  <a:tcPr marL="45720" marR="45720" marT="9144" marB="9144" anchor="ctr"/>
                </a:tc>
                <a:tc>
                  <a:txBody>
                    <a:bodyPr wrap="square"/>
                    <a:lstStyle/>
                    <a:p>
                      <a:pPr algn="l"/>
                      <a:r>
                        <a:rPr sz="1200" b="0">
                          <a:solidFill>
                            <a:srgbClr val="222222"/>
                          </a:solidFill>
                          <a:latin typeface="Noto Sans JP"/>
                        </a:rPr>
                        <a:t>0.000</a:t>
                      </a:r>
                    </a:p>
                  </a:txBody>
                  <a:tcPr marL="45720" marR="45720" marT="9144" marB="9144" anchor="ctr"/>
                </a:tc>
              </a:tr>
            </a:tbl>
          </a:graphicData>
        </a:graphic>
      </p:graphicFrame>
      <p:sp>
        <p:nvSpPr>
          <p:cNvPr id="14" name="TextBox 13"/>
          <p:cNvSpPr txBox="1"/>
          <p:nvPr/>
        </p:nvSpPr>
        <p:spPr>
          <a:xfrm>
            <a:off x="581025" y="5304631"/>
            <a:ext cx="8483399" cy="900000"/>
          </a:xfrm>
          <a:prstGeom prst="rect">
            <a:avLst/>
          </a:prstGeom>
          <a:noFill/>
        </p:spPr>
        <p:txBody>
          <a:bodyPr wrap="square" lIns="0" rIns="0" tIns="0" bIns="0">
            <a:spAutoFit/>
          </a:bodyPr>
          <a:lstStyle/>
          <a:p>
            <a:pPr>
              <a:spcAft>
                <a:spcPts val="400"/>
              </a:spcAft>
            </a:pPr>
            <a:r>
              <a:rPr sz="1300" b="0">
                <a:solidFill>
                  <a:srgbClr val="222222"/>
                </a:solidFill>
                <a:latin typeface="Noto Sans JP"/>
              </a:rPr>
              <a:t>・正解(剛体骨格)はCVがほぼ0だが、推定はspine系区間で21〜30%変動 → 骨長の恒常性に課題</a:t>
            </a:r>
          </a:p>
          <a:p>
            <a:pPr>
              <a:spcAft>
                <a:spcPts val="400"/>
              </a:spcAft>
            </a:pPr>
            <a:r>
              <a:rPr sz="1300" b="0">
                <a:solidFill>
                  <a:srgbClr val="222222"/>
                </a:solidFill>
                <a:latin typeface="Noto Sans JP"/>
              </a:rPr>
              <a:t>・head-spine0のみ推定CVが低いのは、モデルのroot関節がx,y=(0,0)に固定される正規化の</a:t>
            </a:r>
          </a:p>
          <a:p>
            <a:pPr>
              <a:spcAft>
                <a:spcPts val="400"/>
              </a:spcAft>
            </a:pPr>
            <a:r>
              <a:rPr sz="1300" b="0">
                <a:solidFill>
                  <a:srgbClr val="222222"/>
                </a:solidFill>
                <a:latin typeface="Noto Sans JP"/>
              </a:rPr>
              <a:t>　アーティファクトによるもので、精度の高さを意味しない</a:t>
            </a:r>
          </a:p>
        </p:txBody>
      </p:sp>
    </p:spTree>
    <p:extLst>
      <p:ext uri="{BB962C8B-B14F-4D97-AF65-F5344CB8AC3E}">
        <p14:creationId xmlns:p14="http://schemas.microsoft.com/office/powerpoint/2010/main" val="6838921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9A4C4-F4D0-CED7-1AC7-1DC77F646006}"/>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2AB81B4F-CD3E-0ED0-7F29-64FCD2ADB687}"/>
              </a:ext>
            </a:extLst>
          </p:cNvPr>
          <p:cNvSpPr>
            <a:spLocks noGrp="1"/>
          </p:cNvSpPr>
          <p:nvPr>
            <p:ph type="sldNum" sz="quarter" idx="12"/>
          </p:nvPr>
        </p:nvSpPr>
        <p:spPr/>
        <p:txBody>
          <a:bodyPr/>
          <a:lstStyle/>
          <a:p>
            <a:fld id="{465F6A33-8929-41AA-8A25-00E3AA79F1EE}" type="slidenum">
              <a:rPr lang="en-US" smtClean="0"/>
              <a:t>8</a:t>
            </a:fld>
            <a:endParaRPr lang="en-US"/>
          </a:p>
        </p:txBody>
      </p:sp>
      <p:sp>
        <p:nvSpPr>
          <p:cNvPr id="11" name="テキスト ボックス 10">
            <a:extLst>
              <a:ext uri="{FF2B5EF4-FFF2-40B4-BE49-F238E27FC236}">
                <a16:creationId xmlns:a16="http://schemas.microsoft.com/office/drawing/2014/main" id="{FD94D171-437F-84EB-FB8C-B6ADAF6C0BAF}"/>
              </a:ext>
            </a:extLst>
          </p:cNvPr>
          <p:cNvSpPr txBox="1"/>
          <p:nvPr/>
        </p:nvSpPr>
        <p:spPr>
          <a:xfrm>
            <a:off x="277091" y="258618"/>
            <a:ext cx="6465454" cy="646331"/>
          </a:xfrm>
          <a:prstGeom prst="rect">
            <a:avLst/>
          </a:prstGeom>
          <a:noFill/>
        </p:spPr>
        <p:txBody>
          <a:bodyPr wrap="square" rtlCol="0">
            <a:spAutoFit/>
          </a:bodyPr>
          <a:lstStyle/>
          <a:p>
            <a:r>
              <a:rPr kumimoji="1" lang="ja-JP" altLang="en-US" sz="3600"/>
              <a:t>実験</a:t>
            </a:r>
          </a:p>
        </p:txBody>
      </p:sp>
      <p:cxnSp>
        <p:nvCxnSpPr>
          <p:cNvPr id="10" name="直線コネクタ 9">
            <a:extLst>
              <a:ext uri="{FF2B5EF4-FFF2-40B4-BE49-F238E27FC236}">
                <a16:creationId xmlns:a16="http://schemas.microsoft.com/office/drawing/2014/main" id="{BA6A8275-5487-D86A-20E9-CB482C8C73F9}"/>
              </a:ext>
            </a:extLst>
          </p:cNvPr>
          <p:cNvCxnSpPr/>
          <p:nvPr/>
        </p:nvCxnSpPr>
        <p:spPr>
          <a:xfrm>
            <a:off x="277090" y="904949"/>
            <a:ext cx="1152065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3">
            <a:extLst>
              <a:ext uri="{FF2B5EF4-FFF2-40B4-BE49-F238E27FC236}">
                <a16:creationId xmlns:a16="http://schemas.microsoft.com/office/drawing/2014/main" id="{3802E31C-8F6B-DF03-DF2C-7DE164EEEE5A}"/>
              </a:ext>
            </a:extLst>
          </p:cNvPr>
          <p:cNvSpPr txBox="1"/>
          <p:nvPr/>
        </p:nvSpPr>
        <p:spPr>
          <a:xfrm>
            <a:off x="581025" y="1533525"/>
            <a:ext cx="8483399" cy="307777"/>
          </a:xfrm>
          <a:prstGeom prst="rect">
            <a:avLst/>
          </a:prstGeom>
          <a:noFill/>
        </p:spPr>
        <p:txBody>
          <a:bodyPr wrap="square" lIns="0" tIns="0" rIns="0" bIns="0" anchor="t">
            <a:spAutoFit/>
          </a:bodyPr>
          <a:lstStyle/>
          <a:p>
            <a:pPr>
              <a:lnSpc>
                <a:spcPts val="2400"/>
              </a:lnSpc>
            </a:pPr>
            <a:r>
              <a:rPr lang="ja-JP" altLang="en-US" sz="2000" b="1">
                <a:solidFill>
                  <a:srgbClr val="222222"/>
                </a:solidFill>
                <a:latin typeface="Noto Sans JP"/>
              </a:rPr>
              <a:t>工程③</a:t>
            </a:r>
            <a:r>
              <a:rPr lang="en-US" altLang="ja-JP" sz="2000" b="1">
                <a:solidFill>
                  <a:srgbClr val="222222"/>
                </a:solidFill>
                <a:latin typeface="Noto Sans JP"/>
              </a:rPr>
              <a:t> </a:t>
            </a:r>
            <a:r>
              <a:rPr lang="ja-JP" altLang="en-US" sz="2000" b="1">
                <a:solidFill>
                  <a:srgbClr val="222222"/>
                </a:solidFill>
                <a:latin typeface="Noto Sans JP"/>
              </a:rPr>
              <a:t>柔軟性の評価</a:t>
            </a:r>
            <a:endParaRPr lang="en-US" altLang="ja-JP" sz="2000" b="1">
              <a:solidFill>
                <a:srgbClr val="222222"/>
              </a:solidFill>
              <a:latin typeface="Noto Sans JP"/>
            </a:endParaRPr>
          </a:p>
        </p:txBody>
      </p:sp>
      <p:sp>
        <p:nvSpPr>
          <p:cNvPr id="2" name="Footer Placeholder 4">
            <a:extLst>
              <a:ext uri="{FF2B5EF4-FFF2-40B4-BE49-F238E27FC236}">
                <a16:creationId xmlns:a16="http://schemas.microsoft.com/office/drawing/2014/main" id="{40CDACBD-827E-74F7-BCCB-18A9D0502884}"/>
              </a:ext>
            </a:extLst>
          </p:cNvPr>
          <p:cNvSpPr>
            <a:spLocks noGrp="1"/>
          </p:cNvSpPr>
          <p:nvPr>
            <p:ph type="ftr" sz="quarter" idx="11"/>
          </p:nvPr>
        </p:nvSpPr>
        <p:spPr>
          <a:xfrm>
            <a:off x="4038600" y="6449338"/>
            <a:ext cx="4114800" cy="365125"/>
          </a:xfrm>
        </p:spPr>
        <p:txBody>
          <a:bodyPr/>
          <a:lstStyle/>
          <a:p>
            <a:r>
              <a:rPr lang="en-US"/>
              <a:t>A-14-02</a:t>
            </a:r>
          </a:p>
        </p:txBody>
      </p:sp>
      <p:sp>
        <p:nvSpPr>
          <p:cNvPr id="7" name="Date Placeholder 3">
            <a:extLst>
              <a:ext uri="{FF2B5EF4-FFF2-40B4-BE49-F238E27FC236}">
                <a16:creationId xmlns:a16="http://schemas.microsoft.com/office/drawing/2014/main" id="{CCE1159D-73A4-C6BE-8AA8-0E95B7339D30}"/>
              </a:ext>
            </a:extLst>
          </p:cNvPr>
          <p:cNvSpPr>
            <a:spLocks noGrp="1"/>
          </p:cNvSpPr>
          <p:nvPr>
            <p:ph type="dt" sz="half" idx="10"/>
          </p:nvPr>
        </p:nvSpPr>
        <p:spPr>
          <a:xfrm>
            <a:off x="838200" y="6449338"/>
            <a:ext cx="2743200" cy="365125"/>
          </a:xfrm>
        </p:spPr>
        <p:txBody>
          <a:bodyPr/>
          <a:lstStyle/>
          <a:p>
            <a:r>
              <a:rPr lang="en-US"/>
              <a:t>2026/9/24</a:t>
            </a:r>
          </a:p>
        </p:txBody>
      </p:sp>
      <p:sp>
        <p:nvSpPr>
          <p:cNvPr id="12" name="TextBox 11"/>
          <p:cNvSpPr txBox="1"/>
          <p:nvPr/>
        </p:nvSpPr>
        <p:spPr>
          <a:xfrm>
            <a:off x="581025" y="1933525"/>
            <a:ext cx="8483399" cy="500000"/>
          </a:xfrm>
          <a:prstGeom prst="rect">
            <a:avLst/>
          </a:prstGeom>
          <a:noFill/>
        </p:spPr>
        <p:txBody>
          <a:bodyPr wrap="square" lIns="0" rIns="0" tIns="0" bIns="0">
            <a:spAutoFit/>
          </a:bodyPr>
          <a:lstStyle/>
          <a:p>
            <a:pPr>
              <a:spcAft>
                <a:spcPts val="400"/>
              </a:spcAft>
            </a:pPr>
            <a:r>
              <a:rPr sz="1400" b="0">
                <a:solidFill>
                  <a:srgbClr val="222222"/>
                </a:solidFill>
                <a:latin typeface="Noto Sans JP"/>
              </a:rPr>
              <a:t>方法: 肩-肘-手首、股関節-膝-足首の3点から関節角度を算出し、可動範囲・正解との相関を比較(Camera1)</a:t>
            </a:r>
          </a:p>
        </p:txBody>
      </p:sp>
      <p:graphicFrame>
        <p:nvGraphicFramePr>
          <p:cNvPr id="13" name="Table 12"/>
          <p:cNvGraphicFramePr>
            <a:graphicFrameLocks noGrp="1"/>
          </p:cNvGraphicFramePr>
          <p:nvPr/>
        </p:nvGraphicFramePr>
        <p:xfrm>
          <a:off x="581025" y="2433525"/>
          <a:ext cx="8200000" cy="1400000"/>
        </p:xfrm>
        <a:graphic>
          <a:graphicData uri="http://schemas.openxmlformats.org/drawingml/2006/table">
            <a:tbl>
              <a:tblPr firstRow="1" bandRow="0">
                <a:tableStyleId>{5940675A-B579-460E-94D1-54222C63F5DA}</a:tableStyleId>
              </a:tblPr>
              <a:tblGrid>
                <a:gridCol w="2000000"/>
                <a:gridCol w="2300000"/>
                <a:gridCol w="2300000"/>
                <a:gridCol w="1600000"/>
              </a:tblGrid>
              <a:tr h="280000">
                <a:tc>
                  <a:txBody>
                    <a:bodyPr wrap="square"/>
                    <a:lstStyle/>
                    <a:p>
                      <a:pPr algn="ctr"/>
                      <a:r>
                        <a:rPr sz="1300" b="1">
                          <a:solidFill>
                            <a:srgbClr val="222222"/>
                          </a:solidFill>
                          <a:latin typeface="Noto Sans JP"/>
                        </a:rPr>
                        <a:t>関節</a:t>
                      </a:r>
                    </a:p>
                  </a:txBody>
                  <a:tcPr marL="45720" marR="45720" marT="9144" marB="9144" anchor="ctr"/>
                </a:tc>
                <a:tc>
                  <a:txBody>
                    <a:bodyPr wrap="square"/>
                    <a:lstStyle/>
                    <a:p>
                      <a:pPr algn="ctr"/>
                      <a:r>
                        <a:rPr sz="1300" b="1">
                          <a:solidFill>
                            <a:srgbClr val="222222"/>
                          </a:solidFill>
                          <a:latin typeface="Noto Sans JP"/>
                        </a:rPr>
                        <a:t>推定 可動範囲</a:t>
                      </a:r>
                    </a:p>
                  </a:txBody>
                  <a:tcPr marL="45720" marR="45720" marT="9144" marB="9144" anchor="ctr"/>
                </a:tc>
                <a:tc>
                  <a:txBody>
                    <a:bodyPr wrap="square"/>
                    <a:lstStyle/>
                    <a:p>
                      <a:pPr algn="ctr"/>
                      <a:r>
                        <a:rPr sz="1300" b="1">
                          <a:solidFill>
                            <a:srgbClr val="222222"/>
                          </a:solidFill>
                          <a:latin typeface="Noto Sans JP"/>
                        </a:rPr>
                        <a:t>正解 可動範囲</a:t>
                      </a:r>
                    </a:p>
                  </a:txBody>
                  <a:tcPr marL="45720" marR="45720" marT="9144" marB="9144" anchor="ctr"/>
                </a:tc>
                <a:tc>
                  <a:txBody>
                    <a:bodyPr wrap="square"/>
                    <a:lstStyle/>
                    <a:p>
                      <a:pPr algn="ctr"/>
                      <a:r>
                        <a:rPr sz="1300" b="1">
                          <a:solidFill>
                            <a:srgbClr val="222222"/>
                          </a:solidFill>
                          <a:latin typeface="Noto Sans JP"/>
                        </a:rPr>
                        <a:t>角度相関</a:t>
                      </a:r>
                    </a:p>
                  </a:txBody>
                  <a:tcPr marL="45720" marR="45720" marT="9144" marB="9144" anchor="ctr"/>
                </a:tc>
              </a:tr>
              <a:tr h="280000">
                <a:tc>
                  <a:txBody>
                    <a:bodyPr wrap="square"/>
                    <a:lstStyle/>
                    <a:p>
                      <a:pPr algn="l"/>
                      <a:r>
                        <a:rPr sz="1200" b="0">
                          <a:solidFill>
                            <a:srgbClr val="222222"/>
                          </a:solidFill>
                          <a:latin typeface="Noto Sans JP"/>
                        </a:rPr>
                        <a:t>left_elbow</a:t>
                      </a:r>
                    </a:p>
                  </a:txBody>
                  <a:tcPr marL="45720" marR="45720" marT="9144" marB="9144" anchor="ctr"/>
                </a:tc>
                <a:tc>
                  <a:txBody>
                    <a:bodyPr wrap="square"/>
                    <a:lstStyle/>
                    <a:p>
                      <a:pPr algn="l"/>
                      <a:r>
                        <a:rPr sz="1200" b="0">
                          <a:solidFill>
                            <a:srgbClr val="222222"/>
                          </a:solidFill>
                          <a:latin typeface="Noto Sans JP"/>
                        </a:rPr>
                        <a:t>71.4°〜131.0°</a:t>
                      </a:r>
                    </a:p>
                  </a:txBody>
                  <a:tcPr marL="45720" marR="45720" marT="9144" marB="9144" anchor="ctr"/>
                </a:tc>
                <a:tc>
                  <a:txBody>
                    <a:bodyPr wrap="square"/>
                    <a:lstStyle/>
                    <a:p>
                      <a:pPr algn="l"/>
                      <a:r>
                        <a:rPr sz="1200" b="0">
                          <a:solidFill>
                            <a:srgbClr val="222222"/>
                          </a:solidFill>
                          <a:latin typeface="Noto Sans JP"/>
                        </a:rPr>
                        <a:t>86.7°〜127.4°</a:t>
                      </a:r>
                    </a:p>
                  </a:txBody>
                  <a:tcPr marL="45720" marR="45720" marT="9144" marB="9144" anchor="ctr"/>
                </a:tc>
                <a:tc>
                  <a:txBody>
                    <a:bodyPr wrap="square"/>
                    <a:lstStyle/>
                    <a:p>
                      <a:pPr algn="l"/>
                      <a:r>
                        <a:rPr sz="1200" b="0">
                          <a:solidFill>
                            <a:srgbClr val="222222"/>
                          </a:solidFill>
                          <a:latin typeface="Noto Sans JP"/>
                        </a:rPr>
                        <a:t>0.90</a:t>
                      </a:r>
                    </a:p>
                  </a:txBody>
                  <a:tcPr marL="45720" marR="45720" marT="9144" marB="9144" anchor="ctr"/>
                </a:tc>
              </a:tr>
              <a:tr h="280000">
                <a:tc>
                  <a:txBody>
                    <a:bodyPr wrap="square"/>
                    <a:lstStyle/>
                    <a:p>
                      <a:pPr algn="l"/>
                      <a:r>
                        <a:rPr sz="1200" b="0">
                          <a:solidFill>
                            <a:srgbClr val="222222"/>
                          </a:solidFill>
                          <a:latin typeface="Noto Sans JP"/>
                        </a:rPr>
                        <a:t>right_elbow</a:t>
                      </a:r>
                    </a:p>
                  </a:txBody>
                  <a:tcPr marL="45720" marR="45720" marT="9144" marB="9144" anchor="ctr"/>
                </a:tc>
                <a:tc>
                  <a:txBody>
                    <a:bodyPr wrap="square"/>
                    <a:lstStyle/>
                    <a:p>
                      <a:pPr algn="l"/>
                      <a:r>
                        <a:rPr sz="1200" b="0">
                          <a:solidFill>
                            <a:srgbClr val="222222"/>
                          </a:solidFill>
                          <a:latin typeface="Noto Sans JP"/>
                        </a:rPr>
                        <a:t>78.3°〜145.4°</a:t>
                      </a:r>
                    </a:p>
                  </a:txBody>
                  <a:tcPr marL="45720" marR="45720" marT="9144" marB="9144" anchor="ctr"/>
                </a:tc>
                <a:tc>
                  <a:txBody>
                    <a:bodyPr wrap="square"/>
                    <a:lstStyle/>
                    <a:p>
                      <a:pPr algn="l"/>
                      <a:r>
                        <a:rPr sz="1200" b="0">
                          <a:solidFill>
                            <a:srgbClr val="222222"/>
                          </a:solidFill>
                          <a:latin typeface="Noto Sans JP"/>
                        </a:rPr>
                        <a:t>73.3°〜146.4°</a:t>
                      </a:r>
                    </a:p>
                  </a:txBody>
                  <a:tcPr marL="45720" marR="45720" marT="9144" marB="9144" anchor="ctr"/>
                </a:tc>
                <a:tc>
                  <a:txBody>
                    <a:bodyPr wrap="square"/>
                    <a:lstStyle/>
                    <a:p>
                      <a:pPr algn="l"/>
                      <a:r>
                        <a:rPr sz="1200" b="0">
                          <a:solidFill>
                            <a:srgbClr val="222222"/>
                          </a:solidFill>
                          <a:latin typeface="Noto Sans JP"/>
                        </a:rPr>
                        <a:t>0.13</a:t>
                      </a:r>
                    </a:p>
                  </a:txBody>
                  <a:tcPr marL="45720" marR="45720" marT="9144" marB="9144" anchor="ctr"/>
                </a:tc>
              </a:tr>
              <a:tr h="280000">
                <a:tc>
                  <a:txBody>
                    <a:bodyPr wrap="square"/>
                    <a:lstStyle/>
                    <a:p>
                      <a:pPr algn="l"/>
                      <a:r>
                        <a:rPr sz="1200" b="0">
                          <a:solidFill>
                            <a:srgbClr val="222222"/>
                          </a:solidFill>
                          <a:latin typeface="Noto Sans JP"/>
                        </a:rPr>
                        <a:t>left_knee</a:t>
                      </a:r>
                    </a:p>
                  </a:txBody>
                  <a:tcPr marL="45720" marR="45720" marT="9144" marB="9144" anchor="ctr"/>
                </a:tc>
                <a:tc>
                  <a:txBody>
                    <a:bodyPr wrap="square"/>
                    <a:lstStyle/>
                    <a:p>
                      <a:pPr algn="l"/>
                      <a:r>
                        <a:rPr sz="1200" b="0">
                          <a:solidFill>
                            <a:srgbClr val="222222"/>
                          </a:solidFill>
                          <a:latin typeface="Noto Sans JP"/>
                        </a:rPr>
                        <a:t>11.8°〜149.4°</a:t>
                      </a:r>
                    </a:p>
                  </a:txBody>
                  <a:tcPr marL="45720" marR="45720" marT="9144" marB="9144" anchor="ctr"/>
                </a:tc>
                <a:tc>
                  <a:txBody>
                    <a:bodyPr wrap="square"/>
                    <a:lstStyle/>
                    <a:p>
                      <a:pPr algn="l"/>
                      <a:r>
                        <a:rPr sz="1200" b="0">
                          <a:solidFill>
                            <a:srgbClr val="222222"/>
                          </a:solidFill>
                          <a:latin typeface="Noto Sans JP"/>
                        </a:rPr>
                        <a:t>71.0°〜155.9°</a:t>
                      </a:r>
                    </a:p>
                  </a:txBody>
                  <a:tcPr marL="45720" marR="45720" marT="9144" marB="9144" anchor="ctr"/>
                </a:tc>
                <a:tc>
                  <a:txBody>
                    <a:bodyPr wrap="square"/>
                    <a:lstStyle/>
                    <a:p>
                      <a:pPr algn="l"/>
                      <a:r>
                        <a:rPr sz="1200" b="0">
                          <a:solidFill>
                            <a:srgbClr val="222222"/>
                          </a:solidFill>
                          <a:latin typeface="Noto Sans JP"/>
                        </a:rPr>
                        <a:t>0.66</a:t>
                      </a:r>
                    </a:p>
                  </a:txBody>
                  <a:tcPr marL="45720" marR="45720" marT="9144" marB="9144" anchor="ctr"/>
                </a:tc>
              </a:tr>
              <a:tr h="280000">
                <a:tc>
                  <a:txBody>
                    <a:bodyPr wrap="square"/>
                    <a:lstStyle/>
                    <a:p>
                      <a:pPr algn="l"/>
                      <a:r>
                        <a:rPr sz="1200" b="0">
                          <a:solidFill>
                            <a:srgbClr val="222222"/>
                          </a:solidFill>
                          <a:latin typeface="Noto Sans JP"/>
                        </a:rPr>
                        <a:t>right_knee</a:t>
                      </a:r>
                    </a:p>
                  </a:txBody>
                  <a:tcPr marL="45720" marR="45720" marT="9144" marB="9144" anchor="ctr"/>
                </a:tc>
                <a:tc>
                  <a:txBody>
                    <a:bodyPr wrap="square"/>
                    <a:lstStyle/>
                    <a:p>
                      <a:pPr algn="l"/>
                      <a:r>
                        <a:rPr sz="1200" b="0">
                          <a:solidFill>
                            <a:srgbClr val="222222"/>
                          </a:solidFill>
                          <a:latin typeface="Noto Sans JP"/>
                        </a:rPr>
                        <a:t>21.8°〜141.7°</a:t>
                      </a:r>
                    </a:p>
                  </a:txBody>
                  <a:tcPr marL="45720" marR="45720" marT="9144" marB="9144" anchor="ctr"/>
                </a:tc>
                <a:tc>
                  <a:txBody>
                    <a:bodyPr wrap="square"/>
                    <a:lstStyle/>
                    <a:p>
                      <a:pPr algn="l"/>
                      <a:r>
                        <a:rPr sz="1200" b="0">
                          <a:solidFill>
                            <a:srgbClr val="222222"/>
                          </a:solidFill>
                          <a:latin typeface="Noto Sans JP"/>
                        </a:rPr>
                        <a:t>47.5°〜159.5°</a:t>
                      </a:r>
                    </a:p>
                  </a:txBody>
                  <a:tcPr marL="45720" marR="45720" marT="9144" marB="9144" anchor="ctr"/>
                </a:tc>
                <a:tc>
                  <a:txBody>
                    <a:bodyPr wrap="square"/>
                    <a:lstStyle/>
                    <a:p>
                      <a:pPr algn="l"/>
                      <a:r>
                        <a:rPr sz="1200" b="0">
                          <a:solidFill>
                            <a:srgbClr val="222222"/>
                          </a:solidFill>
                          <a:latin typeface="Noto Sans JP"/>
                        </a:rPr>
                        <a:t>0.90</a:t>
                      </a:r>
                    </a:p>
                  </a:txBody>
                  <a:tcPr marL="45720" marR="45720" marT="9144" marB="9144" anchor="ctr"/>
                </a:tc>
              </a:tr>
            </a:tbl>
          </a:graphicData>
        </a:graphic>
      </p:graphicFrame>
      <p:sp>
        <p:nvSpPr>
          <p:cNvPr id="14" name="TextBox 13"/>
          <p:cNvSpPr txBox="1"/>
          <p:nvPr/>
        </p:nvSpPr>
        <p:spPr>
          <a:xfrm>
            <a:off x="581025" y="3983525"/>
            <a:ext cx="8483399" cy="900000"/>
          </a:xfrm>
          <a:prstGeom prst="rect">
            <a:avLst/>
          </a:prstGeom>
          <a:noFill/>
        </p:spPr>
        <p:txBody>
          <a:bodyPr wrap="square" lIns="0" rIns="0" tIns="0" bIns="0">
            <a:spAutoFit/>
          </a:bodyPr>
          <a:lstStyle/>
          <a:p>
            <a:pPr>
              <a:spcAft>
                <a:spcPts val="400"/>
              </a:spcAft>
            </a:pPr>
            <a:r>
              <a:rPr sz="1300" b="0">
                <a:solidFill>
                  <a:srgbClr val="222222"/>
                </a:solidFill>
                <a:latin typeface="Noto Sans JP"/>
              </a:rPr>
              <a:t>・left_elbow・right_kneeは動きのタイミングとの相関が高い(0.9前後)</a:t>
            </a:r>
          </a:p>
          <a:p>
            <a:pPr>
              <a:spcAft>
                <a:spcPts val="400"/>
              </a:spcAft>
            </a:pPr>
            <a:r>
              <a:rPr sz="1300" b="0">
                <a:solidFill>
                  <a:srgbClr val="222222"/>
                </a:solidFill>
                <a:latin typeface="Noto Sans JP"/>
              </a:rPr>
              <a:t>・left_kneeは推定の可動範囲が正解より大きく広がっており、非現実的な曲がり方をしている疑い</a:t>
            </a:r>
          </a:p>
        </p:txBody>
      </p:sp>
    </p:spTree>
    <p:extLst>
      <p:ext uri="{BB962C8B-B14F-4D97-AF65-F5344CB8AC3E}">
        <p14:creationId xmlns:p14="http://schemas.microsoft.com/office/powerpoint/2010/main" val="15783212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F9495-881B-22D2-8C7A-107E45E50961}"/>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93BC1D-3A25-B0B1-6CAB-E93C3EC2883A}"/>
              </a:ext>
            </a:extLst>
          </p:cNvPr>
          <p:cNvSpPr>
            <a:spLocks noGrp="1"/>
          </p:cNvSpPr>
          <p:nvPr>
            <p:ph type="sldNum" sz="quarter" idx="12"/>
          </p:nvPr>
        </p:nvSpPr>
        <p:spPr/>
        <p:txBody>
          <a:bodyPr/>
          <a:lstStyle/>
          <a:p>
            <a:fld id="{465F6A33-8929-41AA-8A25-00E3AA79F1EE}" type="slidenum">
              <a:rPr lang="en-US" smtClean="0"/>
              <a:t>9</a:t>
            </a:fld>
            <a:endParaRPr lang="en-US"/>
          </a:p>
        </p:txBody>
      </p:sp>
      <p:sp>
        <p:nvSpPr>
          <p:cNvPr id="11" name="テキスト ボックス 10">
            <a:extLst>
              <a:ext uri="{FF2B5EF4-FFF2-40B4-BE49-F238E27FC236}">
                <a16:creationId xmlns:a16="http://schemas.microsoft.com/office/drawing/2014/main" id="{06140BCD-47BF-7E01-E735-469E650F861A}"/>
              </a:ext>
            </a:extLst>
          </p:cNvPr>
          <p:cNvSpPr txBox="1"/>
          <p:nvPr/>
        </p:nvSpPr>
        <p:spPr>
          <a:xfrm>
            <a:off x="277091" y="258618"/>
            <a:ext cx="6465454" cy="646331"/>
          </a:xfrm>
          <a:prstGeom prst="rect">
            <a:avLst/>
          </a:prstGeom>
          <a:noFill/>
        </p:spPr>
        <p:txBody>
          <a:bodyPr wrap="square" rtlCol="0">
            <a:spAutoFit/>
          </a:bodyPr>
          <a:lstStyle/>
          <a:p>
            <a:r>
              <a:rPr kumimoji="1" lang="ja-JP" altLang="en-US" sz="3600"/>
              <a:t>実験</a:t>
            </a:r>
          </a:p>
        </p:txBody>
      </p:sp>
      <p:cxnSp>
        <p:nvCxnSpPr>
          <p:cNvPr id="10" name="直線コネクタ 9">
            <a:extLst>
              <a:ext uri="{FF2B5EF4-FFF2-40B4-BE49-F238E27FC236}">
                <a16:creationId xmlns:a16="http://schemas.microsoft.com/office/drawing/2014/main" id="{DAC74646-5ACF-0BF0-66BF-81D5BBB8BDA6}"/>
              </a:ext>
            </a:extLst>
          </p:cNvPr>
          <p:cNvCxnSpPr/>
          <p:nvPr/>
        </p:nvCxnSpPr>
        <p:spPr>
          <a:xfrm>
            <a:off x="277090" y="904949"/>
            <a:ext cx="1152065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3">
            <a:extLst>
              <a:ext uri="{FF2B5EF4-FFF2-40B4-BE49-F238E27FC236}">
                <a16:creationId xmlns:a16="http://schemas.microsoft.com/office/drawing/2014/main" id="{7E9B7D47-1870-8229-8CBE-909BEDF1AE23}"/>
              </a:ext>
            </a:extLst>
          </p:cNvPr>
          <p:cNvSpPr txBox="1"/>
          <p:nvPr/>
        </p:nvSpPr>
        <p:spPr>
          <a:xfrm>
            <a:off x="581025" y="1533525"/>
            <a:ext cx="8483399" cy="923330"/>
          </a:xfrm>
          <a:prstGeom prst="rect">
            <a:avLst/>
          </a:prstGeom>
          <a:noFill/>
        </p:spPr>
        <p:txBody>
          <a:bodyPr wrap="square" lIns="0" tIns="0" rIns="0" bIns="0" anchor="t">
            <a:spAutoFit/>
          </a:bodyPr>
          <a:lstStyle/>
          <a:p>
            <a:pPr>
              <a:lnSpc>
                <a:spcPts val="2400"/>
              </a:lnSpc>
            </a:pPr>
            <a:r>
              <a:rPr lang="ja-JP" altLang="en-US" sz="2000" b="1">
                <a:solidFill>
                  <a:srgbClr val="222222"/>
                </a:solidFill>
                <a:latin typeface="Noto Sans JP"/>
              </a:rPr>
              <a:t>工程③</a:t>
            </a:r>
            <a:r>
              <a:rPr lang="en-US" altLang="ja-JP" sz="2000" b="1">
                <a:solidFill>
                  <a:srgbClr val="222222"/>
                </a:solidFill>
                <a:latin typeface="Noto Sans JP"/>
              </a:rPr>
              <a:t> </a:t>
            </a:r>
            <a:r>
              <a:rPr lang="ja-JP" altLang="en-US" sz="2000" b="1">
                <a:solidFill>
                  <a:srgbClr val="222222"/>
                </a:solidFill>
                <a:latin typeface="Noto Sans JP"/>
              </a:rPr>
              <a:t>セルフオクルージョンに対する精度の評価</a:t>
            </a:r>
            <a:endParaRPr lang="en-US" altLang="ja-JP" sz="2000" b="1">
              <a:solidFill>
                <a:srgbClr val="222222"/>
              </a:solidFill>
              <a:latin typeface="Noto Sans JP"/>
            </a:endParaRPr>
          </a:p>
          <a:p>
            <a:pPr>
              <a:lnSpc>
                <a:spcPts val="2400"/>
              </a:lnSpc>
            </a:pPr>
            <a:endParaRPr lang="en-US" altLang="ja-JP" sz="2000" b="1">
              <a:solidFill>
                <a:srgbClr val="222222"/>
              </a:solidFill>
              <a:latin typeface="Noto Sans JP"/>
            </a:endParaRPr>
          </a:p>
          <a:p>
            <a:pPr>
              <a:lnSpc>
                <a:spcPts val="2400"/>
              </a:lnSpc>
            </a:pPr>
            <a:r>
              <a:rPr lang="ja-JP" altLang="en-US" sz="1400" b="0">
                <a:solidFill>
                  <a:srgbClr val="222222"/>
                </a:solidFill>
                <a:latin typeface="Noto Sans JP"/>
              </a:rPr>
              <a:t>方法: 正解のvisibilityフラグ(遮蔽/可視)で層別し、遮蔽時と可視時の角度誤差を比較(Camera1)</a:t>
            </a:r>
            <a:endParaRPr lang="en-US" altLang="ja-JP" sz="2000" b="1">
              <a:solidFill>
                <a:srgbClr val="222222"/>
              </a:solidFill>
              <a:latin typeface="Noto Sans JP"/>
            </a:endParaRPr>
          </a:p>
        </p:txBody>
      </p:sp>
      <p:sp>
        <p:nvSpPr>
          <p:cNvPr id="2" name="Footer Placeholder 4">
            <a:extLst>
              <a:ext uri="{FF2B5EF4-FFF2-40B4-BE49-F238E27FC236}">
                <a16:creationId xmlns:a16="http://schemas.microsoft.com/office/drawing/2014/main" id="{28A44BE0-645D-98CB-ADC1-1261899A37A0}"/>
              </a:ext>
            </a:extLst>
          </p:cNvPr>
          <p:cNvSpPr>
            <a:spLocks noGrp="1"/>
          </p:cNvSpPr>
          <p:nvPr>
            <p:ph type="ftr" sz="quarter" idx="11"/>
          </p:nvPr>
        </p:nvSpPr>
        <p:spPr>
          <a:xfrm>
            <a:off x="4038600" y="6449338"/>
            <a:ext cx="4114800" cy="365125"/>
          </a:xfrm>
        </p:spPr>
        <p:txBody>
          <a:bodyPr/>
          <a:lstStyle/>
          <a:p>
            <a:r>
              <a:rPr lang="en-US"/>
              <a:t>A-14-02</a:t>
            </a:r>
          </a:p>
        </p:txBody>
      </p:sp>
      <p:sp>
        <p:nvSpPr>
          <p:cNvPr id="7" name="Date Placeholder 3">
            <a:extLst>
              <a:ext uri="{FF2B5EF4-FFF2-40B4-BE49-F238E27FC236}">
                <a16:creationId xmlns:a16="http://schemas.microsoft.com/office/drawing/2014/main" id="{11456585-B97F-5D86-4B3D-03E5C00CF854}"/>
              </a:ext>
            </a:extLst>
          </p:cNvPr>
          <p:cNvSpPr>
            <a:spLocks noGrp="1"/>
          </p:cNvSpPr>
          <p:nvPr>
            <p:ph type="dt" sz="half" idx="10"/>
          </p:nvPr>
        </p:nvSpPr>
        <p:spPr>
          <a:xfrm>
            <a:off x="838200" y="6449338"/>
            <a:ext cx="2743200" cy="365125"/>
          </a:xfrm>
        </p:spPr>
        <p:txBody>
          <a:bodyPr/>
          <a:lstStyle/>
          <a:p>
            <a:r>
              <a:rPr lang="en-US"/>
              <a:t>2026/9/24</a:t>
            </a:r>
          </a:p>
        </p:txBody>
      </p:sp>
      <p:graphicFrame>
        <p:nvGraphicFramePr>
          <p:cNvPr id="12" name="Table 11"/>
          <p:cNvGraphicFramePr>
            <a:graphicFrameLocks noGrp="1"/>
          </p:cNvGraphicFramePr>
          <p:nvPr/>
        </p:nvGraphicFramePr>
        <p:xfrm>
          <a:off x="581025" y="2856855"/>
          <a:ext cx="7800000" cy="840000"/>
        </p:xfrm>
        <a:graphic>
          <a:graphicData uri="http://schemas.openxmlformats.org/drawingml/2006/table">
            <a:tbl>
              <a:tblPr firstRow="1" bandRow="0">
                <a:tableStyleId>{5940675A-B579-460E-94D1-54222C63F5DA}</a:tableStyleId>
              </a:tblPr>
              <a:tblGrid>
                <a:gridCol w="2600000"/>
                <a:gridCol w="2600000"/>
                <a:gridCol w="2600000"/>
              </a:tblGrid>
              <a:tr h="280000">
                <a:tc>
                  <a:txBody>
                    <a:bodyPr wrap="square"/>
                    <a:lstStyle/>
                    <a:p>
                      <a:pPr algn="ctr"/>
                      <a:r>
                        <a:rPr sz="1300" b="1">
                          <a:solidFill>
                            <a:srgbClr val="222222"/>
                          </a:solidFill>
                          <a:latin typeface="Noto Sans JP"/>
                        </a:rPr>
                        <a:t>関節</a:t>
                      </a:r>
                    </a:p>
                  </a:txBody>
                  <a:tcPr marL="45720" marR="45720" marT="9144" marB="9144" anchor="ctr"/>
                </a:tc>
                <a:tc>
                  <a:txBody>
                    <a:bodyPr wrap="square"/>
                    <a:lstStyle/>
                    <a:p>
                      <a:pPr algn="ctr"/>
                      <a:r>
                        <a:rPr sz="1300" b="1">
                          <a:solidFill>
                            <a:srgbClr val="222222"/>
                          </a:solidFill>
                          <a:latin typeface="Noto Sans JP"/>
                        </a:rPr>
                        <a:t>遮蔽時MAE</a:t>
                      </a:r>
                    </a:p>
                  </a:txBody>
                  <a:tcPr marL="45720" marR="45720" marT="9144" marB="9144" anchor="ctr"/>
                </a:tc>
                <a:tc>
                  <a:txBody>
                    <a:bodyPr wrap="square"/>
                    <a:lstStyle/>
                    <a:p>
                      <a:pPr algn="ctr"/>
                      <a:r>
                        <a:rPr sz="1300" b="1">
                          <a:solidFill>
                            <a:srgbClr val="222222"/>
                          </a:solidFill>
                          <a:latin typeface="Noto Sans JP"/>
                        </a:rPr>
                        <a:t>可視時MAE</a:t>
                      </a:r>
                    </a:p>
                  </a:txBody>
                  <a:tcPr marL="45720" marR="45720" marT="9144" marB="9144" anchor="ctr"/>
                </a:tc>
              </a:tr>
              <a:tr h="280000">
                <a:tc>
                  <a:txBody>
                    <a:bodyPr wrap="square"/>
                    <a:lstStyle/>
                    <a:p>
                      <a:pPr algn="l"/>
                      <a:r>
                        <a:rPr sz="1200" b="0">
                          <a:solidFill>
                            <a:srgbClr val="222222"/>
                          </a:solidFill>
                          <a:latin typeface="Noto Sans JP"/>
                        </a:rPr>
                        <a:t>right_elbow</a:t>
                      </a:r>
                    </a:p>
                  </a:txBody>
                  <a:tcPr marL="45720" marR="45720" marT="9144" marB="9144" anchor="ctr"/>
                </a:tc>
                <a:tc>
                  <a:txBody>
                    <a:bodyPr wrap="square"/>
                    <a:lstStyle/>
                    <a:p>
                      <a:pPr algn="l"/>
                      <a:r>
                        <a:rPr sz="1200" b="0">
                          <a:solidFill>
                            <a:srgbClr val="222222"/>
                          </a:solidFill>
                          <a:latin typeface="Noto Sans JP"/>
                        </a:rPr>
                        <a:t>24.7° (n=94)</a:t>
                      </a:r>
                    </a:p>
                  </a:txBody>
                  <a:tcPr marL="45720" marR="45720" marT="9144" marB="9144" anchor="ctr"/>
                </a:tc>
                <a:tc>
                  <a:txBody>
                    <a:bodyPr wrap="square"/>
                    <a:lstStyle/>
                    <a:p>
                      <a:pPr algn="l"/>
                      <a:r>
                        <a:rPr sz="1200" b="0">
                          <a:solidFill>
                            <a:srgbClr val="222222"/>
                          </a:solidFill>
                          <a:latin typeface="Noto Sans JP"/>
                        </a:rPr>
                        <a:t>11.1° (n=7)</a:t>
                      </a:r>
                    </a:p>
                  </a:txBody>
                  <a:tcPr marL="45720" marR="45720" marT="9144" marB="9144" anchor="ctr"/>
                </a:tc>
              </a:tr>
              <a:tr h="280000">
                <a:tc>
                  <a:txBody>
                    <a:bodyPr wrap="square"/>
                    <a:lstStyle/>
                    <a:p>
                      <a:pPr algn="l"/>
                      <a:r>
                        <a:rPr sz="1200" b="0">
                          <a:solidFill>
                            <a:srgbClr val="222222"/>
                          </a:solidFill>
                          <a:latin typeface="Noto Sans JP"/>
                        </a:rPr>
                        <a:t>right_knee</a:t>
                      </a:r>
                    </a:p>
                  </a:txBody>
                  <a:tcPr marL="45720" marR="45720" marT="9144" marB="9144" anchor="ctr"/>
                </a:tc>
                <a:tc>
                  <a:txBody>
                    <a:bodyPr wrap="square"/>
                    <a:lstStyle/>
                    <a:p>
                      <a:pPr algn="l"/>
                      <a:r>
                        <a:rPr sz="1200" b="0">
                          <a:solidFill>
                            <a:srgbClr val="222222"/>
                          </a:solidFill>
                          <a:latin typeface="Noto Sans JP"/>
                        </a:rPr>
                        <a:t>15.0° (n=24)</a:t>
                      </a:r>
                    </a:p>
                  </a:txBody>
                  <a:tcPr marL="45720" marR="45720" marT="9144" marB="9144" anchor="ctr"/>
                </a:tc>
                <a:tc>
                  <a:txBody>
                    <a:bodyPr wrap="square"/>
                    <a:lstStyle/>
                    <a:p>
                      <a:pPr algn="l"/>
                      <a:r>
                        <a:rPr sz="1200" b="0">
                          <a:solidFill>
                            <a:srgbClr val="222222"/>
                          </a:solidFill>
                          <a:latin typeface="Noto Sans JP"/>
                        </a:rPr>
                        <a:t>20.9° (n=77)</a:t>
                      </a:r>
                    </a:p>
                  </a:txBody>
                  <a:tcPr marL="45720" marR="45720" marT="9144" marB="9144" anchor="ctr"/>
                </a:tc>
              </a:tr>
            </a:tbl>
          </a:graphicData>
        </a:graphic>
      </p:graphicFrame>
      <p:sp>
        <p:nvSpPr>
          <p:cNvPr id="13" name="TextBox 12"/>
          <p:cNvSpPr txBox="1"/>
          <p:nvPr/>
        </p:nvSpPr>
        <p:spPr>
          <a:xfrm>
            <a:off x="581025" y="3846855"/>
            <a:ext cx="8483399" cy="1300000"/>
          </a:xfrm>
          <a:prstGeom prst="rect">
            <a:avLst/>
          </a:prstGeom>
          <a:noFill/>
        </p:spPr>
        <p:txBody>
          <a:bodyPr wrap="square" lIns="0" rIns="0" tIns="0" bIns="0">
            <a:spAutoFit/>
          </a:bodyPr>
          <a:lstStyle/>
          <a:p>
            <a:pPr>
              <a:spcAft>
                <a:spcPts val="400"/>
              </a:spcAft>
            </a:pPr>
            <a:r>
              <a:rPr sz="1300" b="0">
                <a:solidFill>
                  <a:srgbClr val="222222"/>
                </a:solidFill>
                <a:latin typeface="Noto Sans JP"/>
              </a:rPr>
              <a:t>・right_elbowは遮蔽時に誤差が明確に悪化 → セルフオクルージョンが精度を下げる典型例</a:t>
            </a:r>
          </a:p>
          <a:p>
            <a:pPr>
              <a:spcAft>
                <a:spcPts val="400"/>
              </a:spcAft>
            </a:pPr>
            <a:r>
              <a:rPr sz="1300" b="0">
                <a:solidFill>
                  <a:srgbClr val="222222"/>
                </a:solidFill>
                <a:latin typeface="Noto Sans JP"/>
              </a:rPr>
              <a:t>・right_kneeは逆の傾向。遮蔽区間(78〜101フレーム)が動作終盤の低動作量フェーズと重なって</a:t>
            </a:r>
          </a:p>
          <a:p>
            <a:pPr>
              <a:spcAft>
                <a:spcPts val="400"/>
              </a:spcAft>
            </a:pPr>
            <a:r>
              <a:rPr sz="1300" b="0">
                <a:solidFill>
                  <a:srgbClr val="222222"/>
                </a:solidFill>
                <a:latin typeface="Noto Sans JP"/>
              </a:rPr>
              <a:t>　おり、遮蔽の影響と動作量の影響が交絡している可能性がある</a:t>
            </a:r>
          </a:p>
          <a:p>
            <a:pPr>
              <a:spcAft>
                <a:spcPts val="400"/>
              </a:spcAft>
            </a:pPr>
            <a:r>
              <a:rPr sz="1300" b="0">
                <a:solidFill>
                  <a:srgbClr val="222222"/>
                </a:solidFill>
                <a:latin typeface="Noto Sans JP"/>
              </a:rPr>
              <a:t>・MotionBertの keypoint_scores は全フレーム常に1.0固定で、自己申告の信頼度は使えなかった</a:t>
            </a:r>
          </a:p>
        </p:txBody>
      </p:sp>
    </p:spTree>
    <p:extLst>
      <p:ext uri="{BB962C8B-B14F-4D97-AF65-F5344CB8AC3E}">
        <p14:creationId xmlns:p14="http://schemas.microsoft.com/office/powerpoint/2010/main" val="36303995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6B0FE-A1A1-06AE-2D81-C963CB1E2EE2}"/>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54C073CD-4D6D-0621-0A21-D259886898A0}"/>
              </a:ext>
            </a:extLst>
          </p:cNvPr>
          <p:cNvSpPr>
            <a:spLocks noGrp="1"/>
          </p:cNvSpPr>
          <p:nvPr>
            <p:ph type="sldNum" sz="quarter" idx="12"/>
          </p:nvPr>
        </p:nvSpPr>
        <p:spPr/>
        <p:txBody>
          <a:bodyPr/>
          <a:lstStyle/>
          <a:p>
            <a:fld id="{465F6A33-8929-41AA-8A25-00E3AA79F1EE}" type="slidenum">
              <a:rPr lang="en-US" smtClean="0"/>
              <a:t>10</a:t>
            </a:fld>
            <a:endParaRPr lang="en-US"/>
          </a:p>
        </p:txBody>
      </p:sp>
      <p:sp>
        <p:nvSpPr>
          <p:cNvPr id="11" name="テキスト ボックス 10">
            <a:extLst>
              <a:ext uri="{FF2B5EF4-FFF2-40B4-BE49-F238E27FC236}">
                <a16:creationId xmlns:a16="http://schemas.microsoft.com/office/drawing/2014/main" id="{9E5FE734-2C81-70A9-D956-53DD4D6CA57F}"/>
              </a:ext>
            </a:extLst>
          </p:cNvPr>
          <p:cNvSpPr txBox="1"/>
          <p:nvPr/>
        </p:nvSpPr>
        <p:spPr>
          <a:xfrm>
            <a:off x="277091" y="258618"/>
            <a:ext cx="6465454" cy="646331"/>
          </a:xfrm>
          <a:prstGeom prst="rect">
            <a:avLst/>
          </a:prstGeom>
          <a:noFill/>
        </p:spPr>
        <p:txBody>
          <a:bodyPr wrap="square" rtlCol="0">
            <a:spAutoFit/>
          </a:bodyPr>
          <a:lstStyle/>
          <a:p>
            <a:r>
              <a:rPr kumimoji="1" lang="ja-JP" altLang="en-US" sz="3600"/>
              <a:t>考察</a:t>
            </a:r>
          </a:p>
        </p:txBody>
      </p:sp>
      <p:cxnSp>
        <p:nvCxnSpPr>
          <p:cNvPr id="10" name="直線コネクタ 9">
            <a:extLst>
              <a:ext uri="{FF2B5EF4-FFF2-40B4-BE49-F238E27FC236}">
                <a16:creationId xmlns:a16="http://schemas.microsoft.com/office/drawing/2014/main" id="{8D7E516D-3198-45E6-AABD-EABDCC1C4D73}"/>
              </a:ext>
            </a:extLst>
          </p:cNvPr>
          <p:cNvCxnSpPr/>
          <p:nvPr/>
        </p:nvCxnSpPr>
        <p:spPr>
          <a:xfrm>
            <a:off x="277090" y="904949"/>
            <a:ext cx="1152065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Footer Placeholder 4">
            <a:extLst>
              <a:ext uri="{FF2B5EF4-FFF2-40B4-BE49-F238E27FC236}">
                <a16:creationId xmlns:a16="http://schemas.microsoft.com/office/drawing/2014/main" id="{8D96C00F-C0E9-4723-28E2-A1DA56B9AAE1}"/>
              </a:ext>
            </a:extLst>
          </p:cNvPr>
          <p:cNvSpPr>
            <a:spLocks noGrp="1"/>
          </p:cNvSpPr>
          <p:nvPr>
            <p:ph type="ftr" sz="quarter" idx="11"/>
          </p:nvPr>
        </p:nvSpPr>
        <p:spPr>
          <a:xfrm>
            <a:off x="4038600" y="6449338"/>
            <a:ext cx="4114800" cy="365125"/>
          </a:xfrm>
        </p:spPr>
        <p:txBody>
          <a:bodyPr/>
          <a:lstStyle/>
          <a:p>
            <a:r>
              <a:rPr lang="en-US"/>
              <a:t>A-14-02</a:t>
            </a:r>
          </a:p>
        </p:txBody>
      </p:sp>
      <p:sp>
        <p:nvSpPr>
          <p:cNvPr id="3" name="Date Placeholder 3">
            <a:extLst>
              <a:ext uri="{FF2B5EF4-FFF2-40B4-BE49-F238E27FC236}">
                <a16:creationId xmlns:a16="http://schemas.microsoft.com/office/drawing/2014/main" id="{65C8397C-050A-7DFC-D467-56BB3A44A129}"/>
              </a:ext>
            </a:extLst>
          </p:cNvPr>
          <p:cNvSpPr>
            <a:spLocks noGrp="1"/>
          </p:cNvSpPr>
          <p:nvPr>
            <p:ph type="dt" sz="half" idx="10"/>
          </p:nvPr>
        </p:nvSpPr>
        <p:spPr>
          <a:xfrm>
            <a:off x="838200" y="6449338"/>
            <a:ext cx="2743200" cy="365125"/>
          </a:xfrm>
        </p:spPr>
        <p:txBody>
          <a:bodyPr/>
          <a:lstStyle/>
          <a:p>
            <a:r>
              <a:rPr lang="en-US"/>
              <a:t>2026/9/24</a:t>
            </a:r>
          </a:p>
        </p:txBody>
      </p:sp>
      <p:sp>
        <p:nvSpPr>
          <p:cNvPr id="8" name="TextBox 3">
            <a:extLst>
              <a:ext uri="{FF2B5EF4-FFF2-40B4-BE49-F238E27FC236}">
                <a16:creationId xmlns:a16="http://schemas.microsoft.com/office/drawing/2014/main" id="{A85AC8F4-FEEF-4E60-E7F3-B8BC5D0C5C3F}"/>
              </a:ext>
            </a:extLst>
          </p:cNvPr>
          <p:cNvSpPr txBox="1"/>
          <p:nvPr/>
        </p:nvSpPr>
        <p:spPr>
          <a:xfrm>
            <a:off x="581025" y="1533525"/>
            <a:ext cx="8483399" cy="307777"/>
          </a:xfrm>
          <a:prstGeom prst="rect">
            <a:avLst/>
          </a:prstGeom>
          <a:noFill/>
        </p:spPr>
        <p:txBody>
          <a:bodyPr wrap="square" lIns="0" tIns="0" rIns="0" bIns="0" anchor="t">
            <a:spAutoFit/>
          </a:bodyPr>
          <a:lstStyle/>
          <a:p>
            <a:pPr>
              <a:lnSpc>
                <a:spcPts val="2400"/>
              </a:lnSpc>
            </a:pPr>
            <a:r>
              <a:rPr lang="ja-JP" altLang="en-US" sz="2000" b="1">
                <a:solidFill>
                  <a:srgbClr val="222222"/>
                </a:solidFill>
                <a:latin typeface="Noto Sans JP"/>
              </a:rPr>
              <a:t>考察</a:t>
            </a:r>
            <a:endParaRPr lang="en-US" altLang="ja-JP" sz="2000" b="1">
              <a:solidFill>
                <a:srgbClr val="222222"/>
              </a:solidFill>
              <a:latin typeface="Noto Sans JP"/>
            </a:endParaRPr>
          </a:p>
        </p:txBody>
      </p:sp>
      <p:sp>
        <p:nvSpPr>
          <p:cNvPr id="12" name="TextBox 11"/>
          <p:cNvSpPr txBox="1"/>
          <p:nvPr/>
        </p:nvSpPr>
        <p:spPr>
          <a:xfrm>
            <a:off x="581025" y="1991302"/>
            <a:ext cx="8483399" cy="2800000"/>
          </a:xfrm>
          <a:prstGeom prst="rect">
            <a:avLst/>
          </a:prstGeom>
          <a:noFill/>
        </p:spPr>
        <p:txBody>
          <a:bodyPr wrap="square" lIns="0" rIns="0" tIns="0" bIns="0">
            <a:spAutoFit/>
          </a:bodyPr>
          <a:lstStyle/>
          <a:p>
            <a:pPr>
              <a:spcAft>
                <a:spcPts val="400"/>
              </a:spcAft>
            </a:pPr>
            <a:r>
              <a:rPr sz="1500" b="0">
                <a:solidFill>
                  <a:srgbClr val="222222"/>
                </a:solidFill>
                <a:latin typeface="Noto Sans JP"/>
              </a:rPr>
              <a:t>・3D推定モデルは動きのタイミング(方向性)は捉えられているが、剛体骨格としての物理的整合性</a:t>
            </a:r>
          </a:p>
          <a:p>
            <a:pPr>
              <a:spcAft>
                <a:spcPts val="400"/>
              </a:spcAft>
            </a:pPr>
            <a:r>
              <a:rPr sz="1500" b="0">
                <a:solidFill>
                  <a:srgbClr val="222222"/>
                </a:solidFill>
                <a:latin typeface="Noto Sans JP"/>
              </a:rPr>
              <a:t>　(骨長の恒常性)や関節可動範囲の妥当性には課題が残る</a:t>
            </a:r>
          </a:p>
          <a:p>
            <a:pPr>
              <a:spcAft>
                <a:spcPts val="400"/>
              </a:spcAft>
            </a:pPr>
            <a:r>
              <a:rPr sz="1500" b="0">
                <a:solidFill>
                  <a:srgbClr val="222222"/>
                </a:solidFill>
                <a:latin typeface="Noto Sans JP"/>
              </a:rPr>
              <a:t/>
            </a:r>
          </a:p>
          <a:p>
            <a:pPr>
              <a:spcAft>
                <a:spcPts val="400"/>
              </a:spcAft>
            </a:pPr>
            <a:r>
              <a:rPr sz="1500" b="0">
                <a:solidFill>
                  <a:srgbClr val="222222"/>
                </a:solidFill>
                <a:latin typeface="Noto Sans JP"/>
              </a:rPr>
              <a:t>・セルフオクルージョンは精度に影響するが、動作量など他要因と交絡しやすく、遮蔽の有無だけ</a:t>
            </a:r>
          </a:p>
          <a:p>
            <a:pPr>
              <a:spcAft>
                <a:spcPts val="400"/>
              </a:spcAft>
            </a:pPr>
            <a:r>
              <a:rPr sz="1500" b="0">
                <a:solidFill>
                  <a:srgbClr val="222222"/>
                </a:solidFill>
                <a:latin typeface="Noto Sans JP"/>
              </a:rPr>
              <a:t>　では単純に評価しきれない</a:t>
            </a:r>
          </a:p>
          <a:p>
            <a:pPr>
              <a:spcAft>
                <a:spcPts val="400"/>
              </a:spcAft>
            </a:pPr>
            <a:r>
              <a:rPr sz="1500" b="0">
                <a:solidFill>
                  <a:srgbClr val="222222"/>
                </a:solidFill>
                <a:latin typeface="Noto Sans JP"/>
              </a:rPr>
              <a:t/>
            </a:r>
          </a:p>
          <a:p>
            <a:pPr>
              <a:spcAft>
                <a:spcPts val="400"/>
              </a:spcAft>
            </a:pPr>
            <a:r>
              <a:rPr sz="1500" b="0">
                <a:solidFill>
                  <a:srgbClr val="222222"/>
                </a:solidFill>
                <a:latin typeface="Noto Sans JP"/>
              </a:rPr>
              <a:t>・本発表の評価はCamera1の単一視点によるものであり、多視点での検証は今後の課題とする</a:t>
            </a:r>
          </a:p>
        </p:txBody>
      </p:sp>
    </p:spTree>
    <p:extLst>
      <p:ext uri="{BB962C8B-B14F-4D97-AF65-F5344CB8AC3E}">
        <p14:creationId xmlns:p14="http://schemas.microsoft.com/office/powerpoint/2010/main" val="6421737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ECFB3-69BB-49C5-C3E4-41BBAA939F23}"/>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5CAEC1B1-F6B9-B6C4-782C-3C61B4C2C948}"/>
              </a:ext>
            </a:extLst>
          </p:cNvPr>
          <p:cNvSpPr>
            <a:spLocks noGrp="1"/>
          </p:cNvSpPr>
          <p:nvPr>
            <p:ph type="sldNum" sz="quarter" idx="12"/>
          </p:nvPr>
        </p:nvSpPr>
        <p:spPr/>
        <p:txBody>
          <a:bodyPr/>
          <a:lstStyle/>
          <a:p>
            <a:fld id="{465F6A33-8929-41AA-8A25-00E3AA79F1EE}" type="slidenum">
              <a:rPr lang="en-US" smtClean="0"/>
              <a:t>11</a:t>
            </a:fld>
            <a:endParaRPr lang="en-US"/>
          </a:p>
        </p:txBody>
      </p:sp>
      <p:sp>
        <p:nvSpPr>
          <p:cNvPr id="11" name="テキスト ボックス 10">
            <a:extLst>
              <a:ext uri="{FF2B5EF4-FFF2-40B4-BE49-F238E27FC236}">
                <a16:creationId xmlns:a16="http://schemas.microsoft.com/office/drawing/2014/main" id="{BD7F2914-19A2-0536-564A-DD3721539646}"/>
              </a:ext>
            </a:extLst>
          </p:cNvPr>
          <p:cNvSpPr txBox="1"/>
          <p:nvPr/>
        </p:nvSpPr>
        <p:spPr>
          <a:xfrm>
            <a:off x="277091" y="258618"/>
            <a:ext cx="6465454" cy="646331"/>
          </a:xfrm>
          <a:prstGeom prst="rect">
            <a:avLst/>
          </a:prstGeom>
          <a:noFill/>
        </p:spPr>
        <p:txBody>
          <a:bodyPr wrap="square" rtlCol="0">
            <a:spAutoFit/>
          </a:bodyPr>
          <a:lstStyle/>
          <a:p>
            <a:r>
              <a:rPr kumimoji="1" lang="ja-JP" altLang="en-US" sz="3600"/>
              <a:t>まとめ・今後の課題</a:t>
            </a:r>
          </a:p>
        </p:txBody>
      </p:sp>
      <p:cxnSp>
        <p:nvCxnSpPr>
          <p:cNvPr id="10" name="直線コネクタ 9">
            <a:extLst>
              <a:ext uri="{FF2B5EF4-FFF2-40B4-BE49-F238E27FC236}">
                <a16:creationId xmlns:a16="http://schemas.microsoft.com/office/drawing/2014/main" id="{BC9A0A62-72AF-FDD0-BB97-BC53C8910D69}"/>
              </a:ext>
            </a:extLst>
          </p:cNvPr>
          <p:cNvCxnSpPr/>
          <p:nvPr/>
        </p:nvCxnSpPr>
        <p:spPr>
          <a:xfrm>
            <a:off x="277090" y="904949"/>
            <a:ext cx="1152065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Footer Placeholder 4">
            <a:extLst>
              <a:ext uri="{FF2B5EF4-FFF2-40B4-BE49-F238E27FC236}">
                <a16:creationId xmlns:a16="http://schemas.microsoft.com/office/drawing/2014/main" id="{AFE01174-DB34-5F27-EDE1-8C2E45A7CC3B}"/>
              </a:ext>
            </a:extLst>
          </p:cNvPr>
          <p:cNvSpPr>
            <a:spLocks noGrp="1"/>
          </p:cNvSpPr>
          <p:nvPr>
            <p:ph type="ftr" sz="quarter" idx="11"/>
          </p:nvPr>
        </p:nvSpPr>
        <p:spPr>
          <a:xfrm>
            <a:off x="4038600" y="6449338"/>
            <a:ext cx="4114800" cy="365125"/>
          </a:xfrm>
        </p:spPr>
        <p:txBody>
          <a:bodyPr/>
          <a:lstStyle/>
          <a:p>
            <a:r>
              <a:rPr lang="en-US"/>
              <a:t>A-14-02</a:t>
            </a:r>
          </a:p>
        </p:txBody>
      </p:sp>
      <p:sp>
        <p:nvSpPr>
          <p:cNvPr id="3" name="Date Placeholder 3">
            <a:extLst>
              <a:ext uri="{FF2B5EF4-FFF2-40B4-BE49-F238E27FC236}">
                <a16:creationId xmlns:a16="http://schemas.microsoft.com/office/drawing/2014/main" id="{106AF545-2C35-05AA-B323-A7AD4089A0DC}"/>
              </a:ext>
            </a:extLst>
          </p:cNvPr>
          <p:cNvSpPr>
            <a:spLocks noGrp="1"/>
          </p:cNvSpPr>
          <p:nvPr>
            <p:ph type="dt" sz="half" idx="10"/>
          </p:nvPr>
        </p:nvSpPr>
        <p:spPr>
          <a:xfrm>
            <a:off x="838200" y="6449338"/>
            <a:ext cx="2743200" cy="365125"/>
          </a:xfrm>
        </p:spPr>
        <p:txBody>
          <a:bodyPr/>
          <a:lstStyle/>
          <a:p>
            <a:r>
              <a:rPr lang="en-US"/>
              <a:t>2026/9/24</a:t>
            </a:r>
          </a:p>
        </p:txBody>
      </p:sp>
      <p:sp>
        <p:nvSpPr>
          <p:cNvPr id="5" name="TextBox 3">
            <a:extLst>
              <a:ext uri="{FF2B5EF4-FFF2-40B4-BE49-F238E27FC236}">
                <a16:creationId xmlns:a16="http://schemas.microsoft.com/office/drawing/2014/main" id="{481F3886-3DE3-76F0-1C75-EB43A3572131}"/>
              </a:ext>
            </a:extLst>
          </p:cNvPr>
          <p:cNvSpPr txBox="1"/>
          <p:nvPr/>
        </p:nvSpPr>
        <p:spPr>
          <a:xfrm>
            <a:off x="581025" y="1533525"/>
            <a:ext cx="8483399" cy="1538883"/>
          </a:xfrm>
          <a:prstGeom prst="rect">
            <a:avLst/>
          </a:prstGeom>
          <a:noFill/>
        </p:spPr>
        <p:txBody>
          <a:bodyPr wrap="square" lIns="0" tIns="0" rIns="0" bIns="0" anchor="t">
            <a:spAutoFit/>
          </a:bodyPr>
          <a:lstStyle/>
          <a:p>
            <a:pPr>
              <a:lnSpc>
                <a:spcPts val="2400"/>
              </a:lnSpc>
            </a:pPr>
            <a:r>
              <a:rPr lang="ja-JP" altLang="en-US" sz="2000" b="1">
                <a:solidFill>
                  <a:srgbClr val="222222"/>
                </a:solidFill>
                <a:latin typeface="Noto Sans JP"/>
              </a:rPr>
              <a:t>まとめ</a:t>
            </a:r>
            <a:endParaRPr lang="en-US" altLang="ja-JP" sz="2000" b="1">
              <a:solidFill>
                <a:srgbClr val="222222"/>
              </a:solidFill>
              <a:latin typeface="Noto Sans JP"/>
            </a:endParaRPr>
          </a:p>
          <a:p>
            <a:pPr>
              <a:lnSpc>
                <a:spcPts val="2400"/>
              </a:lnSpc>
            </a:pPr>
            <a:r>
              <a:rPr sz="1500" b="0">
                <a:solidFill>
                  <a:srgbClr val="222222"/>
                </a:solidFill>
                <a:latin typeface="Noto Sans JP"/>
              </a:rPr>
              <a:t>・独自データセットで追加学習したモデルにより3D姿勢推定を実施し、恒常性・柔軟性・セルフ</a:t>
            </a:r>
            <a:endParaRPr lang="en-US" altLang="ja-JP" sz="2000" b="1">
              <a:solidFill>
                <a:srgbClr val="222222"/>
              </a:solidFill>
              <a:latin typeface="Noto Sans JP"/>
            </a:endParaRPr>
          </a:p>
          <a:p>
            <a:pPr>
              <a:lnSpc>
                <a:spcPts val="2400"/>
              </a:lnSpc>
            </a:pPr>
            <a:r>
              <a:rPr sz="1500" b="0">
                <a:solidFill>
                  <a:srgbClr val="222222"/>
                </a:solidFill>
                <a:latin typeface="Noto Sans JP"/>
              </a:rPr>
              <a:t>　オクルージョン精度の3観点から評価した</a:t>
            </a:r>
            <a:endParaRPr lang="en-US" altLang="ja-JP" sz="2000" b="1">
              <a:solidFill>
                <a:srgbClr val="222222"/>
              </a:solidFill>
              <a:latin typeface="Noto Sans JP"/>
            </a:endParaRPr>
          </a:p>
          <a:p>
            <a:pPr>
              <a:lnSpc>
                <a:spcPts val="2400"/>
              </a:lnSpc>
            </a:pPr>
            <a:r>
              <a:rPr sz="1500" b="0">
                <a:solidFill>
                  <a:srgbClr val="222222"/>
                </a:solidFill>
                <a:latin typeface="Noto Sans JP"/>
              </a:rPr>
              <a:t>・動作タイミングへの追従は一定確認できたが、骨長の恒常性・関節可動域の妥当性には改善余地</a:t>
            </a:r>
            <a:endParaRPr lang="en-US" altLang="ja-JP" sz="2000" b="1">
              <a:solidFill>
                <a:srgbClr val="222222"/>
              </a:solidFill>
              <a:latin typeface="Noto Sans JP"/>
            </a:endParaRPr>
          </a:p>
          <a:p>
            <a:pPr>
              <a:lnSpc>
                <a:spcPts val="2400"/>
              </a:lnSpc>
            </a:pPr>
            <a:r>
              <a:rPr lang="ja-JP" altLang="en-US" sz="2000" b="1">
                <a:solidFill>
                  <a:srgbClr val="222222"/>
                </a:solidFill>
                <a:latin typeface="Noto Sans JP"/>
              </a:rPr>
              <a:t>今後の課題</a:t>
            </a:r>
            <a:endParaRPr lang="en-US" altLang="ja-JP" sz="2000" b="1">
              <a:solidFill>
                <a:srgbClr val="222222"/>
              </a:solidFill>
              <a:latin typeface="Noto Sans JP"/>
            </a:endParaRPr>
          </a:p>
        </p:txBody>
      </p:sp>
      <p:sp>
        <p:nvSpPr>
          <p:cNvPr id="12" name="TextBox 11"/>
          <p:cNvSpPr txBox="1"/>
          <p:nvPr/>
        </p:nvSpPr>
        <p:spPr>
          <a:xfrm>
            <a:off x="581025" y="3222408"/>
            <a:ext cx="8483399" cy="1600000"/>
          </a:xfrm>
          <a:prstGeom prst="rect">
            <a:avLst/>
          </a:prstGeom>
          <a:noFill/>
        </p:spPr>
        <p:txBody>
          <a:bodyPr wrap="square" lIns="0" rIns="0" tIns="0" bIns="0">
            <a:spAutoFit/>
          </a:bodyPr>
          <a:lstStyle/>
          <a:p>
            <a:pPr>
              <a:spcAft>
                <a:spcPts val="400"/>
              </a:spcAft>
            </a:pPr>
            <a:r>
              <a:rPr sz="1500" b="0">
                <a:solidFill>
                  <a:srgbClr val="222222"/>
                </a:solidFill>
                <a:latin typeface="Noto Sans JP"/>
              </a:rPr>
              <a:t>・多視点(全12カメラ)での検証実施</a:t>
            </a:r>
          </a:p>
          <a:p>
            <a:pPr>
              <a:spcAft>
                <a:spcPts val="400"/>
              </a:spcAft>
            </a:pPr>
            <a:r>
              <a:rPr sz="1500" b="0">
                <a:solidFill>
                  <a:srgbClr val="222222"/>
                </a:solidFill>
                <a:latin typeface="Noto Sans JP"/>
              </a:rPr>
              <a:t>・骨長制約・時間的平滑化の導入によるジッター抑制</a:t>
            </a:r>
          </a:p>
          <a:p>
            <a:pPr>
              <a:spcAft>
                <a:spcPts val="400"/>
              </a:spcAft>
            </a:pPr>
            <a:r>
              <a:rPr sz="1500" b="0">
                <a:solidFill>
                  <a:srgbClr val="222222"/>
                </a:solidFill>
                <a:latin typeface="Noto Sans JP"/>
              </a:rPr>
              <a:t>・遮蔽に強いモデルにするための学習データ拡充</a:t>
            </a:r>
          </a:p>
          <a:p>
            <a:pPr>
              <a:spcAft>
                <a:spcPts val="400"/>
              </a:spcAft>
            </a:pPr>
            <a:r>
              <a:rPr sz="1500" b="0">
                <a:solidFill>
                  <a:srgbClr val="222222"/>
                </a:solidFill>
                <a:latin typeface="Noto Sans JP"/>
              </a:rPr>
              <a:t>・動作量とセルフオクルージョンの交絡を排した評価設計</a:t>
            </a:r>
          </a:p>
        </p:txBody>
      </p:sp>
    </p:spTree>
    <p:extLst>
      <p:ext uri="{BB962C8B-B14F-4D97-AF65-F5344CB8AC3E}">
        <p14:creationId xmlns:p14="http://schemas.microsoft.com/office/powerpoint/2010/main" val="1265696255"/>
      </p:ext>
    </p:extLst>
  </p:cSld>
  <p:clrMapOvr>
    <a:masterClrMapping/>
  </p:clrMapOvr>
</p:sld>
</file>

<file path=ppt/theme/theme1.xml><?xml version="1.0" encoding="utf-8"?>
<a:theme xmlns:a="http://schemas.openxmlformats.org/drawingml/2006/main" name="Office Theme">
  <a:themeElements>
    <a:clrScheme name="ataka">
      <a:dk1>
        <a:sysClr val="windowText" lastClr="000000"/>
      </a:dk1>
      <a:lt1>
        <a:sysClr val="window" lastClr="FFFFFF"/>
      </a:lt1>
      <a:dk2>
        <a:srgbClr val="44546A"/>
      </a:dk2>
      <a:lt2>
        <a:srgbClr val="E7E6E6"/>
      </a:lt2>
      <a:accent1>
        <a:srgbClr val="006699"/>
      </a:accent1>
      <a:accent2>
        <a:srgbClr val="FF3300"/>
      </a:accent2>
      <a:accent3>
        <a:srgbClr val="A5A5A5"/>
      </a:accent3>
      <a:accent4>
        <a:srgbClr val="FFC000"/>
      </a:accent4>
      <a:accent5>
        <a:srgbClr val="5B9BD5"/>
      </a:accent5>
      <a:accent6>
        <a:srgbClr val="70AD47"/>
      </a:accent6>
      <a:hlink>
        <a:srgbClr val="0563C1"/>
      </a:hlink>
      <a:folHlink>
        <a:srgbClr val="954F72"/>
      </a:folHlink>
    </a:clrScheme>
    <a:fontScheme name="UD Slide">
      <a:majorFont>
        <a:latin typeface="Segoe UI"/>
        <a:ea typeface="BIZ UDGothic"/>
        <a:cs typeface=""/>
      </a:majorFont>
      <a:minorFont>
        <a:latin typeface="Segoe UI"/>
        <a:ea typeface="BIZ UDGothic"/>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981a6398-a7c7-453b-b7c7-722cd86c103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AC48C65AB480B74A898A96065A706975" ma:contentTypeVersion="16" ma:contentTypeDescription="新しいドキュメントを作成します。" ma:contentTypeScope="" ma:versionID="302ce235408e83e8265b158f2a6fb236">
  <xsd:schema xmlns:xsd="http://www.w3.org/2001/XMLSchema" xmlns:xs="http://www.w3.org/2001/XMLSchema" xmlns:p="http://schemas.microsoft.com/office/2006/metadata/properties" xmlns:ns3="981a6398-a7c7-453b-b7c7-722cd86c1035" xmlns:ns4="755413fb-6b5e-4a11-9108-91cec50f39ba" targetNamespace="http://schemas.microsoft.com/office/2006/metadata/properties" ma:root="true" ma:fieldsID="f549494a49d89a2ae1fb954d479086d8" ns3:_="" ns4:_="">
    <xsd:import namespace="981a6398-a7c7-453b-b7c7-722cd86c1035"/>
    <xsd:import namespace="755413fb-6b5e-4a11-9108-91cec50f39ba"/>
    <xsd:element name="properties">
      <xsd:complexType>
        <xsd:sequence>
          <xsd:element name="documentManagement">
            <xsd:complexType>
              <xsd:all>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4:SharedWithDetails" minOccurs="0"/>
                <xsd:element ref="ns4:SharingHintHash" minOccurs="0"/>
                <xsd:element ref="ns4:SharedWithUsers" minOccurs="0"/>
                <xsd:element ref="ns3:MediaServiceDateTaken" minOccurs="0"/>
                <xsd:element ref="ns3:MediaLengthInSeconds" minOccurs="0"/>
                <xsd:element ref="ns3:_activity" minOccurs="0"/>
                <xsd:element ref="ns3:MediaServiceLocation"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81a6398-a7c7-453b-b7c7-722cd86c103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7" nillable="true" ma:displayName="MediaServiceDateTaken" ma:hidden="true" ma:internalName="MediaServiceDateTaken"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_activity" ma:index="19" nillable="true" ma:displayName="_activity" ma:hidden="true" ma:internalName="_activity">
      <xsd:simpleType>
        <xsd:restriction base="dms:Note"/>
      </xsd:simpleType>
    </xsd:element>
    <xsd:element name="MediaServiceLocation" ma:index="20"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ystemTags" ma:index="22" nillable="true" ma:displayName="MediaServiceSystemTags" ma:hidden="true" ma:internalName="MediaServiceSystemTags" ma:readOnly="true">
      <xsd:simpleType>
        <xsd:restriction base="dms:Note"/>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55413fb-6b5e-4a11-9108-91cec50f39ba" elementFormDefault="qualified">
    <xsd:import namespace="http://schemas.microsoft.com/office/2006/documentManagement/types"/>
    <xsd:import namespace="http://schemas.microsoft.com/office/infopath/2007/PartnerControls"/>
    <xsd:element name="SharedWithDetails" ma:index="14" nillable="true" ma:displayName="共有相手の詳細情報" ma:internalName="SharedWithDetails" ma:readOnly="true">
      <xsd:simpleType>
        <xsd:restriction base="dms:Note">
          <xsd:maxLength value="255"/>
        </xsd:restriction>
      </xsd:simpleType>
    </xsd:element>
    <xsd:element name="SharingHintHash" ma:index="15" nillable="true" ma:displayName="共有のヒントのハッシュ" ma:hidden="true" ma:internalName="SharingHintHash" ma:readOnly="true">
      <xsd:simpleType>
        <xsd:restriction base="dms:Text"/>
      </xsd:simpleType>
    </xsd:element>
    <xsd:element name="SharedWithUsers" ma:index="16"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097FFD5-1240-413C-A802-68446FC40684}">
  <ds:schemaRefs>
    <ds:schemaRef ds:uri="755413fb-6b5e-4a11-9108-91cec50f39ba"/>
    <ds:schemaRef ds:uri="981a6398-a7c7-453b-b7c7-722cd86c103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AC3AC93D-4E71-4252-83D1-BD51B3C2E1A8}">
  <ds:schemaRefs>
    <ds:schemaRef ds:uri="755413fb-6b5e-4a11-9108-91cec50f39ba"/>
    <ds:schemaRef ds:uri="981a6398-a7c7-453b-b7c7-722cd86c103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5B3F2EDB-B8FA-4ECB-9B99-E00F8C796FB7}">
  <ds:schemaRefs>
    <ds:schemaRef ds:uri="http://schemas.microsoft.com/sharepoint/v3/contenttype/forms"/>
  </ds:schemaRefs>
</ds:datastoreItem>
</file>

<file path=docMetadata/LabelInfo.xml><?xml version="1.0" encoding="utf-8"?>
<clbl:labelList xmlns:clbl="http://schemas.microsoft.com/office/2020/mipLabelMetadata">
  <clbl:label id="{72fe835d-5e95-4512-8ae0-a7b38af25fc8}" enabled="0" method="" siteId="{72fe835d-5e95-4512-8ae0-a7b38af25fc8}" removed="1"/>
</clbl:labelList>
</file>

<file path=docProps/app.xml><?xml version="1.0" encoding="utf-8"?>
<Properties xmlns="http://schemas.openxmlformats.org/officeDocument/2006/extended-properties" xmlns:vt="http://schemas.openxmlformats.org/officeDocument/2006/docPropsVTypes">
  <Template>TM02900769[[fn=Retrospect]]</Template>
  <Application>Microsoft Office PowerPoint</Application>
  <PresentationFormat>Widescreen</PresentationFormat>
  <Slides>11</Slides>
  <Notes>11</Notes>
  <HiddenSlides>0</HiddenSlides>
  <ScaleCrop>false</ScaleCrop>
  <HeadingPairs>
    <vt:vector size="4" baseType="variant">
      <vt:variant>
        <vt:lpstr>Theme</vt:lpstr>
      </vt:variant>
      <vt:variant>
        <vt:i4>1</vt:i4>
      </vt:variant>
      <vt:variant>
        <vt:lpstr>Slide Titles</vt:lpstr>
      </vt:variant>
      <vt:variant>
        <vt:i4>11</vt:i4>
      </vt:variant>
    </vt:vector>
  </HeadingPairs>
  <TitlesOfParts>
    <vt:vector size="12" baseType="lpstr">
      <vt:lpstr>Office Theme</vt:lpstr>
      <vt:lpstr> スポーツの姿勢推定のための 人体モデル拡張と追加学習</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タイトル</dc:title>
  <dc:creator>ACEM2-15 ac32814x(長岡高専)</dc:creator>
  <cp:revision>1</cp:revision>
  <dcterms:created xsi:type="dcterms:W3CDTF">2022-01-28T04:44:58Z</dcterms:created>
  <dcterms:modified xsi:type="dcterms:W3CDTF">2026-08-27T17:01:22Z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0x010100AC48C65AB480B74A898A96065A706975</vt:lpwstr>
  </property>
</Properties>
</file>