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notesMasterIdLst>
    <p:notesMasterId r:id="rId17"/>
  </p:notesMasterIdLst>
  <p:sldIdLst>
    <p:sldId id="256" r:id="rId5"/>
    <p:sldId id="257" r:id="rId6"/>
    <p:sldId id="259" r:id="rId7"/>
    <p:sldId id="260" r:id="rId8"/>
    <p:sldId id="261" r:id="rId9"/>
    <p:sldId id="267" r:id="rId10"/>
    <p:sldId id="270" r:id="rId11"/>
    <p:sldId id="263" r:id="rId12"/>
    <p:sldId id="266" r:id="rId13"/>
    <p:sldId id="268" r:id="rId14"/>
    <p:sldId id="262" r:id="rId15"/>
    <p:sldId id="269" r:id="rId16"/>
  </p:sldIdLst>
  <p:sldSz cx="12192000" cy="6858000"/>
  <p:notesSz cx="6858000" cy="9144000"/>
  <p:embeddedFontLst>
    <p:embeddedFont>
      <p:font typeface="BIZ UDGothic" panose="020B0400000000000000" pitchFamily="49" charset="-128"/>
      <p:regular r:id="rId18"/>
      <p:bold r:id="rId19"/>
    </p:embeddedFont>
    <p:embeddedFont>
      <p:font typeface="游ゴシック" panose="020B0400000000000000" pitchFamily="50" charset="-128"/>
      <p:regular r:id="rId20"/>
      <p:bold r:id="rId21"/>
    </p:embeddedFont>
    <p:embeddedFont>
      <p:font typeface="Noto Sans JP" panose="020B0200000000000000" pitchFamily="50" charset="-128"/>
      <p:regular r:id="rId22"/>
      <p:bold r:id="rId23"/>
    </p:embeddedFont>
    <p:embeddedFont>
      <p:font typeface="Segoe UI" panose="020B0502040204020203" pitchFamily="34" charset="0"/>
      <p:regular r:id="rId24"/>
      <p:bold r:id="rId25"/>
      <p:italic r:id="rId26"/>
      <p:boldItalic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6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99"/>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D6A80F-DFD0-4A89-8387-2D518A766B43}" v="370" dt="2026-08-27T17:01:16.934"/>
    <p1510:client id="{7444E7A2-E0A7-4BB5-ABE6-47D762DBCF3C}" v="1108" dt="2026-08-27T13:24:01.372"/>
    <p1510:client id="{FA43DB85-8739-4219-BDF5-DCC7873169F3}" v="22" dt="2026-08-28T03:32:12.081"/>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5333" autoAdjust="0"/>
  </p:normalViewPr>
  <p:slideViewPr>
    <p:cSldViewPr snapToGrid="0">
      <p:cViewPr>
        <p:scale>
          <a:sx n="50" d="100"/>
          <a:sy n="50" d="100"/>
        </p:scale>
        <p:origin x="2154" y="540"/>
      </p:cViewPr>
      <p:guideLst>
        <p:guide orient="horz" pos="2137"/>
        <p:guide pos="386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notesMaster" Target="notesMasters/notesMaster1.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 Id="rId22" Type="http://schemas.openxmlformats.org/officeDocument/2006/relationships/font" Target="fonts/font5.fntdata"/><Relationship Id="rId23" Type="http://schemas.openxmlformats.org/officeDocument/2006/relationships/font" Target="fonts/font6.fntdata"/><Relationship Id="rId24" Type="http://schemas.openxmlformats.org/officeDocument/2006/relationships/font" Target="fonts/font7.fntdata"/><Relationship Id="rId25" Type="http://schemas.openxmlformats.org/officeDocument/2006/relationships/font" Target="fonts/font8.fntdata"/><Relationship Id="rId26" Type="http://schemas.openxmlformats.org/officeDocument/2006/relationships/font" Target="fonts/font9.fntdata"/><Relationship Id="rId27" Type="http://schemas.openxmlformats.org/officeDocument/2006/relationships/font" Target="fonts/font10.fntdata"/><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microsoft.com/office/2016/11/relationships/changesInfo" Target="changesInfos/changesInfo1.xml"/><Relationship Id="rId3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CEM2-21 ac37822m(長岡高専)" userId="45dd5a03-675d-49d7-a16d-8a5974401386" providerId="ADAL" clId="{0A89F58A-4406-444B-99B4-2490481C0A91}"/>
    <pc:docChg chg="undo custSel addSld modSld">
      <pc:chgData name="ACEM2-21 ac37822m(長岡高専)" userId="45dd5a03-675d-49d7-a16d-8a5974401386" providerId="ADAL" clId="{0A89F58A-4406-444B-99B4-2490481C0A91}" dt="2026-08-28T03:33:37.213" v="1335" actId="1076"/>
      <pc:docMkLst>
        <pc:docMk/>
      </pc:docMkLst>
      <pc:sldChg chg="modSp mod">
        <pc:chgData name="ACEM2-21 ac37822m(長岡高専)" userId="45dd5a03-675d-49d7-a16d-8a5974401386" providerId="ADAL" clId="{0A89F58A-4406-444B-99B4-2490481C0A91}" dt="2026-08-28T02:30:19.861" v="144" actId="1076"/>
        <pc:sldMkLst>
          <pc:docMk/>
          <pc:sldMk cId="1614531952" sldId="257"/>
        </pc:sldMkLst>
        <pc:spChg chg="mod">
          <ac:chgData name="ACEM2-21 ac37822m(長岡高専)" userId="45dd5a03-675d-49d7-a16d-8a5974401386" providerId="ADAL" clId="{0A89F58A-4406-444B-99B4-2490481C0A91}" dt="2026-08-28T02:30:19.861" v="144" actId="1076"/>
          <ac:spMkLst>
            <pc:docMk/>
            <pc:sldMk cId="1614531952" sldId="257"/>
            <ac:spMk id="3" creationId="{12923F6C-C236-E4DE-A958-F1EE6F51E25F}"/>
          </ac:spMkLst>
        </pc:spChg>
      </pc:sldChg>
      <pc:sldChg chg="addSp delSp modSp mod modNotesTx">
        <pc:chgData name="ACEM2-21 ac37822m(長岡高専)" userId="45dd5a03-675d-49d7-a16d-8a5974401386" providerId="ADAL" clId="{0A89F58A-4406-444B-99B4-2490481C0A91}" dt="2026-08-28T03:26:40.777" v="1002" actId="14100"/>
        <pc:sldMkLst>
          <pc:docMk/>
          <pc:sldMk cId="642173746" sldId="262"/>
        </pc:sldMkLst>
        <pc:spChg chg="add mod">
          <ac:chgData name="ACEM2-21 ac37822m(長岡高専)" userId="45dd5a03-675d-49d7-a16d-8a5974401386" providerId="ADAL" clId="{0A89F58A-4406-444B-99B4-2490481C0A91}" dt="2026-08-28T03:26:40.777" v="1002" actId="14100"/>
          <ac:spMkLst>
            <pc:docMk/>
            <pc:sldMk cId="642173746" sldId="262"/>
            <ac:spMk id="5" creationId="{FCDC865E-4ACC-17DF-588B-C80C695FF7B9}"/>
          </ac:spMkLst>
        </pc:spChg>
        <pc:spChg chg="del">
          <ac:chgData name="ACEM2-21 ac37822m(長岡高専)" userId="45dd5a03-675d-49d7-a16d-8a5974401386" providerId="ADAL" clId="{0A89F58A-4406-444B-99B4-2490481C0A91}" dt="2026-08-28T02:30:53.312" v="145" actId="21"/>
          <ac:spMkLst>
            <pc:docMk/>
            <pc:sldMk cId="642173746" sldId="262"/>
            <ac:spMk id="8" creationId="{A85AC8F4-FEEF-4E60-E7F3-B8BC5D0C5C3F}"/>
          </ac:spMkLst>
        </pc:spChg>
        <pc:spChg chg="del mod">
          <ac:chgData name="ACEM2-21 ac37822m(長岡高専)" userId="45dd5a03-675d-49d7-a16d-8a5974401386" providerId="ADAL" clId="{0A89F58A-4406-444B-99B4-2490481C0A91}" dt="2026-08-28T02:39:16.291" v="270"/>
          <ac:spMkLst>
            <pc:docMk/>
            <pc:sldMk cId="642173746" sldId="262"/>
            <ac:spMk id="12" creationId="{00000000-0000-0000-0000-000000000000}"/>
          </ac:spMkLst>
        </pc:spChg>
      </pc:sldChg>
      <pc:sldChg chg="addSp delSp modSp mod">
        <pc:chgData name="ACEM2-21 ac37822m(長岡高専)" userId="45dd5a03-675d-49d7-a16d-8a5974401386" providerId="ADAL" clId="{0A89F58A-4406-444B-99B4-2490481C0A91}" dt="2026-08-28T03:30:06.283" v="1126" actId="20577"/>
        <pc:sldMkLst>
          <pc:docMk/>
          <pc:sldMk cId="683892195" sldId="263"/>
        </pc:sldMkLst>
        <pc:spChg chg="mod">
          <ac:chgData name="ACEM2-21 ac37822m(長岡高専)" userId="45dd5a03-675d-49d7-a16d-8a5974401386" providerId="ADAL" clId="{0A89F58A-4406-444B-99B4-2490481C0A91}" dt="2026-08-28T02:40:20.190" v="378" actId="20577"/>
          <ac:spMkLst>
            <pc:docMk/>
            <pc:sldMk cId="683892195" sldId="263"/>
            <ac:spMk id="3" creationId="{9110F28A-CA9B-779F-0836-DA711CD3014F}"/>
          </ac:spMkLst>
        </pc:spChg>
        <pc:spChg chg="del mod">
          <ac:chgData name="ACEM2-21 ac37822m(長岡高専)" userId="45dd5a03-675d-49d7-a16d-8a5974401386" providerId="ADAL" clId="{0A89F58A-4406-444B-99B4-2490481C0A91}" dt="2026-08-28T02:38:32.004" v="260"/>
          <ac:spMkLst>
            <pc:docMk/>
            <pc:sldMk cId="683892195" sldId="263"/>
            <ac:spMk id="12" creationId="{00000000-0000-0000-0000-000000000000}"/>
          </ac:spMkLst>
        </pc:spChg>
        <pc:spChg chg="del">
          <ac:chgData name="ACEM2-21 ac37822m(長岡高専)" userId="45dd5a03-675d-49d7-a16d-8a5974401386" providerId="ADAL" clId="{0A89F58A-4406-444B-99B4-2490481C0A91}" dt="2026-08-28T01:58:56.094" v="41" actId="21"/>
          <ac:spMkLst>
            <pc:docMk/>
            <pc:sldMk cId="683892195" sldId="263"/>
            <ac:spMk id="14" creationId="{00000000-0000-0000-0000-000000000000}"/>
          </ac:spMkLst>
        </pc:spChg>
        <pc:spChg chg="add mod">
          <ac:chgData name="ACEM2-21 ac37822m(長岡高専)" userId="45dd5a03-675d-49d7-a16d-8a5974401386" providerId="ADAL" clId="{0A89F58A-4406-444B-99B4-2490481C0A91}" dt="2026-08-28T03:30:06.283" v="1126" actId="20577"/>
          <ac:spMkLst>
            <pc:docMk/>
            <pc:sldMk cId="683892195" sldId="263"/>
            <ac:spMk id="17" creationId="{B09F0192-B95E-3FAA-855E-9F21C371D09D}"/>
          </ac:spMkLst>
        </pc:spChg>
        <pc:spChg chg="add del mod">
          <ac:chgData name="ACEM2-21 ac37822m(長岡高専)" userId="45dd5a03-675d-49d7-a16d-8a5974401386" providerId="ADAL" clId="{0A89F58A-4406-444B-99B4-2490481C0A91}" dt="2026-08-28T03:13:19.964" v="592" actId="21"/>
          <ac:spMkLst>
            <pc:docMk/>
            <pc:sldMk cId="683892195" sldId="263"/>
            <ac:spMk id="19" creationId="{B4D46B9E-BDDC-4191-D763-8D9EACC31097}"/>
          </ac:spMkLst>
        </pc:spChg>
        <pc:spChg chg="add del mod">
          <ac:chgData name="ACEM2-21 ac37822m(長岡高専)" userId="45dd5a03-675d-49d7-a16d-8a5974401386" providerId="ADAL" clId="{0A89F58A-4406-444B-99B4-2490481C0A91}" dt="2026-08-28T03:08:29.045" v="512"/>
          <ac:spMkLst>
            <pc:docMk/>
            <pc:sldMk cId="683892195" sldId="263"/>
            <ac:spMk id="21" creationId="{8604C895-0D4F-274E-EA04-2081208AD132}"/>
          </ac:spMkLst>
        </pc:spChg>
        <pc:spChg chg="add del mod">
          <ac:chgData name="ACEM2-21 ac37822m(長岡高専)" userId="45dd5a03-675d-49d7-a16d-8a5974401386" providerId="ADAL" clId="{0A89F58A-4406-444B-99B4-2490481C0A91}" dt="2026-08-28T03:24:48.016" v="689" actId="21"/>
          <ac:spMkLst>
            <pc:docMk/>
            <pc:sldMk cId="683892195" sldId="263"/>
            <ac:spMk id="24" creationId="{75517847-759B-41EB-5A7C-0F8905F000ED}"/>
          </ac:spMkLst>
        </pc:spChg>
        <pc:spChg chg="add mod">
          <ac:chgData name="ACEM2-21 ac37822m(長岡高専)" userId="45dd5a03-675d-49d7-a16d-8a5974401386" providerId="ADAL" clId="{0A89F58A-4406-444B-99B4-2490481C0A91}" dt="2026-08-28T03:29:50.743" v="1121" actId="20577"/>
          <ac:spMkLst>
            <pc:docMk/>
            <pc:sldMk cId="683892195" sldId="263"/>
            <ac:spMk id="27" creationId="{9F4087BC-9E2C-ECB0-D83B-A1E21230B45D}"/>
          </ac:spMkLst>
        </pc:spChg>
        <pc:graphicFrameChg chg="add del mod modGraphic">
          <ac:chgData name="ACEM2-21 ac37822m(長岡高専)" userId="45dd5a03-675d-49d7-a16d-8a5974401386" providerId="ADAL" clId="{0A89F58A-4406-444B-99B4-2490481C0A91}" dt="2026-08-28T01:59:06.638" v="44" actId="478"/>
          <ac:graphicFrameMkLst>
            <pc:docMk/>
            <pc:sldMk cId="683892195" sldId="263"/>
            <ac:graphicFrameMk id="4" creationId="{C52A8B64-33D5-8DE7-BF20-20D56B04AD45}"/>
          </ac:graphicFrameMkLst>
        </pc:graphicFrameChg>
        <pc:graphicFrameChg chg="add mod modGraphic">
          <ac:chgData name="ACEM2-21 ac37822m(長岡高専)" userId="45dd5a03-675d-49d7-a16d-8a5974401386" providerId="ADAL" clId="{0A89F58A-4406-444B-99B4-2490481C0A91}" dt="2026-08-28T03:13:24.759" v="595" actId="1076"/>
          <ac:graphicFrameMkLst>
            <pc:docMk/>
            <pc:sldMk cId="683892195" sldId="263"/>
            <ac:graphicFrameMk id="5" creationId="{7D3E0524-4E5C-5B35-8AE1-E739784470A0}"/>
          </ac:graphicFrameMkLst>
        </pc:graphicFrameChg>
        <pc:graphicFrameChg chg="add mod">
          <ac:chgData name="ACEM2-21 ac37822m(長岡高専)" userId="45dd5a03-675d-49d7-a16d-8a5974401386" providerId="ADAL" clId="{0A89F58A-4406-444B-99B4-2490481C0A91}" dt="2026-08-28T02:06:43.078" v="56"/>
          <ac:graphicFrameMkLst>
            <pc:docMk/>
            <pc:sldMk cId="683892195" sldId="263"/>
            <ac:graphicFrameMk id="8" creationId="{D8264E2B-1E95-CF7F-4942-8B3DEEB013AE}"/>
          </ac:graphicFrameMkLst>
        </pc:graphicFrameChg>
        <pc:graphicFrameChg chg="add del mod modGraphic">
          <ac:chgData name="ACEM2-21 ac37822m(長岡高専)" userId="45dd5a03-675d-49d7-a16d-8a5974401386" providerId="ADAL" clId="{0A89F58A-4406-444B-99B4-2490481C0A91}" dt="2026-08-28T02:10:07.159" v="76" actId="21"/>
          <ac:graphicFrameMkLst>
            <pc:docMk/>
            <pc:sldMk cId="683892195" sldId="263"/>
            <ac:graphicFrameMk id="9" creationId="{8D778FB3-2294-A144-09CC-ABCE7D519B7C}"/>
          </ac:graphicFrameMkLst>
        </pc:graphicFrameChg>
        <pc:graphicFrameChg chg="del">
          <ac:chgData name="ACEM2-21 ac37822m(長岡高専)" userId="45dd5a03-675d-49d7-a16d-8a5974401386" providerId="ADAL" clId="{0A89F58A-4406-444B-99B4-2490481C0A91}" dt="2026-08-28T01:58:52.139" v="40" actId="21"/>
          <ac:graphicFrameMkLst>
            <pc:docMk/>
            <pc:sldMk cId="683892195" sldId="263"/>
            <ac:graphicFrameMk id="13" creationId="{00000000-0000-0000-0000-000000000000}"/>
          </ac:graphicFrameMkLst>
        </pc:graphicFrameChg>
        <pc:graphicFrameChg chg="add del mod modGraphic">
          <ac:chgData name="ACEM2-21 ac37822m(長岡高専)" userId="45dd5a03-675d-49d7-a16d-8a5974401386" providerId="ADAL" clId="{0A89F58A-4406-444B-99B4-2490481C0A91}" dt="2026-08-28T03:13:04.010" v="591" actId="21"/>
          <ac:graphicFrameMkLst>
            <pc:docMk/>
            <pc:sldMk cId="683892195" sldId="263"/>
            <ac:graphicFrameMk id="15" creationId="{88DB7CA5-4F21-DAAF-A8C1-ED322A538936}"/>
          </ac:graphicFrameMkLst>
        </pc:graphicFrameChg>
        <pc:graphicFrameChg chg="add del mod modGraphic">
          <ac:chgData name="ACEM2-21 ac37822m(長岡高専)" userId="45dd5a03-675d-49d7-a16d-8a5974401386" providerId="ADAL" clId="{0A89F58A-4406-444B-99B4-2490481C0A91}" dt="2026-08-28T03:13:19.964" v="592" actId="21"/>
          <ac:graphicFrameMkLst>
            <pc:docMk/>
            <pc:sldMk cId="683892195" sldId="263"/>
            <ac:graphicFrameMk id="22" creationId="{5C4EA898-63AB-6CB8-DECB-EFC5FBD81CDC}"/>
          </ac:graphicFrameMkLst>
        </pc:graphicFrameChg>
        <pc:graphicFrameChg chg="add mod">
          <ac:chgData name="ACEM2-21 ac37822m(長岡高専)" userId="45dd5a03-675d-49d7-a16d-8a5974401386" providerId="ADAL" clId="{0A89F58A-4406-444B-99B4-2490481C0A91}" dt="2026-08-28T03:28:37.796" v="1004" actId="1076"/>
          <ac:graphicFrameMkLst>
            <pc:docMk/>
            <pc:sldMk cId="683892195" sldId="263"/>
            <ac:graphicFrameMk id="25" creationId="{E522F15E-05FD-82FE-FAC9-294D6FDF2987}"/>
          </ac:graphicFrameMkLst>
        </pc:graphicFrameChg>
      </pc:sldChg>
      <pc:sldChg chg="addSp delSp modSp mod">
        <pc:chgData name="ACEM2-21 ac37822m(長岡高専)" userId="45dd5a03-675d-49d7-a16d-8a5974401386" providerId="ADAL" clId="{0A89F58A-4406-444B-99B4-2490481C0A91}" dt="2026-08-28T03:25:43.354" v="854" actId="1076"/>
        <pc:sldMkLst>
          <pc:docMk/>
          <pc:sldMk cId="1578321219" sldId="266"/>
        </pc:sldMkLst>
        <pc:spChg chg="mod">
          <ac:chgData name="ACEM2-21 ac37822m(長岡高専)" userId="45dd5a03-675d-49d7-a16d-8a5974401386" providerId="ADAL" clId="{0A89F58A-4406-444B-99B4-2490481C0A91}" dt="2026-08-28T02:41:18.280" v="500" actId="20577"/>
          <ac:spMkLst>
            <pc:docMk/>
            <pc:sldMk cId="1578321219" sldId="266"/>
            <ac:spMk id="3" creationId="{3802E31C-8F6B-DF03-DF2C-7DE164EEEE5A}"/>
          </ac:spMkLst>
        </pc:spChg>
        <pc:spChg chg="add mod">
          <ac:chgData name="ACEM2-21 ac37822m(長岡高専)" userId="45dd5a03-675d-49d7-a16d-8a5974401386" providerId="ADAL" clId="{0A89F58A-4406-444B-99B4-2490481C0A91}" dt="2026-08-28T02:37:04.150" v="243" actId="1076"/>
          <ac:spMkLst>
            <pc:docMk/>
            <pc:sldMk cId="1578321219" sldId="266"/>
            <ac:spMk id="8" creationId="{3A6FE374-2385-8827-DA85-2588C1F9CB7C}"/>
          </ac:spMkLst>
        </pc:spChg>
        <pc:spChg chg="del mod">
          <ac:chgData name="ACEM2-21 ac37822m(長岡高専)" userId="45dd5a03-675d-49d7-a16d-8a5974401386" providerId="ADAL" clId="{0A89F58A-4406-444B-99B4-2490481C0A91}" dt="2026-08-28T02:39:23.891" v="274"/>
          <ac:spMkLst>
            <pc:docMk/>
            <pc:sldMk cId="1578321219" sldId="266"/>
            <ac:spMk id="12" creationId="{00000000-0000-0000-0000-000000000000}"/>
          </ac:spMkLst>
        </pc:spChg>
        <pc:spChg chg="del">
          <ac:chgData name="ACEM2-21 ac37822m(長岡高専)" userId="45dd5a03-675d-49d7-a16d-8a5974401386" providerId="ADAL" clId="{0A89F58A-4406-444B-99B4-2490481C0A91}" dt="2026-08-28T02:06:06.266" v="49" actId="21"/>
          <ac:spMkLst>
            <pc:docMk/>
            <pc:sldMk cId="1578321219" sldId="266"/>
            <ac:spMk id="14" creationId="{00000000-0000-0000-0000-000000000000}"/>
          </ac:spMkLst>
        </pc:spChg>
        <pc:spChg chg="add mod">
          <ac:chgData name="ACEM2-21 ac37822m(長岡高専)" userId="45dd5a03-675d-49d7-a16d-8a5974401386" providerId="ADAL" clId="{0A89F58A-4406-444B-99B4-2490481C0A91}" dt="2026-08-28T03:25:43.354" v="854" actId="1076"/>
          <ac:spMkLst>
            <pc:docMk/>
            <pc:sldMk cId="1578321219" sldId="266"/>
            <ac:spMk id="15" creationId="{681461BF-7D13-7710-51C3-1497DB6446D0}"/>
          </ac:spMkLst>
        </pc:spChg>
        <pc:graphicFrameChg chg="add mod modGraphic">
          <ac:chgData name="ACEM2-21 ac37822m(長岡高専)" userId="45dd5a03-675d-49d7-a16d-8a5974401386" providerId="ADAL" clId="{0A89F58A-4406-444B-99B4-2490481C0A91}" dt="2026-08-28T02:37:04.150" v="243" actId="1076"/>
          <ac:graphicFrameMkLst>
            <pc:docMk/>
            <pc:sldMk cId="1578321219" sldId="266"/>
            <ac:graphicFrameMk id="4" creationId="{1B9112EA-FC60-B916-8C1C-030FFDA3A5C1}"/>
          </ac:graphicFrameMkLst>
        </pc:graphicFrameChg>
        <pc:graphicFrameChg chg="del">
          <ac:chgData name="ACEM2-21 ac37822m(長岡高専)" userId="45dd5a03-675d-49d7-a16d-8a5974401386" providerId="ADAL" clId="{0A89F58A-4406-444B-99B4-2490481C0A91}" dt="2026-08-28T02:06:04.268" v="48" actId="21"/>
          <ac:graphicFrameMkLst>
            <pc:docMk/>
            <pc:sldMk cId="1578321219" sldId="266"/>
            <ac:graphicFrameMk id="13" creationId="{00000000-0000-0000-0000-000000000000}"/>
          </ac:graphicFrameMkLst>
        </pc:graphicFrameChg>
      </pc:sldChg>
      <pc:sldChg chg="addSp delSp modSp mod">
        <pc:chgData name="ACEM2-21 ac37822m(長岡高専)" userId="45dd5a03-675d-49d7-a16d-8a5974401386" providerId="ADAL" clId="{0A89F58A-4406-444B-99B4-2490481C0A91}" dt="2026-08-28T02:38:53.052" v="267" actId="14734"/>
        <pc:sldMkLst>
          <pc:docMk/>
          <pc:sldMk cId="3400072852" sldId="267"/>
        </pc:sldMkLst>
        <pc:spChg chg="mod">
          <ac:chgData name="ACEM2-21 ac37822m(長岡高専)" userId="45dd5a03-675d-49d7-a16d-8a5974401386" providerId="ADAL" clId="{0A89F58A-4406-444B-99B4-2490481C0A91}" dt="2026-08-28T01:52:48.753" v="38" actId="20577"/>
          <ac:spMkLst>
            <pc:docMk/>
            <pc:sldMk cId="3400072852" sldId="267"/>
            <ac:spMk id="3" creationId="{23904EA7-31DB-C476-4AA8-1F030E901D0B}"/>
          </ac:spMkLst>
        </pc:spChg>
        <pc:grpChg chg="del">
          <ac:chgData name="ACEM2-21 ac37822m(長岡高専)" userId="45dd5a03-675d-49d7-a16d-8a5974401386" providerId="ADAL" clId="{0A89F58A-4406-444B-99B4-2490481C0A91}" dt="2026-08-28T02:38:50.110" v="265" actId="478"/>
          <ac:grpSpMkLst>
            <pc:docMk/>
            <pc:sldMk cId="3400072852" sldId="267"/>
            <ac:grpSpMk id="15" creationId="{04BF98DB-47CC-FFAC-E7BF-50DD8B657B55}"/>
          </ac:grpSpMkLst>
        </pc:grpChg>
        <pc:graphicFrameChg chg="add mod modGraphic">
          <ac:chgData name="ACEM2-21 ac37822m(長岡高専)" userId="45dd5a03-675d-49d7-a16d-8a5974401386" providerId="ADAL" clId="{0A89F58A-4406-444B-99B4-2490481C0A91}" dt="2026-08-28T02:38:53.052" v="267" actId="14734"/>
          <ac:graphicFrameMkLst>
            <pc:docMk/>
            <pc:sldMk cId="3400072852" sldId="267"/>
            <ac:graphicFrameMk id="4" creationId="{20D09AF3-8A14-F111-FDBF-14A2E821E54B}"/>
          </ac:graphicFrameMkLst>
        </pc:graphicFrameChg>
      </pc:sldChg>
      <pc:sldChg chg="delSp modSp mod">
        <pc:chgData name="ACEM2-21 ac37822m(長岡高専)" userId="45dd5a03-675d-49d7-a16d-8a5974401386" providerId="ADAL" clId="{0A89F58A-4406-444B-99B4-2490481C0A91}" dt="2026-08-28T02:06:17.618" v="55" actId="21"/>
        <pc:sldMkLst>
          <pc:docMk/>
          <pc:sldMk cId="3630399525" sldId="268"/>
        </pc:sldMkLst>
        <pc:spChg chg="mod">
          <ac:chgData name="ACEM2-21 ac37822m(長岡高専)" userId="45dd5a03-675d-49d7-a16d-8a5974401386" providerId="ADAL" clId="{0A89F58A-4406-444B-99B4-2490481C0A91}" dt="2026-08-28T02:06:14.768" v="54" actId="20577"/>
          <ac:spMkLst>
            <pc:docMk/>
            <pc:sldMk cId="3630399525" sldId="268"/>
            <ac:spMk id="3" creationId="{7E9B7D47-1870-8229-8CBE-909BEDF1AE23}"/>
          </ac:spMkLst>
        </pc:spChg>
        <pc:spChg chg="del">
          <ac:chgData name="ACEM2-21 ac37822m(長岡高専)" userId="45dd5a03-675d-49d7-a16d-8a5974401386" providerId="ADAL" clId="{0A89F58A-4406-444B-99B4-2490481C0A91}" dt="2026-08-28T02:06:17.618" v="55" actId="21"/>
          <ac:spMkLst>
            <pc:docMk/>
            <pc:sldMk cId="3630399525" sldId="268"/>
            <ac:spMk id="13" creationId="{00000000-0000-0000-0000-000000000000}"/>
          </ac:spMkLst>
        </pc:spChg>
        <pc:graphicFrameChg chg="del">
          <ac:chgData name="ACEM2-21 ac37822m(長岡高専)" userId="45dd5a03-675d-49d7-a16d-8a5974401386" providerId="ADAL" clId="{0A89F58A-4406-444B-99B4-2490481C0A91}" dt="2026-08-28T02:06:17.618" v="55" actId="21"/>
          <ac:graphicFrameMkLst>
            <pc:docMk/>
            <pc:sldMk cId="3630399525" sldId="268"/>
            <ac:graphicFrameMk id="12" creationId="{00000000-0000-0000-0000-000000000000}"/>
          </ac:graphicFrameMkLst>
        </pc:graphicFrameChg>
      </pc:sldChg>
      <pc:sldChg chg="modSp mod">
        <pc:chgData name="ACEM2-21 ac37822m(長岡高専)" userId="45dd5a03-675d-49d7-a16d-8a5974401386" providerId="ADAL" clId="{0A89F58A-4406-444B-99B4-2490481C0A91}" dt="2026-08-28T02:43:38.380" v="502" actId="20577"/>
        <pc:sldMkLst>
          <pc:docMk/>
          <pc:sldMk cId="1265696255" sldId="269"/>
        </pc:sldMkLst>
        <pc:spChg chg="mod">
          <ac:chgData name="ACEM2-21 ac37822m(長岡高専)" userId="45dd5a03-675d-49d7-a16d-8a5974401386" providerId="ADAL" clId="{0A89F58A-4406-444B-99B4-2490481C0A91}" dt="2026-08-28T02:43:36.171" v="501" actId="20577"/>
          <ac:spMkLst>
            <pc:docMk/>
            <pc:sldMk cId="1265696255" sldId="269"/>
            <ac:spMk id="5" creationId="{481F3886-3DE3-76F0-1C75-EB43A3572131}"/>
          </ac:spMkLst>
        </pc:spChg>
        <pc:spChg chg="mod">
          <ac:chgData name="ACEM2-21 ac37822m(長岡高専)" userId="45dd5a03-675d-49d7-a16d-8a5974401386" providerId="ADAL" clId="{0A89F58A-4406-444B-99B4-2490481C0A91}" dt="2026-08-28T02:43:38.380" v="502" actId="20577"/>
          <ac:spMkLst>
            <pc:docMk/>
            <pc:sldMk cId="1265696255" sldId="269"/>
            <ac:spMk id="12" creationId="{00000000-0000-0000-0000-000000000000}"/>
          </ac:spMkLst>
        </pc:spChg>
      </pc:sldChg>
      <pc:sldChg chg="addSp delSp modSp add mod delAnim modAnim">
        <pc:chgData name="ACEM2-21 ac37822m(長岡高専)" userId="45dd5a03-675d-49d7-a16d-8a5974401386" providerId="ADAL" clId="{0A89F58A-4406-444B-99B4-2490481C0A91}" dt="2026-08-28T03:33:37.213" v="1335" actId="1076"/>
        <pc:sldMkLst>
          <pc:docMk/>
          <pc:sldMk cId="3476658783" sldId="270"/>
        </pc:sldMkLst>
        <pc:spChg chg="mod">
          <ac:chgData name="ACEM2-21 ac37822m(長岡高専)" userId="45dd5a03-675d-49d7-a16d-8a5974401386" providerId="ADAL" clId="{0A89F58A-4406-444B-99B4-2490481C0A91}" dt="2026-08-28T03:31:27.403" v="1274" actId="20577"/>
          <ac:spMkLst>
            <pc:docMk/>
            <pc:sldMk cId="3476658783" sldId="270"/>
            <ac:spMk id="3" creationId="{728020B5-2B10-460C-FAB5-89773203F787}"/>
          </ac:spMkLst>
        </pc:spChg>
        <pc:spChg chg="del">
          <ac:chgData name="ACEM2-21 ac37822m(長岡高専)" userId="45dd5a03-675d-49d7-a16d-8a5974401386" providerId="ADAL" clId="{0A89F58A-4406-444B-99B4-2490481C0A91}" dt="2026-08-28T03:30:32.708" v="1128" actId="21"/>
          <ac:spMkLst>
            <pc:docMk/>
            <pc:sldMk cId="3476658783" sldId="270"/>
            <ac:spMk id="9" creationId="{74097C82-78CE-B8E8-EA51-F9B7984C2485}"/>
          </ac:spMkLst>
        </pc:spChg>
        <pc:spChg chg="add mod">
          <ac:chgData name="ACEM2-21 ac37822m(長岡高専)" userId="45dd5a03-675d-49d7-a16d-8a5974401386" providerId="ADAL" clId="{0A89F58A-4406-444B-99B4-2490481C0A91}" dt="2026-08-28T03:33:32.900" v="1333" actId="1076"/>
          <ac:spMkLst>
            <pc:docMk/>
            <pc:sldMk cId="3476658783" sldId="270"/>
            <ac:spMk id="13" creationId="{737E4934-9B63-BFD3-76F4-237772BB05D3}"/>
          </ac:spMkLst>
        </pc:spChg>
        <pc:graphicFrameChg chg="mod modGraphic">
          <ac:chgData name="ACEM2-21 ac37822m(長岡高専)" userId="45dd5a03-675d-49d7-a16d-8a5974401386" providerId="ADAL" clId="{0A89F58A-4406-444B-99B4-2490481C0A91}" dt="2026-08-28T03:33:37.213" v="1335" actId="1076"/>
          <ac:graphicFrameMkLst>
            <pc:docMk/>
            <pc:sldMk cId="3476658783" sldId="270"/>
            <ac:graphicFrameMk id="4" creationId="{C5E9FD4E-BDFD-F780-D69D-5E5971D7E586}"/>
          </ac:graphicFrameMkLst>
        </pc:graphicFrameChg>
        <pc:picChg chg="add del mod">
          <ac:chgData name="ACEM2-21 ac37822m(長岡高専)" userId="45dd5a03-675d-49d7-a16d-8a5974401386" providerId="ADAL" clId="{0A89F58A-4406-444B-99B4-2490481C0A91}" dt="2026-08-28T03:31:52.481" v="1276" actId="478"/>
          <ac:picMkLst>
            <pc:docMk/>
            <pc:sldMk cId="3476658783" sldId="270"/>
            <ac:picMk id="5" creationId="{40EB949B-DB6A-04AC-A23E-23180B38640B}"/>
          </ac:picMkLst>
        </pc:picChg>
        <pc:picChg chg="add mod">
          <ac:chgData name="ACEM2-21 ac37822m(長岡高専)" userId="45dd5a03-675d-49d7-a16d-8a5974401386" providerId="ADAL" clId="{0A89F58A-4406-444B-99B4-2490481C0A91}" dt="2026-08-28T03:33:00.316" v="1287" actId="1076"/>
          <ac:picMkLst>
            <pc:docMk/>
            <pc:sldMk cId="3476658783" sldId="270"/>
            <ac:picMk id="8" creationId="{02107890-68AE-7D72-D7BF-B4499661BC61}"/>
          </ac:picMkLst>
        </pc:picChg>
        <pc:picChg chg="del">
          <ac:chgData name="ACEM2-21 ac37822m(長岡高専)" userId="45dd5a03-675d-49d7-a16d-8a5974401386" providerId="ADAL" clId="{0A89F58A-4406-444B-99B4-2490481C0A91}" dt="2026-08-28T03:30:32.708" v="1128" actId="21"/>
          <ac:picMkLst>
            <pc:docMk/>
            <pc:sldMk cId="3476658783" sldId="270"/>
            <ac:picMk id="46" creationId="{625D6D70-E916-7502-D30A-E6ABBF4F4B0E}"/>
          </ac:picMkLst>
        </pc:picChg>
      </pc:sldChg>
    </pc:docChg>
  </pc:docChgLst>
  <pc:docChgLst>
    <pc:chgData name="ACEM2-21 ac37822m(長岡高専)" userId="45dd5a03-675d-49d7-a16d-8a5974401386" providerId="ADAL" clId="{995BAEAC-821C-448C-A5E1-6B825DA00774}"/>
    <pc:docChg chg="undo custSel addSld delSld modSld sldOrd">
      <pc:chgData name="ACEM2-21 ac37822m(長岡高専)" userId="45dd5a03-675d-49d7-a16d-8a5974401386" providerId="ADAL" clId="{995BAEAC-821C-448C-A5E1-6B825DA00774}" dt="2026-08-27T17:01:16.934" v="2805" actId="20577"/>
      <pc:docMkLst>
        <pc:docMk/>
      </pc:docMkLst>
      <pc:sldChg chg="modSp mod">
        <pc:chgData name="ACEM2-21 ac37822m(長岡高専)" userId="45dd5a03-675d-49d7-a16d-8a5974401386" providerId="ADAL" clId="{995BAEAC-821C-448C-A5E1-6B825DA00774}" dt="2026-08-27T07:09:11.764" v="1467" actId="20577"/>
        <pc:sldMkLst>
          <pc:docMk/>
          <pc:sldMk cId="4039511945" sldId="256"/>
        </pc:sldMkLst>
        <pc:spChg chg="mod">
          <ac:chgData name="ACEM2-21 ac37822m(長岡高専)" userId="45dd5a03-675d-49d7-a16d-8a5974401386" providerId="ADAL" clId="{995BAEAC-821C-448C-A5E1-6B825DA00774}" dt="2026-08-27T05:42:08.866" v="409" actId="20577"/>
          <ac:spMkLst>
            <pc:docMk/>
            <pc:sldMk cId="4039511945" sldId="256"/>
            <ac:spMk id="2" creationId="{8E673128-5879-449C-B673-023262E2C42B}"/>
          </ac:spMkLst>
        </pc:spChg>
        <pc:spChg chg="mod">
          <ac:chgData name="ACEM2-21 ac37822m(長岡高専)" userId="45dd5a03-675d-49d7-a16d-8a5974401386" providerId="ADAL" clId="{995BAEAC-821C-448C-A5E1-6B825DA00774}" dt="2026-08-27T05:16:10.131" v="81" actId="20577"/>
          <ac:spMkLst>
            <pc:docMk/>
            <pc:sldMk cId="4039511945" sldId="256"/>
            <ac:spMk id="3" creationId="{69C65799-1058-4F6E-ADC4-0E217393E526}"/>
          </ac:spMkLst>
        </pc:spChg>
        <pc:spChg chg="mod">
          <ac:chgData name="ACEM2-21 ac37822m(長岡高専)" userId="45dd5a03-675d-49d7-a16d-8a5974401386" providerId="ADAL" clId="{995BAEAC-821C-448C-A5E1-6B825DA00774}" dt="2026-08-27T07:09:11.764" v="1467" actId="20577"/>
          <ac:spMkLst>
            <pc:docMk/>
            <pc:sldMk cId="4039511945" sldId="256"/>
            <ac:spMk id="5" creationId="{88920050-2E2D-4E56-80AB-39A6BC114275}"/>
          </ac:spMkLst>
        </pc:spChg>
      </pc:sldChg>
      <pc:sldChg chg="addSp delSp modSp mod modNotesTx">
        <pc:chgData name="ACEM2-21 ac37822m(長岡高専)" userId="45dd5a03-675d-49d7-a16d-8a5974401386" providerId="ADAL" clId="{995BAEAC-821C-448C-A5E1-6B825DA00774}" dt="2026-08-27T07:58:45.797" v="1896" actId="20577"/>
        <pc:sldMkLst>
          <pc:docMk/>
          <pc:sldMk cId="1614531952" sldId="257"/>
        </pc:sldMkLst>
        <pc:spChg chg="del mod">
          <ac:chgData name="ACEM2-21 ac37822m(長岡高専)" userId="45dd5a03-675d-49d7-a16d-8a5974401386" providerId="ADAL" clId="{995BAEAC-821C-448C-A5E1-6B825DA00774}" dt="2026-08-27T05:27:43.140" v="93" actId="21"/>
          <ac:spMkLst>
            <pc:docMk/>
            <pc:sldMk cId="1614531952" sldId="257"/>
            <ac:spMk id="3" creationId="{E169ABF2-E18F-D843-744C-2F2F58B9CA3E}"/>
          </ac:spMkLst>
        </pc:spChg>
        <pc:spChg chg="del mod">
          <ac:chgData name="ACEM2-21 ac37822m(長岡高専)" userId="45dd5a03-675d-49d7-a16d-8a5974401386" providerId="ADAL" clId="{995BAEAC-821C-448C-A5E1-6B825DA00774}" dt="2026-08-27T05:27:43.140" v="93" actId="21"/>
          <ac:spMkLst>
            <pc:docMk/>
            <pc:sldMk cId="1614531952" sldId="257"/>
            <ac:spMk id="7" creationId="{6949D414-3C38-EABF-2A77-AC3BD519496A}"/>
          </ac:spMkLst>
        </pc:spChg>
        <pc:spChg chg="del">
          <ac:chgData name="ACEM2-21 ac37822m(長岡高専)" userId="45dd5a03-675d-49d7-a16d-8a5974401386" providerId="ADAL" clId="{995BAEAC-821C-448C-A5E1-6B825DA00774}" dt="2026-08-27T05:27:43.140" v="93" actId="21"/>
          <ac:spMkLst>
            <pc:docMk/>
            <pc:sldMk cId="1614531952" sldId="257"/>
            <ac:spMk id="8" creationId="{349FCD99-907B-1222-5D72-C6F713FB9B18}"/>
          </ac:spMkLst>
        </pc:spChg>
        <pc:spChg chg="add mod">
          <ac:chgData name="ACEM2-21 ac37822m(長岡高専)" userId="45dd5a03-675d-49d7-a16d-8a5974401386" providerId="ADAL" clId="{995BAEAC-821C-448C-A5E1-6B825DA00774}" dt="2026-08-27T07:58:45.797" v="1896" actId="20577"/>
          <ac:spMkLst>
            <pc:docMk/>
            <pc:sldMk cId="1614531952" sldId="257"/>
            <ac:spMk id="9" creationId="{EF829B69-4BE3-6BE4-CA40-1DF293AB198C}"/>
          </ac:spMkLst>
        </pc:spChg>
        <pc:spChg chg="mod">
          <ac:chgData name="ACEM2-21 ac37822m(長岡高専)" userId="45dd5a03-675d-49d7-a16d-8a5974401386" providerId="ADAL" clId="{995BAEAC-821C-448C-A5E1-6B825DA00774}" dt="2026-08-27T05:16:21.032" v="89" actId="20577"/>
          <ac:spMkLst>
            <pc:docMk/>
            <pc:sldMk cId="1614531952" sldId="257"/>
            <ac:spMk id="11" creationId="{B171C714-A3D1-7EBD-3E35-C3D40A04CFCC}"/>
          </ac:spMkLst>
        </pc:spChg>
        <pc:spChg chg="add del mod">
          <ac:chgData name="ACEM2-21 ac37822m(長岡高専)" userId="45dd5a03-675d-49d7-a16d-8a5974401386" providerId="ADAL" clId="{995BAEAC-821C-448C-A5E1-6B825DA00774}" dt="2026-08-27T07:50:40.211" v="1798" actId="21"/>
          <ac:spMkLst>
            <pc:docMk/>
            <pc:sldMk cId="1614531952" sldId="257"/>
            <ac:spMk id="19" creationId="{000D1BC9-07F3-29C9-4EB1-95820AF22C2B}"/>
          </ac:spMkLst>
        </pc:spChg>
        <pc:spChg chg="add del mod">
          <ac:chgData name="ACEM2-21 ac37822m(長岡高専)" userId="45dd5a03-675d-49d7-a16d-8a5974401386" providerId="ADAL" clId="{995BAEAC-821C-448C-A5E1-6B825DA00774}" dt="2026-08-27T05:29:44.734" v="128"/>
          <ac:spMkLst>
            <pc:docMk/>
            <pc:sldMk cId="1614531952" sldId="257"/>
            <ac:spMk id="36" creationId="{218B4D5C-3239-922F-DFEB-E91B009A18FC}"/>
          </ac:spMkLst>
        </pc:spChg>
        <pc:spChg chg="add del mod">
          <ac:chgData name="ACEM2-21 ac37822m(長岡高専)" userId="45dd5a03-675d-49d7-a16d-8a5974401386" providerId="ADAL" clId="{995BAEAC-821C-448C-A5E1-6B825DA00774}" dt="2026-08-27T05:29:44.731" v="124"/>
          <ac:spMkLst>
            <pc:docMk/>
            <pc:sldMk cId="1614531952" sldId="257"/>
            <ac:spMk id="43" creationId="{B6B4F9BD-F2A7-B2AF-AB4D-8FE520ACF730}"/>
          </ac:spMkLst>
        </pc:spChg>
        <pc:spChg chg="add del mod">
          <ac:chgData name="ACEM2-21 ac37822m(長岡高専)" userId="45dd5a03-675d-49d7-a16d-8a5974401386" providerId="ADAL" clId="{995BAEAC-821C-448C-A5E1-6B825DA00774}" dt="2026-08-27T05:29:44.734" v="130"/>
          <ac:spMkLst>
            <pc:docMk/>
            <pc:sldMk cId="1614531952" sldId="257"/>
            <ac:spMk id="45" creationId="{4BEBB498-DC85-B5E1-B19C-D9C07A644250}"/>
          </ac:spMkLst>
        </pc:spChg>
        <pc:spChg chg="add del mod">
          <ac:chgData name="ACEM2-21 ac37822m(長岡高専)" userId="45dd5a03-675d-49d7-a16d-8a5974401386" providerId="ADAL" clId="{995BAEAC-821C-448C-A5E1-6B825DA00774}" dt="2026-08-27T05:29:44.734" v="126"/>
          <ac:spMkLst>
            <pc:docMk/>
            <pc:sldMk cId="1614531952" sldId="257"/>
            <ac:spMk id="47" creationId="{8ACA72C3-9551-62E7-8B0A-6A26ED02ABA9}"/>
          </ac:spMkLst>
        </pc:spChg>
        <pc:grpChg chg="mod">
          <ac:chgData name="ACEM2-21 ac37822m(長岡高専)" userId="45dd5a03-675d-49d7-a16d-8a5974401386" providerId="ADAL" clId="{995BAEAC-821C-448C-A5E1-6B825DA00774}" dt="2026-08-27T05:27:39.163" v="92" actId="1076"/>
          <ac:grpSpMkLst>
            <pc:docMk/>
            <pc:sldMk cId="1614531952" sldId="257"/>
            <ac:grpSpMk id="15" creationId="{CE11AEB4-2085-2A47-AD57-34E18D6A8C77}"/>
          </ac:grpSpMkLst>
        </pc:grpChg>
      </pc:sldChg>
      <pc:sldChg chg="addSp delSp modSp add del mod">
        <pc:chgData name="ACEM2-21 ac37822m(長岡高専)" userId="45dd5a03-675d-49d7-a16d-8a5974401386" providerId="ADAL" clId="{995BAEAC-821C-448C-A5E1-6B825DA00774}" dt="2026-08-27T05:48:24.508" v="472" actId="2696"/>
        <pc:sldMkLst>
          <pc:docMk/>
          <pc:sldMk cId="3352009993" sldId="258"/>
        </pc:sldMkLst>
        <pc:spChg chg="add mod">
          <ac:chgData name="ACEM2-21 ac37822m(長岡高専)" userId="45dd5a03-675d-49d7-a16d-8a5974401386" providerId="ADAL" clId="{995BAEAC-821C-448C-A5E1-6B825DA00774}" dt="2026-08-27T05:40:48.234" v="348" actId="403"/>
          <ac:spMkLst>
            <pc:docMk/>
            <pc:sldMk cId="3352009993" sldId="258"/>
            <ac:spMk id="3" creationId="{5E7A2A25-13B1-C502-6E73-00BC654B930F}"/>
          </ac:spMkLst>
        </pc:spChg>
        <pc:spChg chg="add del mod">
          <ac:chgData name="ACEM2-21 ac37822m(長岡高専)" userId="45dd5a03-675d-49d7-a16d-8a5974401386" providerId="ADAL" clId="{995BAEAC-821C-448C-A5E1-6B825DA00774}" dt="2026-08-27T05:32:09.031" v="184"/>
          <ac:spMkLst>
            <pc:docMk/>
            <pc:sldMk cId="3352009993" sldId="258"/>
            <ac:spMk id="8" creationId="{5C2D0C10-C418-7809-CCCC-8050B542C4AE}"/>
          </ac:spMkLst>
        </pc:spChg>
        <pc:spChg chg="mod">
          <ac:chgData name="ACEM2-21 ac37822m(長岡高専)" userId="45dd5a03-675d-49d7-a16d-8a5974401386" providerId="ADAL" clId="{995BAEAC-821C-448C-A5E1-6B825DA00774}" dt="2026-08-27T05:32:33.336" v="185"/>
          <ac:spMkLst>
            <pc:docMk/>
            <pc:sldMk cId="3352009993" sldId="258"/>
            <ac:spMk id="11" creationId="{9090E10D-C78A-464B-2EEC-AB4D7FF28405}"/>
          </ac:spMkLst>
        </pc:spChg>
        <pc:spChg chg="add del mod">
          <ac:chgData name="ACEM2-21 ac37822m(長岡高専)" userId="45dd5a03-675d-49d7-a16d-8a5974401386" providerId="ADAL" clId="{995BAEAC-821C-448C-A5E1-6B825DA00774}" dt="2026-08-27T05:32:09.031" v="182"/>
          <ac:spMkLst>
            <pc:docMk/>
            <pc:sldMk cId="3352009993" sldId="258"/>
            <ac:spMk id="12" creationId="{7B10CBE0-5A46-327E-21C4-FC57E64E7BF6}"/>
          </ac:spMkLst>
        </pc:spChg>
      </pc:sldChg>
      <pc:sldChg chg="addSp delSp modSp add mod modNotesTx">
        <pc:chgData name="ACEM2-21 ac37822m(長岡高専)" userId="45dd5a03-675d-49d7-a16d-8a5974401386" providerId="ADAL" clId="{995BAEAC-821C-448C-A5E1-6B825DA00774}" dt="2026-08-27T07:59:21.403" v="1900" actId="20577"/>
        <pc:sldMkLst>
          <pc:docMk/>
          <pc:sldMk cId="1080048326" sldId="259"/>
        </pc:sldMkLst>
        <pc:spChg chg="add del">
          <ac:chgData name="ACEM2-21 ac37822m(長岡高専)" userId="45dd5a03-675d-49d7-a16d-8a5974401386" providerId="ADAL" clId="{995BAEAC-821C-448C-A5E1-6B825DA00774}" dt="2026-08-27T05:40:32.383" v="341" actId="22"/>
          <ac:spMkLst>
            <pc:docMk/>
            <pc:sldMk cId="1080048326" sldId="259"/>
            <ac:spMk id="3" creationId="{7292A370-FCB8-9FB4-D542-0D6B87FCCC48}"/>
          </ac:spMkLst>
        </pc:spChg>
        <pc:spChg chg="add mod">
          <ac:chgData name="ACEM2-21 ac37822m(長岡高専)" userId="45dd5a03-675d-49d7-a16d-8a5974401386" providerId="ADAL" clId="{995BAEAC-821C-448C-A5E1-6B825DA00774}" dt="2026-08-27T07:59:21.403" v="1900" actId="20577"/>
          <ac:spMkLst>
            <pc:docMk/>
            <pc:sldMk cId="1080048326" sldId="259"/>
            <ac:spMk id="8" creationId="{596D7417-DB38-06EF-2C85-B4C28082CF91}"/>
          </ac:spMkLst>
        </pc:spChg>
        <pc:spChg chg="mod">
          <ac:chgData name="ACEM2-21 ac37822m(長岡高専)" userId="45dd5a03-675d-49d7-a16d-8a5974401386" providerId="ADAL" clId="{995BAEAC-821C-448C-A5E1-6B825DA00774}" dt="2026-08-27T05:40:14.137" v="339" actId="20577"/>
          <ac:spMkLst>
            <pc:docMk/>
            <pc:sldMk cId="1080048326" sldId="259"/>
            <ac:spMk id="11" creationId="{3BB9729B-C217-E0CA-6E11-211FAB166132}"/>
          </ac:spMkLst>
        </pc:spChg>
      </pc:sldChg>
      <pc:sldChg chg="del">
        <pc:chgData name="ACEM2-21 ac37822m(長岡高専)" userId="45dd5a03-675d-49d7-a16d-8a5974401386" providerId="ADAL" clId="{995BAEAC-821C-448C-A5E1-6B825DA00774}" dt="2026-08-27T05:27:51.852" v="94" actId="2696"/>
        <pc:sldMkLst>
          <pc:docMk/>
          <pc:sldMk cId="450422527" sldId="260"/>
        </pc:sldMkLst>
      </pc:sldChg>
      <pc:sldChg chg="addSp delSp modSp add mod">
        <pc:chgData name="ACEM2-21 ac37822m(長岡高専)" userId="45dd5a03-675d-49d7-a16d-8a5974401386" providerId="ADAL" clId="{995BAEAC-821C-448C-A5E1-6B825DA00774}" dt="2026-08-27T08:12:46.728" v="2487" actId="1076"/>
        <pc:sldMkLst>
          <pc:docMk/>
          <pc:sldMk cId="1055157735" sldId="260"/>
        </pc:sldMkLst>
        <pc:spChg chg="add del">
          <ac:chgData name="ACEM2-21 ac37822m(長岡高専)" userId="45dd5a03-675d-49d7-a16d-8a5974401386" providerId="ADAL" clId="{995BAEAC-821C-448C-A5E1-6B825DA00774}" dt="2026-08-27T05:44:59.477" v="437" actId="22"/>
          <ac:spMkLst>
            <pc:docMk/>
            <pc:sldMk cId="1055157735" sldId="260"/>
            <ac:spMk id="3" creationId="{DA400F2E-22C6-7815-FA09-75A3A9812461}"/>
          </ac:spMkLst>
        </pc:spChg>
        <pc:spChg chg="mod">
          <ac:chgData name="ACEM2-21 ac37822m(長岡高専)" userId="45dd5a03-675d-49d7-a16d-8a5974401386" providerId="ADAL" clId="{995BAEAC-821C-448C-A5E1-6B825DA00774}" dt="2026-08-27T08:10:26.948" v="2410" actId="20577"/>
          <ac:spMkLst>
            <pc:docMk/>
            <pc:sldMk cId="1055157735" sldId="260"/>
            <ac:spMk id="8" creationId="{C8D01C72-CBDA-1768-0C65-44D1957DCA60}"/>
          </ac:spMkLst>
        </pc:spChg>
        <pc:spChg chg="add del">
          <ac:chgData name="ACEM2-21 ac37822m(長岡高専)" userId="45dd5a03-675d-49d7-a16d-8a5974401386" providerId="ADAL" clId="{995BAEAC-821C-448C-A5E1-6B825DA00774}" dt="2026-08-27T05:44:59.477" v="437" actId="22"/>
          <ac:spMkLst>
            <pc:docMk/>
            <pc:sldMk cId="1055157735" sldId="260"/>
            <ac:spMk id="9" creationId="{B4278E13-F28B-A13D-CF21-E65355E366E3}"/>
          </ac:spMkLst>
        </pc:spChg>
        <pc:spChg chg="mod">
          <ac:chgData name="ACEM2-21 ac37822m(長岡高専)" userId="45dd5a03-675d-49d7-a16d-8a5974401386" providerId="ADAL" clId="{995BAEAC-821C-448C-A5E1-6B825DA00774}" dt="2026-08-27T06:36:49.770" v="902" actId="20577"/>
          <ac:spMkLst>
            <pc:docMk/>
            <pc:sldMk cId="1055157735" sldId="260"/>
            <ac:spMk id="11" creationId="{AC147638-74E8-83F2-096B-2869174298A2}"/>
          </ac:spMkLst>
        </pc:spChg>
        <pc:spChg chg="add del">
          <ac:chgData name="ACEM2-21 ac37822m(長岡高専)" userId="45dd5a03-675d-49d7-a16d-8a5974401386" providerId="ADAL" clId="{995BAEAC-821C-448C-A5E1-6B825DA00774}" dt="2026-08-27T05:44:59.477" v="437" actId="22"/>
          <ac:spMkLst>
            <pc:docMk/>
            <pc:sldMk cId="1055157735" sldId="260"/>
            <ac:spMk id="19" creationId="{2C220AC1-01F3-AD5E-95A0-602662BB05FF}"/>
          </ac:spMkLst>
        </pc:spChg>
        <pc:spChg chg="add del">
          <ac:chgData name="ACEM2-21 ac37822m(長岡高専)" userId="45dd5a03-675d-49d7-a16d-8a5974401386" providerId="ADAL" clId="{995BAEAC-821C-448C-A5E1-6B825DA00774}" dt="2026-08-27T05:45:03.019" v="439" actId="22"/>
          <ac:spMkLst>
            <pc:docMk/>
            <pc:sldMk cId="1055157735" sldId="260"/>
            <ac:spMk id="36" creationId="{83D72510-8115-C55E-6E1C-2B0A29C64073}"/>
          </ac:spMkLst>
        </pc:spChg>
        <pc:spChg chg="add del">
          <ac:chgData name="ACEM2-21 ac37822m(長岡高専)" userId="45dd5a03-675d-49d7-a16d-8a5974401386" providerId="ADAL" clId="{995BAEAC-821C-448C-A5E1-6B825DA00774}" dt="2026-08-27T05:45:03.019" v="439" actId="22"/>
          <ac:spMkLst>
            <pc:docMk/>
            <pc:sldMk cId="1055157735" sldId="260"/>
            <ac:spMk id="43" creationId="{97A00C72-E187-F7E1-5DC2-DE544D682CE1}"/>
          </ac:spMkLst>
        </pc:spChg>
        <pc:spChg chg="add del">
          <ac:chgData name="ACEM2-21 ac37822m(長岡高専)" userId="45dd5a03-675d-49d7-a16d-8a5974401386" providerId="ADAL" clId="{995BAEAC-821C-448C-A5E1-6B825DA00774}" dt="2026-08-27T05:45:03.019" v="439" actId="22"/>
          <ac:spMkLst>
            <pc:docMk/>
            <pc:sldMk cId="1055157735" sldId="260"/>
            <ac:spMk id="45" creationId="{9C14E46A-0734-C5C5-D549-468516603C38}"/>
          </ac:spMkLst>
        </pc:spChg>
        <pc:spChg chg="add del mod">
          <ac:chgData name="ACEM2-21 ac37822m(長岡高専)" userId="45dd5a03-675d-49d7-a16d-8a5974401386" providerId="ADAL" clId="{995BAEAC-821C-448C-A5E1-6B825DA00774}" dt="2026-08-27T05:45:29.531" v="446" actId="21"/>
          <ac:spMkLst>
            <pc:docMk/>
            <pc:sldMk cId="1055157735" sldId="260"/>
            <ac:spMk id="47" creationId="{AD1AAC7D-289E-7675-E8B7-4883ED0C6660}"/>
          </ac:spMkLst>
        </pc:spChg>
        <pc:spChg chg="add del mod">
          <ac:chgData name="ACEM2-21 ac37822m(長岡高専)" userId="45dd5a03-675d-49d7-a16d-8a5974401386" providerId="ADAL" clId="{995BAEAC-821C-448C-A5E1-6B825DA00774}" dt="2026-08-27T05:45:29.531" v="446" actId="21"/>
          <ac:spMkLst>
            <pc:docMk/>
            <pc:sldMk cId="1055157735" sldId="260"/>
            <ac:spMk id="49" creationId="{6EFE3D53-8B33-13B2-6A64-22EF2085A9DA}"/>
          </ac:spMkLst>
        </pc:spChg>
        <pc:spChg chg="add del mod">
          <ac:chgData name="ACEM2-21 ac37822m(長岡高専)" userId="45dd5a03-675d-49d7-a16d-8a5974401386" providerId="ADAL" clId="{995BAEAC-821C-448C-A5E1-6B825DA00774}" dt="2026-08-27T05:45:29.531" v="446" actId="21"/>
          <ac:spMkLst>
            <pc:docMk/>
            <pc:sldMk cId="1055157735" sldId="260"/>
            <ac:spMk id="51" creationId="{848FBE3F-7D0A-05FF-0DF9-06216EE88153}"/>
          </ac:spMkLst>
        </pc:spChg>
        <pc:spChg chg="add mod">
          <ac:chgData name="ACEM2-21 ac37822m(長岡高専)" userId="45dd5a03-675d-49d7-a16d-8a5974401386" providerId="ADAL" clId="{995BAEAC-821C-448C-A5E1-6B825DA00774}" dt="2026-08-27T08:01:51.580" v="2019" actId="403"/>
          <ac:spMkLst>
            <pc:docMk/>
            <pc:sldMk cId="1055157735" sldId="260"/>
            <ac:spMk id="66" creationId="{56F4D455-195A-0CA6-59C6-FCEF7AB895E8}"/>
          </ac:spMkLst>
        </pc:spChg>
        <pc:spChg chg="add mod">
          <ac:chgData name="ACEM2-21 ac37822m(長岡高専)" userId="45dd5a03-675d-49d7-a16d-8a5974401386" providerId="ADAL" clId="{995BAEAC-821C-448C-A5E1-6B825DA00774}" dt="2026-08-27T08:12:44.032" v="2486" actId="1076"/>
          <ac:spMkLst>
            <pc:docMk/>
            <pc:sldMk cId="1055157735" sldId="260"/>
            <ac:spMk id="68" creationId="{CE4EA4DA-708A-2539-DA1B-E1DCF6683E0B}"/>
          </ac:spMkLst>
        </pc:spChg>
        <pc:spChg chg="add mod">
          <ac:chgData name="ACEM2-21 ac37822m(長岡高専)" userId="45dd5a03-675d-49d7-a16d-8a5974401386" providerId="ADAL" clId="{995BAEAC-821C-448C-A5E1-6B825DA00774}" dt="2026-08-27T08:08:15.844" v="2173" actId="20578"/>
          <ac:spMkLst>
            <pc:docMk/>
            <pc:sldMk cId="1055157735" sldId="260"/>
            <ac:spMk id="70" creationId="{672A73F9-74E0-F97A-2117-D691B8F3972D}"/>
          </ac:spMkLst>
        </pc:spChg>
        <pc:spChg chg="add mod">
          <ac:chgData name="ACEM2-21 ac37822m(長岡高専)" userId="45dd5a03-675d-49d7-a16d-8a5974401386" providerId="ADAL" clId="{995BAEAC-821C-448C-A5E1-6B825DA00774}" dt="2026-08-27T08:12:44.032" v="2486" actId="1076"/>
          <ac:spMkLst>
            <pc:docMk/>
            <pc:sldMk cId="1055157735" sldId="260"/>
            <ac:spMk id="72" creationId="{DA21506C-9B19-6490-A3A7-959C5053D192}"/>
          </ac:spMkLst>
        </pc:spChg>
        <pc:spChg chg="add mod">
          <ac:chgData name="ACEM2-21 ac37822m(長岡高専)" userId="45dd5a03-675d-49d7-a16d-8a5974401386" providerId="ADAL" clId="{995BAEAC-821C-448C-A5E1-6B825DA00774}" dt="2026-08-27T08:12:44.032" v="2486" actId="1076"/>
          <ac:spMkLst>
            <pc:docMk/>
            <pc:sldMk cId="1055157735" sldId="260"/>
            <ac:spMk id="74" creationId="{BB38B52C-7367-5B6E-F513-6657C0E74770}"/>
          </ac:spMkLst>
        </pc:spChg>
        <pc:spChg chg="add mod">
          <ac:chgData name="ACEM2-21 ac37822m(長岡高専)" userId="45dd5a03-675d-49d7-a16d-8a5974401386" providerId="ADAL" clId="{995BAEAC-821C-448C-A5E1-6B825DA00774}" dt="2026-08-27T08:12:44.032" v="2486" actId="1076"/>
          <ac:spMkLst>
            <pc:docMk/>
            <pc:sldMk cId="1055157735" sldId="260"/>
            <ac:spMk id="76" creationId="{D6898660-3BC6-330B-B577-BCD1B73A73F0}"/>
          </ac:spMkLst>
        </pc:spChg>
        <pc:spChg chg="add mod">
          <ac:chgData name="ACEM2-21 ac37822m(長岡高専)" userId="45dd5a03-675d-49d7-a16d-8a5974401386" providerId="ADAL" clId="{995BAEAC-821C-448C-A5E1-6B825DA00774}" dt="2026-08-27T08:12:44.032" v="2486" actId="1076"/>
          <ac:spMkLst>
            <pc:docMk/>
            <pc:sldMk cId="1055157735" sldId="260"/>
            <ac:spMk id="78" creationId="{072A197C-73CE-E770-5CEC-2381075B62A7}"/>
          </ac:spMkLst>
        </pc:spChg>
        <pc:spChg chg="add mod">
          <ac:chgData name="ACEM2-21 ac37822m(長岡高専)" userId="45dd5a03-675d-49d7-a16d-8a5974401386" providerId="ADAL" clId="{995BAEAC-821C-448C-A5E1-6B825DA00774}" dt="2026-08-27T08:12:44.032" v="2486" actId="1076"/>
          <ac:spMkLst>
            <pc:docMk/>
            <pc:sldMk cId="1055157735" sldId="260"/>
            <ac:spMk id="80" creationId="{7A0FDA31-BA45-6351-2E5D-85A2EF181871}"/>
          </ac:spMkLst>
        </pc:spChg>
        <pc:spChg chg="add mod">
          <ac:chgData name="ACEM2-21 ac37822m(長岡高専)" userId="45dd5a03-675d-49d7-a16d-8a5974401386" providerId="ADAL" clId="{995BAEAC-821C-448C-A5E1-6B825DA00774}" dt="2026-08-27T08:12:44.032" v="2486" actId="1076"/>
          <ac:spMkLst>
            <pc:docMk/>
            <pc:sldMk cId="1055157735" sldId="260"/>
            <ac:spMk id="82" creationId="{C4EFB3A5-783B-CB19-CE71-3555A3112621}"/>
          </ac:spMkLst>
        </pc:spChg>
        <pc:spChg chg="add mod">
          <ac:chgData name="ACEM2-21 ac37822m(長岡高専)" userId="45dd5a03-675d-49d7-a16d-8a5974401386" providerId="ADAL" clId="{995BAEAC-821C-448C-A5E1-6B825DA00774}" dt="2026-08-27T08:12:46.728" v="2487" actId="1076"/>
          <ac:spMkLst>
            <pc:docMk/>
            <pc:sldMk cId="1055157735" sldId="260"/>
            <ac:spMk id="84" creationId="{E8941C6E-BECC-F19B-0511-0C975E9646F3}"/>
          </ac:spMkLst>
        </pc:spChg>
        <pc:spChg chg="add mod">
          <ac:chgData name="ACEM2-21 ac37822m(長岡高専)" userId="45dd5a03-675d-49d7-a16d-8a5974401386" providerId="ADAL" clId="{995BAEAC-821C-448C-A5E1-6B825DA00774}" dt="2026-08-27T08:03:14.171" v="2034" actId="571"/>
          <ac:spMkLst>
            <pc:docMk/>
            <pc:sldMk cId="1055157735" sldId="260"/>
            <ac:spMk id="85" creationId="{0DEA3572-8506-C95C-E24F-3BE3E8FDABC6}"/>
          </ac:spMkLst>
        </pc:spChg>
        <pc:spChg chg="add mod">
          <ac:chgData name="ACEM2-21 ac37822m(長岡高専)" userId="45dd5a03-675d-49d7-a16d-8a5974401386" providerId="ADAL" clId="{995BAEAC-821C-448C-A5E1-6B825DA00774}" dt="2026-08-27T08:12:44.032" v="2486" actId="1076"/>
          <ac:spMkLst>
            <pc:docMk/>
            <pc:sldMk cId="1055157735" sldId="260"/>
            <ac:spMk id="86" creationId="{8D5CE153-158C-57A3-368D-84BA713A93A3}"/>
          </ac:spMkLst>
        </pc:spChg>
        <pc:spChg chg="add mod">
          <ac:chgData name="ACEM2-21 ac37822m(長岡高専)" userId="45dd5a03-675d-49d7-a16d-8a5974401386" providerId="ADAL" clId="{995BAEAC-821C-448C-A5E1-6B825DA00774}" dt="2026-08-27T08:12:44.032" v="2486" actId="1076"/>
          <ac:spMkLst>
            <pc:docMk/>
            <pc:sldMk cId="1055157735" sldId="260"/>
            <ac:spMk id="88" creationId="{42FC6FB7-167C-242D-6B35-98A9D310C231}"/>
          </ac:spMkLst>
        </pc:spChg>
        <pc:spChg chg="add mod">
          <ac:chgData name="ACEM2-21 ac37822m(長岡高専)" userId="45dd5a03-675d-49d7-a16d-8a5974401386" providerId="ADAL" clId="{995BAEAC-821C-448C-A5E1-6B825DA00774}" dt="2026-08-27T08:12:44.032" v="2486" actId="1076"/>
          <ac:spMkLst>
            <pc:docMk/>
            <pc:sldMk cId="1055157735" sldId="260"/>
            <ac:spMk id="90" creationId="{AC000FBC-20D8-241D-5CC4-3AFAA158765F}"/>
          </ac:spMkLst>
        </pc:spChg>
        <pc:picChg chg="add del">
          <ac:chgData name="ACEM2-21 ac37822m(長岡高専)" userId="45dd5a03-675d-49d7-a16d-8a5974401386" providerId="ADAL" clId="{995BAEAC-821C-448C-A5E1-6B825DA00774}" dt="2026-08-27T05:45:57.237" v="448" actId="22"/>
          <ac:picMkLst>
            <pc:docMk/>
            <pc:sldMk cId="1055157735" sldId="260"/>
            <ac:picMk id="53" creationId="{31CBBD55-48B9-5006-CE65-106668679678}"/>
          </ac:picMkLst>
        </pc:picChg>
        <pc:picChg chg="add del">
          <ac:chgData name="ACEM2-21 ac37822m(長岡高専)" userId="45dd5a03-675d-49d7-a16d-8a5974401386" providerId="ADAL" clId="{995BAEAC-821C-448C-A5E1-6B825DA00774}" dt="2026-08-27T05:45:57.237" v="448" actId="22"/>
          <ac:picMkLst>
            <pc:docMk/>
            <pc:sldMk cId="1055157735" sldId="260"/>
            <ac:picMk id="55" creationId="{A8E8C223-BCDC-4276-DDD1-4EF22D4FE919}"/>
          </ac:picMkLst>
        </pc:picChg>
        <pc:picChg chg="add del">
          <ac:chgData name="ACEM2-21 ac37822m(長岡高専)" userId="45dd5a03-675d-49d7-a16d-8a5974401386" providerId="ADAL" clId="{995BAEAC-821C-448C-A5E1-6B825DA00774}" dt="2026-08-27T05:45:57.237" v="448" actId="22"/>
          <ac:picMkLst>
            <pc:docMk/>
            <pc:sldMk cId="1055157735" sldId="260"/>
            <ac:picMk id="57" creationId="{E0F85279-F540-F08E-1B8D-3BAC27BC27D3}"/>
          </ac:picMkLst>
        </pc:picChg>
        <pc:picChg chg="add del mod">
          <ac:chgData name="ACEM2-21 ac37822m(長岡高専)" userId="45dd5a03-675d-49d7-a16d-8a5974401386" providerId="ADAL" clId="{995BAEAC-821C-448C-A5E1-6B825DA00774}" dt="2026-08-27T05:46:22.521" v="453" actId="21"/>
          <ac:picMkLst>
            <pc:docMk/>
            <pc:sldMk cId="1055157735" sldId="260"/>
            <ac:picMk id="59" creationId="{4337604A-8F14-7E82-989C-F081D72085D2}"/>
          </ac:picMkLst>
        </pc:picChg>
        <pc:picChg chg="del mod">
          <ac:chgData name="ACEM2-21 ac37822m(長岡高専)" userId="45dd5a03-675d-49d7-a16d-8a5974401386" providerId="ADAL" clId="{995BAEAC-821C-448C-A5E1-6B825DA00774}" dt="2026-08-27T05:46:25.555" v="454" actId="21"/>
          <ac:picMkLst>
            <pc:docMk/>
            <pc:sldMk cId="1055157735" sldId="260"/>
            <ac:picMk id="62" creationId="{8398C898-4242-6CC8-13B1-4CBA9DA6D545}"/>
          </ac:picMkLst>
        </pc:picChg>
        <pc:picChg chg="del mod">
          <ac:chgData name="ACEM2-21 ac37822m(長岡高専)" userId="45dd5a03-675d-49d7-a16d-8a5974401386" providerId="ADAL" clId="{995BAEAC-821C-448C-A5E1-6B825DA00774}" dt="2026-08-27T05:46:25.555" v="454" actId="21"/>
          <ac:picMkLst>
            <pc:docMk/>
            <pc:sldMk cId="1055157735" sldId="260"/>
            <ac:picMk id="64" creationId="{5070997E-AB1A-10C7-FCEF-5B910DF004FE}"/>
          </ac:picMkLst>
        </pc:picChg>
      </pc:sldChg>
      <pc:sldChg chg="addSp delSp modSp add mod ord">
        <pc:chgData name="ACEM2-21 ac37822m(長岡高専)" userId="45dd5a03-675d-49d7-a16d-8a5974401386" providerId="ADAL" clId="{995BAEAC-821C-448C-A5E1-6B825DA00774}" dt="2026-08-27T08:12:32.116" v="2485" actId="1076"/>
        <pc:sldMkLst>
          <pc:docMk/>
          <pc:sldMk cId="2712717103" sldId="261"/>
        </pc:sldMkLst>
        <pc:spChg chg="add mod">
          <ac:chgData name="ACEM2-21 ac37822m(長岡高専)" userId="45dd5a03-675d-49d7-a16d-8a5974401386" providerId="ADAL" clId="{995BAEAC-821C-448C-A5E1-6B825DA00774}" dt="2026-08-27T08:12:18.797" v="2481" actId="113"/>
          <ac:spMkLst>
            <pc:docMk/>
            <pc:sldMk cId="2712717103" sldId="261"/>
            <ac:spMk id="3" creationId="{B536C97C-7F56-9B94-FB59-AC30D5D066EA}"/>
          </ac:spMkLst>
        </pc:spChg>
        <pc:spChg chg="add del mod">
          <ac:chgData name="ACEM2-21 ac37822m(長岡高専)" userId="45dd5a03-675d-49d7-a16d-8a5974401386" providerId="ADAL" clId="{995BAEAC-821C-448C-A5E1-6B825DA00774}" dt="2026-08-27T07:12:21.731" v="1473" actId="21"/>
          <ac:spMkLst>
            <pc:docMk/>
            <pc:sldMk cId="2712717103" sldId="261"/>
            <ac:spMk id="7" creationId="{AA0991B3-E65D-CA30-6E9C-3864B38BD1AD}"/>
          </ac:spMkLst>
        </pc:spChg>
        <pc:spChg chg="del mod">
          <ac:chgData name="ACEM2-21 ac37822m(長岡高専)" userId="45dd5a03-675d-49d7-a16d-8a5974401386" providerId="ADAL" clId="{995BAEAC-821C-448C-A5E1-6B825DA00774}" dt="2026-08-27T05:50:51.300" v="486"/>
          <ac:spMkLst>
            <pc:docMk/>
            <pc:sldMk cId="2712717103" sldId="261"/>
            <ac:spMk id="8" creationId="{739EB744-AB16-6067-9156-2FFD34A97A93}"/>
          </ac:spMkLst>
        </pc:spChg>
        <pc:spChg chg="mod">
          <ac:chgData name="ACEM2-21 ac37822m(長岡高専)" userId="45dd5a03-675d-49d7-a16d-8a5974401386" providerId="ADAL" clId="{995BAEAC-821C-448C-A5E1-6B825DA00774}" dt="2026-08-27T05:51:02.824" v="506" actId="20577"/>
          <ac:spMkLst>
            <pc:docMk/>
            <pc:sldMk cId="2712717103" sldId="261"/>
            <ac:spMk id="11" creationId="{91B4097F-F4DE-7614-E244-523CB55123A3}"/>
          </ac:spMkLst>
        </pc:spChg>
        <pc:spChg chg="add mod">
          <ac:chgData name="ACEM2-21 ac37822m(長岡高専)" userId="45dd5a03-675d-49d7-a16d-8a5974401386" providerId="ADAL" clId="{995BAEAC-821C-448C-A5E1-6B825DA00774}" dt="2026-08-27T08:11:27.570" v="2432" actId="1076"/>
          <ac:spMkLst>
            <pc:docMk/>
            <pc:sldMk cId="2712717103" sldId="261"/>
            <ac:spMk id="12" creationId="{0226D204-1000-FB7D-DEB6-DED1B3B14525}"/>
          </ac:spMkLst>
        </pc:spChg>
        <pc:spChg chg="mod">
          <ac:chgData name="ACEM2-21 ac37822m(長岡高専)" userId="45dd5a03-675d-49d7-a16d-8a5974401386" providerId="ADAL" clId="{995BAEAC-821C-448C-A5E1-6B825DA00774}" dt="2026-08-27T06:38:09.882" v="915" actId="1076"/>
          <ac:spMkLst>
            <pc:docMk/>
            <pc:sldMk cId="2712717103" sldId="261"/>
            <ac:spMk id="18" creationId="{1ED8F2BC-DE32-2573-842D-0BE7CD68BE92}"/>
          </ac:spMkLst>
        </pc:spChg>
        <pc:spChg chg="mod">
          <ac:chgData name="ACEM2-21 ac37822m(長岡高専)" userId="45dd5a03-675d-49d7-a16d-8a5974401386" providerId="ADAL" clId="{995BAEAC-821C-448C-A5E1-6B825DA00774}" dt="2026-08-27T08:07:48.349" v="2171" actId="207"/>
          <ac:spMkLst>
            <pc:docMk/>
            <pc:sldMk cId="2712717103" sldId="261"/>
            <ac:spMk id="43" creationId="{70289AF4-8101-9CA7-9C92-1EB6F0F7FEB8}"/>
          </ac:spMkLst>
        </pc:spChg>
        <pc:spChg chg="mod">
          <ac:chgData name="ACEM2-21 ac37822m(長岡高専)" userId="45dd5a03-675d-49d7-a16d-8a5974401386" providerId="ADAL" clId="{995BAEAC-821C-448C-A5E1-6B825DA00774}" dt="2026-08-27T08:07:48.349" v="2171" actId="207"/>
          <ac:spMkLst>
            <pc:docMk/>
            <pc:sldMk cId="2712717103" sldId="261"/>
            <ac:spMk id="44" creationId="{E6617186-5B5A-FD44-9FA9-6C258FD79536}"/>
          </ac:spMkLst>
        </pc:spChg>
        <pc:spChg chg="add mod">
          <ac:chgData name="ACEM2-21 ac37822m(長岡高専)" userId="45dd5a03-675d-49d7-a16d-8a5974401386" providerId="ADAL" clId="{995BAEAC-821C-448C-A5E1-6B825DA00774}" dt="2026-08-27T08:11:27.570" v="2432" actId="1076"/>
          <ac:spMkLst>
            <pc:docMk/>
            <pc:sldMk cId="2712717103" sldId="261"/>
            <ac:spMk id="50" creationId="{52C0885E-08AB-E0F2-0C3F-D656F76CEB64}"/>
          </ac:spMkLst>
        </pc:spChg>
        <pc:spChg chg="add del mod">
          <ac:chgData name="ACEM2-21 ac37822m(長岡高専)" userId="45dd5a03-675d-49d7-a16d-8a5974401386" providerId="ADAL" clId="{995BAEAC-821C-448C-A5E1-6B825DA00774}" dt="2026-08-27T08:10:38.069" v="2416"/>
          <ac:spMkLst>
            <pc:docMk/>
            <pc:sldMk cId="2712717103" sldId="261"/>
            <ac:spMk id="52" creationId="{01A0F366-C120-C2DE-7EDA-93D46EED3974}"/>
          </ac:spMkLst>
        </pc:spChg>
        <pc:spChg chg="del">
          <ac:chgData name="ACEM2-21 ac37822m(長岡高専)" userId="45dd5a03-675d-49d7-a16d-8a5974401386" providerId="ADAL" clId="{995BAEAC-821C-448C-A5E1-6B825DA00774}" dt="2026-08-27T05:49:31.248" v="473" actId="21"/>
          <ac:spMkLst>
            <pc:docMk/>
            <pc:sldMk cId="2712717103" sldId="261"/>
            <ac:spMk id="66" creationId="{3326780E-03BA-B505-C608-174B9A6CD36A}"/>
          </ac:spMkLst>
        </pc:spChg>
        <pc:spChg chg="del">
          <ac:chgData name="ACEM2-21 ac37822m(長岡高専)" userId="45dd5a03-675d-49d7-a16d-8a5974401386" providerId="ADAL" clId="{995BAEAC-821C-448C-A5E1-6B825DA00774}" dt="2026-08-27T05:49:31.248" v="473" actId="21"/>
          <ac:spMkLst>
            <pc:docMk/>
            <pc:sldMk cId="2712717103" sldId="261"/>
            <ac:spMk id="68" creationId="{AAF77EF8-65AB-6BE2-A4B5-DDFCFC419268}"/>
          </ac:spMkLst>
        </pc:spChg>
        <pc:spChg chg="del">
          <ac:chgData name="ACEM2-21 ac37822m(長岡高専)" userId="45dd5a03-675d-49d7-a16d-8a5974401386" providerId="ADAL" clId="{995BAEAC-821C-448C-A5E1-6B825DA00774}" dt="2026-08-27T05:49:31.248" v="473" actId="21"/>
          <ac:spMkLst>
            <pc:docMk/>
            <pc:sldMk cId="2712717103" sldId="261"/>
            <ac:spMk id="70" creationId="{90242CA9-F257-C230-FD4D-974DDCD5D4F0}"/>
          </ac:spMkLst>
        </pc:spChg>
        <pc:spChg chg="del">
          <ac:chgData name="ACEM2-21 ac37822m(長岡高専)" userId="45dd5a03-675d-49d7-a16d-8a5974401386" providerId="ADAL" clId="{995BAEAC-821C-448C-A5E1-6B825DA00774}" dt="2026-08-27T05:49:31.248" v="473" actId="21"/>
          <ac:spMkLst>
            <pc:docMk/>
            <pc:sldMk cId="2712717103" sldId="261"/>
            <ac:spMk id="72" creationId="{2C993E59-A428-09B9-5C4C-F331FEACF979}"/>
          </ac:spMkLst>
        </pc:spChg>
        <pc:spChg chg="del">
          <ac:chgData name="ACEM2-21 ac37822m(長岡高専)" userId="45dd5a03-675d-49d7-a16d-8a5974401386" providerId="ADAL" clId="{995BAEAC-821C-448C-A5E1-6B825DA00774}" dt="2026-08-27T05:49:31.248" v="473" actId="21"/>
          <ac:spMkLst>
            <pc:docMk/>
            <pc:sldMk cId="2712717103" sldId="261"/>
            <ac:spMk id="74" creationId="{9B02E511-D913-9652-C2B8-DB6513B125D5}"/>
          </ac:spMkLst>
        </pc:spChg>
        <pc:spChg chg="del">
          <ac:chgData name="ACEM2-21 ac37822m(長岡高専)" userId="45dd5a03-675d-49d7-a16d-8a5974401386" providerId="ADAL" clId="{995BAEAC-821C-448C-A5E1-6B825DA00774}" dt="2026-08-27T05:49:31.248" v="473" actId="21"/>
          <ac:spMkLst>
            <pc:docMk/>
            <pc:sldMk cId="2712717103" sldId="261"/>
            <ac:spMk id="76" creationId="{CA88E173-7236-B0D9-6CAF-F958210439E2}"/>
          </ac:spMkLst>
        </pc:spChg>
        <pc:spChg chg="del">
          <ac:chgData name="ACEM2-21 ac37822m(長岡高専)" userId="45dd5a03-675d-49d7-a16d-8a5974401386" providerId="ADAL" clId="{995BAEAC-821C-448C-A5E1-6B825DA00774}" dt="2026-08-27T05:49:31.248" v="473" actId="21"/>
          <ac:spMkLst>
            <pc:docMk/>
            <pc:sldMk cId="2712717103" sldId="261"/>
            <ac:spMk id="78" creationId="{B162D893-EE79-E6D1-6355-661F66725A4A}"/>
          </ac:spMkLst>
        </pc:spChg>
        <pc:spChg chg="del">
          <ac:chgData name="ACEM2-21 ac37822m(長岡高専)" userId="45dd5a03-675d-49d7-a16d-8a5974401386" providerId="ADAL" clId="{995BAEAC-821C-448C-A5E1-6B825DA00774}" dt="2026-08-27T05:49:31.248" v="473" actId="21"/>
          <ac:spMkLst>
            <pc:docMk/>
            <pc:sldMk cId="2712717103" sldId="261"/>
            <ac:spMk id="80" creationId="{AF275E63-1B65-8B9A-B3AA-5AECC0F7DA8E}"/>
          </ac:spMkLst>
        </pc:spChg>
        <pc:spChg chg="del">
          <ac:chgData name="ACEM2-21 ac37822m(長岡高専)" userId="45dd5a03-675d-49d7-a16d-8a5974401386" providerId="ADAL" clId="{995BAEAC-821C-448C-A5E1-6B825DA00774}" dt="2026-08-27T05:49:31.248" v="473" actId="21"/>
          <ac:spMkLst>
            <pc:docMk/>
            <pc:sldMk cId="2712717103" sldId="261"/>
            <ac:spMk id="82" creationId="{A3310E57-3C65-BFE6-9CC2-0FB01B014612}"/>
          </ac:spMkLst>
        </pc:spChg>
        <pc:grpChg chg="add mod">
          <ac:chgData name="ACEM2-21 ac37822m(長岡高専)" userId="45dd5a03-675d-49d7-a16d-8a5974401386" providerId="ADAL" clId="{995BAEAC-821C-448C-A5E1-6B825DA00774}" dt="2026-08-27T08:12:29.618" v="2484" actId="14100"/>
          <ac:grpSpMkLst>
            <pc:docMk/>
            <pc:sldMk cId="2712717103" sldId="261"/>
            <ac:grpSpMk id="36" creationId="{F0049436-56F1-A961-8F07-F7FC92828F94}"/>
          </ac:grpSpMkLst>
        </pc:grpChg>
        <pc:picChg chg="add del mod">
          <ac:chgData name="ACEM2-21 ac37822m(長岡高専)" userId="45dd5a03-675d-49d7-a16d-8a5974401386" providerId="ADAL" clId="{995BAEAC-821C-448C-A5E1-6B825DA00774}" dt="2026-08-27T07:12:45" v="1476" actId="21"/>
          <ac:picMkLst>
            <pc:docMk/>
            <pc:sldMk cId="2712717103" sldId="261"/>
            <ac:picMk id="35" creationId="{3F8F8886-FE87-C4DF-44F1-6A69883D1A8F}"/>
          </ac:picMkLst>
        </pc:picChg>
        <pc:picChg chg="mod">
          <ac:chgData name="ACEM2-21 ac37822m(長岡高専)" userId="45dd5a03-675d-49d7-a16d-8a5974401386" providerId="ADAL" clId="{995BAEAC-821C-448C-A5E1-6B825DA00774}" dt="2026-08-27T07:12:41.934" v="1475"/>
          <ac:picMkLst>
            <pc:docMk/>
            <pc:sldMk cId="2712717103" sldId="261"/>
            <ac:picMk id="42" creationId="{09AC1799-4821-BBCD-27E2-90421F7BA6B1}"/>
          </ac:picMkLst>
        </pc:picChg>
        <pc:picChg chg="add del mod">
          <ac:chgData name="ACEM2-21 ac37822m(長岡高専)" userId="45dd5a03-675d-49d7-a16d-8a5974401386" providerId="ADAL" clId="{995BAEAC-821C-448C-A5E1-6B825DA00774}" dt="2026-08-27T07:18:50.635" v="1502" actId="21"/>
          <ac:picMkLst>
            <pc:docMk/>
            <pc:sldMk cId="2712717103" sldId="261"/>
            <ac:picMk id="46" creationId="{0BB93BE9-836D-A320-E8A4-F5971CE5D935}"/>
          </ac:picMkLst>
        </pc:picChg>
        <pc:picChg chg="add mod">
          <ac:chgData name="ACEM2-21 ac37822m(長岡高専)" userId="45dd5a03-675d-49d7-a16d-8a5974401386" providerId="ADAL" clId="{995BAEAC-821C-448C-A5E1-6B825DA00774}" dt="2026-08-27T08:12:32.116" v="2485" actId="1076"/>
          <ac:picMkLst>
            <pc:docMk/>
            <pc:sldMk cId="2712717103" sldId="261"/>
            <ac:picMk id="48" creationId="{C416D623-A2BA-BEBA-96D8-2B1DC9CEC280}"/>
          </ac:picMkLst>
        </pc:picChg>
      </pc:sldChg>
      <pc:sldChg chg="delSp modSp add mod">
        <pc:chgData name="ACEM2-21 ac37822m(長岡高専)" userId="45dd5a03-675d-49d7-a16d-8a5974401386" providerId="ADAL" clId="{995BAEAC-821C-448C-A5E1-6B825DA00774}" dt="2026-08-27T06:45:59.383" v="1408"/>
        <pc:sldMkLst>
          <pc:docMk/>
          <pc:sldMk cId="642173746" sldId="262"/>
        </pc:sldMkLst>
        <pc:spChg chg="del mod">
          <ac:chgData name="ACEM2-21 ac37822m(長岡高専)" userId="45dd5a03-675d-49d7-a16d-8a5974401386" providerId="ADAL" clId="{995BAEAC-821C-448C-A5E1-6B825DA00774}" dt="2026-08-27T06:45:59.383" v="1408"/>
          <ac:spMkLst>
            <pc:docMk/>
            <pc:sldMk cId="642173746" sldId="262"/>
            <ac:spMk id="8" creationId="{25E20BEC-F8BA-1F3A-66FB-81F3FDD1A6EC}"/>
          </ac:spMkLst>
        </pc:spChg>
        <pc:spChg chg="mod">
          <ac:chgData name="ACEM2-21 ac37822m(長岡高専)" userId="45dd5a03-675d-49d7-a16d-8a5974401386" providerId="ADAL" clId="{995BAEAC-821C-448C-A5E1-6B825DA00774}" dt="2026-08-27T05:50:16.114" v="483" actId="20577"/>
          <ac:spMkLst>
            <pc:docMk/>
            <pc:sldMk cId="642173746" sldId="262"/>
            <ac:spMk id="11" creationId="{9E5FE734-2C81-70A9-D956-53DD4D6CA57F}"/>
          </ac:spMkLst>
        </pc:spChg>
      </pc:sldChg>
      <pc:sldChg chg="del">
        <pc:chgData name="ACEM2-21 ac37822m(長岡高専)" userId="45dd5a03-675d-49d7-a16d-8a5974401386" providerId="ADAL" clId="{995BAEAC-821C-448C-A5E1-6B825DA00774}" dt="2026-08-27T05:27:51.852" v="94" actId="2696"/>
        <pc:sldMkLst>
          <pc:docMk/>
          <pc:sldMk cId="175231786" sldId="263"/>
        </pc:sldMkLst>
      </pc:sldChg>
      <pc:sldChg chg="delSp modSp add mod">
        <pc:chgData name="ACEM2-21 ac37822m(長岡高専)" userId="45dd5a03-675d-49d7-a16d-8a5974401386" providerId="ADAL" clId="{995BAEAC-821C-448C-A5E1-6B825DA00774}" dt="2026-08-27T17:00:25.892" v="2721" actId="20577"/>
        <pc:sldMkLst>
          <pc:docMk/>
          <pc:sldMk cId="683892195" sldId="263"/>
        </pc:sldMkLst>
        <pc:spChg chg="mod">
          <ac:chgData name="ACEM2-21 ac37822m(長岡高専)" userId="45dd5a03-675d-49d7-a16d-8a5974401386" providerId="ADAL" clId="{995BAEAC-821C-448C-A5E1-6B825DA00774}" dt="2026-08-27T17:00:25.892" v="2721" actId="20577"/>
          <ac:spMkLst>
            <pc:docMk/>
            <pc:sldMk cId="683892195" sldId="263"/>
            <ac:spMk id="3" creationId="{9110F28A-CA9B-779F-0836-DA711CD3014F}"/>
          </ac:spMkLst>
        </pc:spChg>
        <pc:spChg chg="del">
          <ac:chgData name="ACEM2-21 ac37822m(長岡高専)" userId="45dd5a03-675d-49d7-a16d-8a5974401386" providerId="ADAL" clId="{995BAEAC-821C-448C-A5E1-6B825DA00774}" dt="2026-08-27T06:45:04.700" v="1402" actId="21"/>
          <ac:spMkLst>
            <pc:docMk/>
            <pc:sldMk cId="683892195" sldId="263"/>
            <ac:spMk id="7" creationId="{D5499882-DE34-ED07-94FA-5D149584F9F1}"/>
          </ac:spMkLst>
        </pc:spChg>
        <pc:spChg chg="mod">
          <ac:chgData name="ACEM2-21 ac37822m(長岡高専)" userId="45dd5a03-675d-49d7-a16d-8a5974401386" providerId="ADAL" clId="{995BAEAC-821C-448C-A5E1-6B825DA00774}" dt="2026-08-27T06:47:20.876" v="1444" actId="20577"/>
          <ac:spMkLst>
            <pc:docMk/>
            <pc:sldMk cId="683892195" sldId="263"/>
            <ac:spMk id="11" creationId="{1873C7D6-14F4-DE90-DBA0-3C748C542061}"/>
          </ac:spMkLst>
        </pc:spChg>
        <pc:spChg chg="del">
          <ac:chgData name="ACEM2-21 ac37822m(長岡高専)" userId="45dd5a03-675d-49d7-a16d-8a5974401386" providerId="ADAL" clId="{995BAEAC-821C-448C-A5E1-6B825DA00774}" dt="2026-08-27T06:45:04.700" v="1402" actId="21"/>
          <ac:spMkLst>
            <pc:docMk/>
            <pc:sldMk cId="683892195" sldId="263"/>
            <ac:spMk id="12" creationId="{AE6D7AD4-B5FB-E80C-9BB6-B84589E325E3}"/>
          </ac:spMkLst>
        </pc:spChg>
      </pc:sldChg>
      <pc:sldChg chg="modSp add mod">
        <pc:chgData name="ACEM2-21 ac37822m(長岡高専)" userId="45dd5a03-675d-49d7-a16d-8a5974401386" providerId="ADAL" clId="{995BAEAC-821C-448C-A5E1-6B825DA00774}" dt="2026-08-27T06:47:02.845" v="1442" actId="20577"/>
        <pc:sldMkLst>
          <pc:docMk/>
          <pc:sldMk cId="148588569" sldId="264"/>
        </pc:sldMkLst>
        <pc:spChg chg="mod">
          <ac:chgData name="ACEM2-21 ac37822m(長岡高専)" userId="45dd5a03-675d-49d7-a16d-8a5974401386" providerId="ADAL" clId="{995BAEAC-821C-448C-A5E1-6B825DA00774}" dt="2026-08-27T06:47:02.845" v="1442" actId="20577"/>
          <ac:spMkLst>
            <pc:docMk/>
            <pc:sldMk cId="148588569" sldId="264"/>
            <ac:spMk id="3" creationId="{5715F52B-15FA-5D2F-23F6-7670C155FF01}"/>
          </ac:spMkLst>
        </pc:spChg>
      </pc:sldChg>
      <pc:sldChg chg="del">
        <pc:chgData name="ACEM2-21 ac37822m(長岡高専)" userId="45dd5a03-675d-49d7-a16d-8a5974401386" providerId="ADAL" clId="{995BAEAC-821C-448C-A5E1-6B825DA00774}" dt="2026-08-27T05:27:51.852" v="94" actId="2696"/>
        <pc:sldMkLst>
          <pc:docMk/>
          <pc:sldMk cId="599783351" sldId="265"/>
        </pc:sldMkLst>
      </pc:sldChg>
      <pc:sldChg chg="modSp add mod">
        <pc:chgData name="ACEM2-21 ac37822m(長岡高専)" userId="45dd5a03-675d-49d7-a16d-8a5974401386" providerId="ADAL" clId="{995BAEAC-821C-448C-A5E1-6B825DA00774}" dt="2026-08-27T06:47:25.415" v="1445" actId="20577"/>
        <pc:sldMkLst>
          <pc:docMk/>
          <pc:sldMk cId="1165569296" sldId="265"/>
        </pc:sldMkLst>
        <pc:spChg chg="mod">
          <ac:chgData name="ACEM2-21 ac37822m(長岡高専)" userId="45dd5a03-675d-49d7-a16d-8a5974401386" providerId="ADAL" clId="{995BAEAC-821C-448C-A5E1-6B825DA00774}" dt="2026-08-27T06:46:55.504" v="1427" actId="20577"/>
          <ac:spMkLst>
            <pc:docMk/>
            <pc:sldMk cId="1165569296" sldId="265"/>
            <ac:spMk id="3" creationId="{51797F81-CB45-697A-9322-B015CD69C4BD}"/>
          </ac:spMkLst>
        </pc:spChg>
        <pc:spChg chg="mod">
          <ac:chgData name="ACEM2-21 ac37822m(長岡高専)" userId="45dd5a03-675d-49d7-a16d-8a5974401386" providerId="ADAL" clId="{995BAEAC-821C-448C-A5E1-6B825DA00774}" dt="2026-08-27T06:47:25.415" v="1445" actId="20577"/>
          <ac:spMkLst>
            <pc:docMk/>
            <pc:sldMk cId="1165569296" sldId="265"/>
            <ac:spMk id="11" creationId="{9AE5B853-51DB-58DC-F276-B9E4F6716CE1}"/>
          </ac:spMkLst>
        </pc:spChg>
      </pc:sldChg>
      <pc:sldChg chg="modSp add mod">
        <pc:chgData name="ACEM2-21 ac37822m(長岡高専)" userId="45dd5a03-675d-49d7-a16d-8a5974401386" providerId="ADAL" clId="{995BAEAC-821C-448C-A5E1-6B825DA00774}" dt="2026-08-27T06:47:45.398" v="1449" actId="20577"/>
        <pc:sldMkLst>
          <pc:docMk/>
          <pc:sldMk cId="1578321219" sldId="266"/>
        </pc:sldMkLst>
        <pc:spChg chg="mod">
          <ac:chgData name="ACEM2-21 ac37822m(長岡高専)" userId="45dd5a03-675d-49d7-a16d-8a5974401386" providerId="ADAL" clId="{995BAEAC-821C-448C-A5E1-6B825DA00774}" dt="2026-08-27T06:46:58.848" v="1435" actId="20577"/>
          <ac:spMkLst>
            <pc:docMk/>
            <pc:sldMk cId="1578321219" sldId="266"/>
            <ac:spMk id="3" creationId="{3802E31C-8F6B-DF03-DF2C-7DE164EEEE5A}"/>
          </ac:spMkLst>
        </pc:spChg>
        <pc:spChg chg="mod">
          <ac:chgData name="ACEM2-21 ac37822m(長岡高専)" userId="45dd5a03-675d-49d7-a16d-8a5974401386" providerId="ADAL" clId="{995BAEAC-821C-448C-A5E1-6B825DA00774}" dt="2026-08-27T06:47:45.398" v="1449" actId="20577"/>
          <ac:spMkLst>
            <pc:docMk/>
            <pc:sldMk cId="1578321219" sldId="266"/>
            <ac:spMk id="11" creationId="{FD94D171-437F-84EB-FB8C-B6ADAF6C0BAF}"/>
          </ac:spMkLst>
        </pc:spChg>
      </pc:sldChg>
      <pc:sldChg chg="del">
        <pc:chgData name="ACEM2-21 ac37822m(長岡高専)" userId="45dd5a03-675d-49d7-a16d-8a5974401386" providerId="ADAL" clId="{995BAEAC-821C-448C-A5E1-6B825DA00774}" dt="2026-08-27T05:27:51.852" v="94" actId="2696"/>
        <pc:sldMkLst>
          <pc:docMk/>
          <pc:sldMk cId="2949795941" sldId="267"/>
        </pc:sldMkLst>
      </pc:sldChg>
      <pc:sldChg chg="addSp delSp modSp add mod">
        <pc:chgData name="ACEM2-21 ac37822m(長岡高専)" userId="45dd5a03-675d-49d7-a16d-8a5974401386" providerId="ADAL" clId="{995BAEAC-821C-448C-A5E1-6B825DA00774}" dt="2026-08-27T07:21:04.026" v="1533" actId="1076"/>
        <pc:sldMkLst>
          <pc:docMk/>
          <pc:sldMk cId="3400072852" sldId="267"/>
        </pc:sldMkLst>
        <pc:spChg chg="mod">
          <ac:chgData name="ACEM2-21 ac37822m(長岡高専)" userId="45dd5a03-675d-49d7-a16d-8a5974401386" providerId="ADAL" clId="{995BAEAC-821C-448C-A5E1-6B825DA00774}" dt="2026-08-27T07:20:11.842" v="1532" actId="20577"/>
          <ac:spMkLst>
            <pc:docMk/>
            <pc:sldMk cId="3400072852" sldId="267"/>
            <ac:spMk id="3" creationId="{23904EA7-31DB-C476-4AA8-1F030E901D0B}"/>
          </ac:spMkLst>
        </pc:spChg>
        <pc:spChg chg="del">
          <ac:chgData name="ACEM2-21 ac37822m(長岡高専)" userId="45dd5a03-675d-49d7-a16d-8a5974401386" providerId="ADAL" clId="{995BAEAC-821C-448C-A5E1-6B825DA00774}" dt="2026-08-27T07:19:03.984" v="1505" actId="21"/>
          <ac:spMkLst>
            <pc:docMk/>
            <pc:sldMk cId="3400072852" sldId="267"/>
            <ac:spMk id="12" creationId="{F7E3F081-6C1F-BB82-B786-87789DF96CA9}"/>
          </ac:spMkLst>
        </pc:spChg>
        <pc:grpChg chg="del">
          <ac:chgData name="ACEM2-21 ac37822m(長岡高専)" userId="45dd5a03-675d-49d7-a16d-8a5974401386" providerId="ADAL" clId="{995BAEAC-821C-448C-A5E1-6B825DA00774}" dt="2026-08-27T07:19:03.984" v="1505" actId="21"/>
          <ac:grpSpMkLst>
            <pc:docMk/>
            <pc:sldMk cId="3400072852" sldId="267"/>
            <ac:grpSpMk id="36" creationId="{40481F2B-A6CB-7C61-136A-6FCD125B9B6F}"/>
          </ac:grpSpMkLst>
        </pc:grpChg>
        <pc:picChg chg="add del mod">
          <ac:chgData name="ACEM2-21 ac37822m(長岡高専)" userId="45dd5a03-675d-49d7-a16d-8a5974401386" providerId="ADAL" clId="{995BAEAC-821C-448C-A5E1-6B825DA00774}" dt="2026-08-27T07:21:04.026" v="1533" actId="1076"/>
          <ac:picMkLst>
            <pc:docMk/>
            <pc:sldMk cId="3400072852" sldId="267"/>
            <ac:picMk id="46" creationId="{2A04B653-AB5A-88B5-1040-A0F6B0CE5F78}"/>
          </ac:picMkLst>
        </pc:picChg>
      </pc:sldChg>
      <pc:sldChg chg="delSp modSp add del mod">
        <pc:chgData name="ACEM2-21 ac37822m(長岡高専)" userId="45dd5a03-675d-49d7-a16d-8a5974401386" providerId="ADAL" clId="{995BAEAC-821C-448C-A5E1-6B825DA00774}" dt="2026-08-27T07:21:31.377" v="1536" actId="2696"/>
        <pc:sldMkLst>
          <pc:docMk/>
          <pc:sldMk cId="1820529984" sldId="268"/>
        </pc:sldMkLst>
        <pc:spChg chg="mod">
          <ac:chgData name="ACEM2-21 ac37822m(長岡高専)" userId="45dd5a03-675d-49d7-a16d-8a5974401386" providerId="ADAL" clId="{995BAEAC-821C-448C-A5E1-6B825DA00774}" dt="2026-08-27T07:21:23.681" v="1535" actId="20577"/>
          <ac:spMkLst>
            <pc:docMk/>
            <pc:sldMk cId="1820529984" sldId="268"/>
            <ac:spMk id="3" creationId="{618FC043-93F4-7F57-286E-0473924D0275}"/>
          </ac:spMkLst>
        </pc:spChg>
        <pc:spChg chg="del">
          <ac:chgData name="ACEM2-21 ac37822m(長岡高専)" userId="45dd5a03-675d-49d7-a16d-8a5974401386" providerId="ADAL" clId="{995BAEAC-821C-448C-A5E1-6B825DA00774}" dt="2026-08-27T07:17:36.542" v="1501" actId="21"/>
          <ac:spMkLst>
            <pc:docMk/>
            <pc:sldMk cId="1820529984" sldId="268"/>
            <ac:spMk id="12" creationId="{CAF9D46A-BABC-36CA-158A-CEA24FA7DC41}"/>
          </ac:spMkLst>
        </pc:spChg>
        <pc:grpChg chg="del mod">
          <ac:chgData name="ACEM2-21 ac37822m(長岡高専)" userId="45dd5a03-675d-49d7-a16d-8a5974401386" providerId="ADAL" clId="{995BAEAC-821C-448C-A5E1-6B825DA00774}" dt="2026-08-27T07:17:36.542" v="1501" actId="21"/>
          <ac:grpSpMkLst>
            <pc:docMk/>
            <pc:sldMk cId="1820529984" sldId="268"/>
            <ac:grpSpMk id="36" creationId="{2EE6EDA3-A026-967C-05ED-A04FC1EFEE03}"/>
          </ac:grpSpMkLst>
        </pc:grpChg>
        <pc:picChg chg="del mod">
          <ac:chgData name="ACEM2-21 ac37822m(長岡高専)" userId="45dd5a03-675d-49d7-a16d-8a5974401386" providerId="ADAL" clId="{995BAEAC-821C-448C-A5E1-6B825DA00774}" dt="2026-08-27T07:17:36.542" v="1501" actId="21"/>
          <ac:picMkLst>
            <pc:docMk/>
            <pc:sldMk cId="1820529984" sldId="268"/>
            <ac:picMk id="46" creationId="{EB2B5E93-3127-71F1-0D74-F21BEADB3A8C}"/>
          </ac:picMkLst>
        </pc:picChg>
      </pc:sldChg>
      <pc:sldChg chg="modSp mod">
        <pc:chgData name="ACEM2-21 ac37822m(長岡高専)" userId="45dd5a03-675d-49d7-a16d-8a5974401386" providerId="ADAL" clId="{995BAEAC-821C-448C-A5E1-6B825DA00774}" dt="2026-08-27T17:01:16.934" v="2805" actId="20577"/>
        <pc:sldMkLst>
          <pc:docMk/>
          <pc:sldMk cId="3630399525" sldId="268"/>
        </pc:sldMkLst>
        <pc:spChg chg="mod">
          <ac:chgData name="ACEM2-21 ac37822m(長岡高専)" userId="45dd5a03-675d-49d7-a16d-8a5974401386" providerId="ADAL" clId="{995BAEAC-821C-448C-A5E1-6B825DA00774}" dt="2026-08-27T17:01:16.934" v="2805" actId="20577"/>
          <ac:spMkLst>
            <pc:docMk/>
            <pc:sldMk cId="3630399525" sldId="268"/>
            <ac:spMk id="3" creationId="{7E9B7D47-1870-8229-8CBE-909BEDF1AE23}"/>
          </ac:spMkLst>
        </pc:spChg>
      </pc:sldChg>
    </pc:docChg>
  </pc:docChgLst>
  <pc:docChgLst>
    <pc:chgData name="ACEM2-21 ac37822m(長岡高専)" userId="45dd5a03-675d-49d7-a16d-8a5974401386" providerId="ADAL" clId="{27FE6A37-5C74-4966-8564-B51DD8B2CFF0}"/>
    <pc:docChg chg="undo custSel addSld delSld modSld">
      <pc:chgData name="ACEM2-21 ac37822m(長岡高専)" userId="45dd5a03-675d-49d7-a16d-8a5974401386" providerId="ADAL" clId="{27FE6A37-5C74-4966-8564-B51DD8B2CFF0}" dt="2026-08-27T13:24:01.371" v="1107" actId="20577"/>
      <pc:docMkLst>
        <pc:docMk/>
      </pc:docMkLst>
      <pc:sldChg chg="modSp mod">
        <pc:chgData name="ACEM2-21 ac37822m(長岡高専)" userId="45dd5a03-675d-49d7-a16d-8a5974401386" providerId="ADAL" clId="{27FE6A37-5C74-4966-8564-B51DD8B2CFF0}" dt="2026-08-27T13:04:26.034" v="288" actId="20577"/>
        <pc:sldMkLst>
          <pc:docMk/>
          <pc:sldMk cId="4039511945" sldId="256"/>
        </pc:sldMkLst>
        <pc:spChg chg="mod">
          <ac:chgData name="ACEM2-21 ac37822m(長岡高専)" userId="45dd5a03-675d-49d7-a16d-8a5974401386" providerId="ADAL" clId="{27FE6A37-5C74-4966-8564-B51DD8B2CFF0}" dt="2026-08-27T13:04:26.034" v="288" actId="20577"/>
          <ac:spMkLst>
            <pc:docMk/>
            <pc:sldMk cId="4039511945" sldId="256"/>
            <ac:spMk id="4" creationId="{9E517A19-D6AC-4410-95AD-6AB703636F6A}"/>
          </ac:spMkLst>
        </pc:spChg>
      </pc:sldChg>
      <pc:sldChg chg="addSp delSp modSp mod">
        <pc:chgData name="ACEM2-21 ac37822m(長岡高専)" userId="45dd5a03-675d-49d7-a16d-8a5974401386" providerId="ADAL" clId="{27FE6A37-5C74-4966-8564-B51DD8B2CFF0}" dt="2026-08-27T13:12:11.350" v="574" actId="1076"/>
        <pc:sldMkLst>
          <pc:docMk/>
          <pc:sldMk cId="1614531952" sldId="257"/>
        </pc:sldMkLst>
        <pc:spChg chg="add mod">
          <ac:chgData name="ACEM2-21 ac37822m(長岡高専)" userId="45dd5a03-675d-49d7-a16d-8a5974401386" providerId="ADAL" clId="{27FE6A37-5C74-4966-8564-B51DD8B2CFF0}" dt="2026-08-27T13:09:28.258" v="529" actId="1076"/>
          <ac:spMkLst>
            <pc:docMk/>
            <pc:sldMk cId="1614531952" sldId="257"/>
            <ac:spMk id="3" creationId="{12923F6C-C236-E4DE-A958-F1EE6F51E25F}"/>
          </ac:spMkLst>
        </pc:spChg>
        <pc:spChg chg="del mod">
          <ac:chgData name="ACEM2-21 ac37822m(長岡高専)" userId="45dd5a03-675d-49d7-a16d-8a5974401386" providerId="ADAL" clId="{27FE6A37-5C74-4966-8564-B51DD8B2CFF0}" dt="2026-08-27T13:04:32.599" v="290" actId="478"/>
          <ac:spMkLst>
            <pc:docMk/>
            <pc:sldMk cId="1614531952" sldId="257"/>
            <ac:spMk id="4" creationId="{26593CAF-FB17-517D-B5F6-A4D3F39C27B9}"/>
          </ac:spMkLst>
        </pc:spChg>
        <pc:spChg chg="del">
          <ac:chgData name="ACEM2-21 ac37822m(長岡高専)" userId="45dd5a03-675d-49d7-a16d-8a5974401386" providerId="ADAL" clId="{27FE6A37-5C74-4966-8564-B51DD8B2CFF0}" dt="2026-08-27T13:03:32.992" v="263" actId="21"/>
          <ac:spMkLst>
            <pc:docMk/>
            <pc:sldMk cId="1614531952" sldId="257"/>
            <ac:spMk id="5" creationId="{60FBA7A2-C32E-42E0-CCD3-6861EB1BEEAA}"/>
          </ac:spMkLst>
        </pc:spChg>
        <pc:spChg chg="add mod">
          <ac:chgData name="ACEM2-21 ac37822m(長岡高専)" userId="45dd5a03-675d-49d7-a16d-8a5974401386" providerId="ADAL" clId="{27FE6A37-5C74-4966-8564-B51DD8B2CFF0}" dt="2026-08-27T13:04:09.886" v="273"/>
          <ac:spMkLst>
            <pc:docMk/>
            <pc:sldMk cId="1614531952" sldId="257"/>
            <ac:spMk id="8" creationId="{D9C44998-A6BB-6683-5482-E7B9211408C7}"/>
          </ac:spMkLst>
        </pc:spChg>
        <pc:spChg chg="mod">
          <ac:chgData name="ACEM2-21 ac37822m(長岡高専)" userId="45dd5a03-675d-49d7-a16d-8a5974401386" providerId="ADAL" clId="{27FE6A37-5C74-4966-8564-B51DD8B2CFF0}" dt="2026-08-27T13:12:11.350" v="574" actId="1076"/>
          <ac:spMkLst>
            <pc:docMk/>
            <pc:sldMk cId="1614531952" sldId="257"/>
            <ac:spMk id="9" creationId="{EF829B69-4BE3-6BE4-CA40-1DF293AB198C}"/>
          </ac:spMkLst>
        </pc:spChg>
        <pc:spChg chg="add mod">
          <ac:chgData name="ACEM2-21 ac37822m(長岡高専)" userId="45dd5a03-675d-49d7-a16d-8a5974401386" providerId="ADAL" clId="{27FE6A37-5C74-4966-8564-B51DD8B2CFF0}" dt="2026-08-27T13:04:57.296" v="300"/>
          <ac:spMkLst>
            <pc:docMk/>
            <pc:sldMk cId="1614531952" sldId="257"/>
            <ac:spMk id="12" creationId="{3B673A7B-A2B6-248C-CC5F-AE7FA993CB52}"/>
          </ac:spMkLst>
        </pc:spChg>
        <pc:spChg chg="mod">
          <ac:chgData name="ACEM2-21 ac37822m(長岡高専)" userId="45dd5a03-675d-49d7-a16d-8a5974401386" providerId="ADAL" clId="{27FE6A37-5C74-4966-8564-B51DD8B2CFF0}" dt="2026-08-27T12:51:04.426" v="33" actId="165"/>
          <ac:spMkLst>
            <pc:docMk/>
            <pc:sldMk cId="1614531952" sldId="257"/>
            <ac:spMk id="17" creationId="{B06E5D19-8A83-AF9D-84DA-689064E00033}"/>
          </ac:spMkLst>
        </pc:spChg>
        <pc:spChg chg="mod">
          <ac:chgData name="ACEM2-21 ac37822m(長岡高専)" userId="45dd5a03-675d-49d7-a16d-8a5974401386" providerId="ADAL" clId="{27FE6A37-5C74-4966-8564-B51DD8B2CFF0}" dt="2026-08-27T12:51:54.749" v="66" actId="404"/>
          <ac:spMkLst>
            <pc:docMk/>
            <pc:sldMk cId="1614531952" sldId="257"/>
            <ac:spMk id="18" creationId="{A4D793F4-5A1F-7434-571E-E18FD4712A3D}"/>
          </ac:spMkLst>
        </pc:spChg>
        <pc:spChg chg="mod topLvl">
          <ac:chgData name="ACEM2-21 ac37822m(長岡高専)" userId="45dd5a03-675d-49d7-a16d-8a5974401386" providerId="ADAL" clId="{27FE6A37-5C74-4966-8564-B51DD8B2CFF0}" dt="2026-08-27T13:03:19.953" v="261" actId="164"/>
          <ac:spMkLst>
            <pc:docMk/>
            <pc:sldMk cId="1614531952" sldId="257"/>
            <ac:spMk id="20" creationId="{7F7F6181-C643-AAAF-AEC8-E15A70BD9755}"/>
          </ac:spMkLst>
        </pc:spChg>
        <pc:spChg chg="del mod topLvl">
          <ac:chgData name="ACEM2-21 ac37822m(長岡高専)" userId="45dd5a03-675d-49d7-a16d-8a5974401386" providerId="ADAL" clId="{27FE6A37-5C74-4966-8564-B51DD8B2CFF0}" dt="2026-08-27T12:51:37.807" v="58" actId="21"/>
          <ac:spMkLst>
            <pc:docMk/>
            <pc:sldMk cId="1614531952" sldId="257"/>
            <ac:spMk id="40" creationId="{FFF0239F-847D-1256-5787-2F8EBB431B25}"/>
          </ac:spMkLst>
        </pc:spChg>
        <pc:spChg chg="del mod topLvl">
          <ac:chgData name="ACEM2-21 ac37822m(長岡高専)" userId="45dd5a03-675d-49d7-a16d-8a5974401386" providerId="ADAL" clId="{27FE6A37-5C74-4966-8564-B51DD8B2CFF0}" dt="2026-08-27T12:51:35.880" v="57" actId="21"/>
          <ac:spMkLst>
            <pc:docMk/>
            <pc:sldMk cId="1614531952" sldId="257"/>
            <ac:spMk id="41" creationId="{67B6E151-5532-91BD-95F3-E422FE2C1FDB}"/>
          </ac:spMkLst>
        </pc:spChg>
        <pc:spChg chg="mod topLvl">
          <ac:chgData name="ACEM2-21 ac37822m(長岡高専)" userId="45dd5a03-675d-49d7-a16d-8a5974401386" providerId="ADAL" clId="{27FE6A37-5C74-4966-8564-B51DD8B2CFF0}" dt="2026-08-27T13:03:19.953" v="261" actId="164"/>
          <ac:spMkLst>
            <pc:docMk/>
            <pc:sldMk cId="1614531952" sldId="257"/>
            <ac:spMk id="61" creationId="{110A89B7-1DB8-733D-4807-57C43E7D82CD}"/>
          </ac:spMkLst>
        </pc:spChg>
        <pc:grpChg chg="add mod">
          <ac:chgData name="ACEM2-21 ac37822m(長岡高専)" userId="45dd5a03-675d-49d7-a16d-8a5974401386" providerId="ADAL" clId="{27FE6A37-5C74-4966-8564-B51DD8B2CFF0}" dt="2026-08-27T13:09:21.591" v="527" actId="1076"/>
          <ac:grpSpMkLst>
            <pc:docMk/>
            <pc:sldMk cId="1614531952" sldId="257"/>
            <ac:grpSpMk id="7" creationId="{662D2841-6813-C8EA-2B89-08C07FD60042}"/>
          </ac:grpSpMkLst>
        </pc:grpChg>
        <pc:grpChg chg="mod topLvl">
          <ac:chgData name="ACEM2-21 ac37822m(長岡高専)" userId="45dd5a03-675d-49d7-a16d-8a5974401386" providerId="ADAL" clId="{27FE6A37-5C74-4966-8564-B51DD8B2CFF0}" dt="2026-08-27T13:03:19.953" v="261" actId="164"/>
          <ac:grpSpMkLst>
            <pc:docMk/>
            <pc:sldMk cId="1614531952" sldId="257"/>
            <ac:grpSpMk id="13" creationId="{D198C248-8387-B1B8-9D3F-861041F59592}"/>
          </ac:grpSpMkLst>
        </pc:grpChg>
        <pc:grpChg chg="del mod topLvl">
          <ac:chgData name="ACEM2-21 ac37822m(長岡高専)" userId="45dd5a03-675d-49d7-a16d-8a5974401386" providerId="ADAL" clId="{27FE6A37-5C74-4966-8564-B51DD8B2CFF0}" dt="2026-08-27T12:51:04.426" v="33" actId="165"/>
          <ac:grpSpMkLst>
            <pc:docMk/>
            <pc:sldMk cId="1614531952" sldId="257"/>
            <ac:grpSpMk id="14" creationId="{C91CEE9D-2C7D-A8DF-9391-29C091DACC7A}"/>
          </ac:grpSpMkLst>
        </pc:grpChg>
        <pc:grpChg chg="del mod">
          <ac:chgData name="ACEM2-21 ac37822m(長岡高専)" userId="45dd5a03-675d-49d7-a16d-8a5974401386" providerId="ADAL" clId="{27FE6A37-5C74-4966-8564-B51DD8B2CFF0}" dt="2026-08-27T12:50:57.611" v="30" actId="165"/>
          <ac:grpSpMkLst>
            <pc:docMk/>
            <pc:sldMk cId="1614531952" sldId="257"/>
            <ac:grpSpMk id="15" creationId="{CE11AEB4-2085-2A47-AD57-34E18D6A8C77}"/>
          </ac:grpSpMkLst>
        </pc:grpChg>
        <pc:grpChg chg="mod">
          <ac:chgData name="ACEM2-21 ac37822m(長岡高専)" userId="45dd5a03-675d-49d7-a16d-8a5974401386" providerId="ADAL" clId="{27FE6A37-5C74-4966-8564-B51DD8B2CFF0}" dt="2026-08-27T12:51:04.426" v="33" actId="165"/>
          <ac:grpSpMkLst>
            <pc:docMk/>
            <pc:sldMk cId="1614531952" sldId="257"/>
            <ac:grpSpMk id="16" creationId="{4B4FD0D9-611E-4C00-3935-FB1567A10461}"/>
          </ac:grpSpMkLst>
        </pc:grpChg>
        <pc:grpChg chg="mod topLvl">
          <ac:chgData name="ACEM2-21 ac37822m(長岡高専)" userId="45dd5a03-675d-49d7-a16d-8a5974401386" providerId="ADAL" clId="{27FE6A37-5C74-4966-8564-B51DD8B2CFF0}" dt="2026-08-27T13:03:19.953" v="261" actId="164"/>
          <ac:grpSpMkLst>
            <pc:docMk/>
            <pc:sldMk cId="1614531952" sldId="257"/>
            <ac:grpSpMk id="39" creationId="{EC2BACAF-0DCD-599C-5DD4-CD009F160B6F}"/>
          </ac:grpSpMkLst>
        </pc:grpChg>
        <pc:picChg chg="mod">
          <ac:chgData name="ACEM2-21 ac37822m(長岡高専)" userId="45dd5a03-675d-49d7-a16d-8a5974401386" providerId="ADAL" clId="{27FE6A37-5C74-4966-8564-B51DD8B2CFF0}" dt="2026-08-27T12:51:04.426" v="33" actId="165"/>
          <ac:picMkLst>
            <pc:docMk/>
            <pc:sldMk cId="1614531952" sldId="257"/>
            <ac:picMk id="38" creationId="{96DAF670-F4E4-B7B2-5DFF-0ED5E1598EDB}"/>
          </ac:picMkLst>
        </pc:picChg>
      </pc:sldChg>
      <pc:sldChg chg="addSp delSp modSp mod">
        <pc:chgData name="ACEM2-21 ac37822m(長岡高専)" userId="45dd5a03-675d-49d7-a16d-8a5974401386" providerId="ADAL" clId="{27FE6A37-5C74-4966-8564-B51DD8B2CFF0}" dt="2026-08-27T13:13:39.592" v="611" actId="1076"/>
        <pc:sldMkLst>
          <pc:docMk/>
          <pc:sldMk cId="1080048326" sldId="259"/>
        </pc:sldMkLst>
        <pc:spChg chg="add mod">
          <ac:chgData name="ACEM2-21 ac37822m(長岡高専)" userId="45dd5a03-675d-49d7-a16d-8a5974401386" providerId="ADAL" clId="{27FE6A37-5C74-4966-8564-B51DD8B2CFF0}" dt="2026-08-27T13:04:10.614" v="274"/>
          <ac:spMkLst>
            <pc:docMk/>
            <pc:sldMk cId="1080048326" sldId="259"/>
            <ac:spMk id="2" creationId="{092445F2-4BD3-D150-8EA1-82FE245FCFE1}"/>
          </ac:spMkLst>
        </pc:spChg>
        <pc:spChg chg="add mod">
          <ac:chgData name="ACEM2-21 ac37822m(長岡高専)" userId="45dd5a03-675d-49d7-a16d-8a5974401386" providerId="ADAL" clId="{27FE6A37-5C74-4966-8564-B51DD8B2CFF0}" dt="2026-08-27T13:04:57.950" v="301"/>
          <ac:spMkLst>
            <pc:docMk/>
            <pc:sldMk cId="1080048326" sldId="259"/>
            <ac:spMk id="3" creationId="{5082E45B-14E4-75F4-8A22-784CE22500A4}"/>
          </ac:spMkLst>
        </pc:spChg>
        <pc:spChg chg="del">
          <ac:chgData name="ACEM2-21 ac37822m(長岡高専)" userId="45dd5a03-675d-49d7-a16d-8a5974401386" providerId="ADAL" clId="{27FE6A37-5C74-4966-8564-B51DD8B2CFF0}" dt="2026-08-27T13:04:34.763" v="291" actId="478"/>
          <ac:spMkLst>
            <pc:docMk/>
            <pc:sldMk cId="1080048326" sldId="259"/>
            <ac:spMk id="4" creationId="{9C527D23-DAB3-FA34-7C70-512CDF4106CD}"/>
          </ac:spMkLst>
        </pc:spChg>
        <pc:spChg chg="del">
          <ac:chgData name="ACEM2-21 ac37822m(長岡高専)" userId="45dd5a03-675d-49d7-a16d-8a5974401386" providerId="ADAL" clId="{27FE6A37-5C74-4966-8564-B51DD8B2CFF0}" dt="2026-08-27T13:03:37.283" v="264" actId="21"/>
          <ac:spMkLst>
            <pc:docMk/>
            <pc:sldMk cId="1080048326" sldId="259"/>
            <ac:spMk id="5" creationId="{EC5E8884-BF78-2ABD-02D1-0053090D0C1E}"/>
          </ac:spMkLst>
        </pc:spChg>
        <pc:spChg chg="mod">
          <ac:chgData name="ACEM2-21 ac37822m(長岡高専)" userId="45dd5a03-675d-49d7-a16d-8a5974401386" providerId="ADAL" clId="{27FE6A37-5C74-4966-8564-B51DD8B2CFF0}" dt="2026-08-27T13:13:39.592" v="611" actId="1076"/>
          <ac:spMkLst>
            <pc:docMk/>
            <pc:sldMk cId="1080048326" sldId="259"/>
            <ac:spMk id="8" creationId="{596D7417-DB38-06EF-2C85-B4C28082CF91}"/>
          </ac:spMkLst>
        </pc:spChg>
        <pc:grpChg chg="del">
          <ac:chgData name="ACEM2-21 ac37822m(長岡高専)" userId="45dd5a03-675d-49d7-a16d-8a5974401386" providerId="ADAL" clId="{27FE6A37-5C74-4966-8564-B51DD8B2CFF0}" dt="2026-08-27T12:54:10.285" v="259" actId="21"/>
          <ac:grpSpMkLst>
            <pc:docMk/>
            <pc:sldMk cId="1080048326" sldId="259"/>
            <ac:grpSpMk id="15" creationId="{49E19115-B83D-99B7-4BE4-43B95CE7ACEA}"/>
          </ac:grpSpMkLst>
        </pc:grpChg>
      </pc:sldChg>
      <pc:sldChg chg="addSp delSp modSp mod">
        <pc:chgData name="ACEM2-21 ac37822m(長岡高専)" userId="45dd5a03-675d-49d7-a16d-8a5974401386" providerId="ADAL" clId="{27FE6A37-5C74-4966-8564-B51DD8B2CFF0}" dt="2026-08-27T13:24:01.371" v="1107" actId="20577"/>
        <pc:sldMkLst>
          <pc:docMk/>
          <pc:sldMk cId="1055157735" sldId="260"/>
        </pc:sldMkLst>
        <pc:spChg chg="add mod">
          <ac:chgData name="ACEM2-21 ac37822m(長岡高専)" userId="45dd5a03-675d-49d7-a16d-8a5974401386" providerId="ADAL" clId="{27FE6A37-5C74-4966-8564-B51DD8B2CFF0}" dt="2026-08-27T13:04:11.362" v="275"/>
          <ac:spMkLst>
            <pc:docMk/>
            <pc:sldMk cId="1055157735" sldId="260"/>
            <ac:spMk id="2" creationId="{35ED4072-AF16-FDB2-129E-DDBC8DA231BF}"/>
          </ac:spMkLst>
        </pc:spChg>
        <pc:spChg chg="add mod">
          <ac:chgData name="ACEM2-21 ac37822m(長岡高専)" userId="45dd5a03-675d-49d7-a16d-8a5974401386" providerId="ADAL" clId="{27FE6A37-5C74-4966-8564-B51DD8B2CFF0}" dt="2026-08-27T13:04:58.672" v="302"/>
          <ac:spMkLst>
            <pc:docMk/>
            <pc:sldMk cId="1055157735" sldId="260"/>
            <ac:spMk id="3" creationId="{924003C7-F022-1A66-9B84-3F2CF60600D8}"/>
          </ac:spMkLst>
        </pc:spChg>
        <pc:spChg chg="del">
          <ac:chgData name="ACEM2-21 ac37822m(長岡高専)" userId="45dd5a03-675d-49d7-a16d-8a5974401386" providerId="ADAL" clId="{27FE6A37-5C74-4966-8564-B51DD8B2CFF0}" dt="2026-08-27T13:04:38.592" v="292" actId="478"/>
          <ac:spMkLst>
            <pc:docMk/>
            <pc:sldMk cId="1055157735" sldId="260"/>
            <ac:spMk id="4" creationId="{70E1265A-B72E-F7A7-DF6A-4C5CE68E4E0F}"/>
          </ac:spMkLst>
        </pc:spChg>
        <pc:spChg chg="del">
          <ac:chgData name="ACEM2-21 ac37822m(長岡高専)" userId="45dd5a03-675d-49d7-a16d-8a5974401386" providerId="ADAL" clId="{27FE6A37-5C74-4966-8564-B51DD8B2CFF0}" dt="2026-08-27T13:03:41.437" v="265" actId="21"/>
          <ac:spMkLst>
            <pc:docMk/>
            <pc:sldMk cId="1055157735" sldId="260"/>
            <ac:spMk id="5" creationId="{E01C6CE4-1091-A9B9-BC89-33773E0081E1}"/>
          </ac:spMkLst>
        </pc:spChg>
        <pc:spChg chg="del mod">
          <ac:chgData name="ACEM2-21 ac37822m(長岡高専)" userId="45dd5a03-675d-49d7-a16d-8a5974401386" providerId="ADAL" clId="{27FE6A37-5C74-4966-8564-B51DD8B2CFF0}" dt="2026-08-27T13:10:18.388" v="536" actId="21"/>
          <ac:spMkLst>
            <pc:docMk/>
            <pc:sldMk cId="1055157735" sldId="260"/>
            <ac:spMk id="8" creationId="{C8D01C72-CBDA-1768-0C65-44D1957DCA60}"/>
          </ac:spMkLst>
        </pc:spChg>
        <pc:spChg chg="mod">
          <ac:chgData name="ACEM2-21 ac37822m(長岡高専)" userId="45dd5a03-675d-49d7-a16d-8a5974401386" providerId="ADAL" clId="{27FE6A37-5C74-4966-8564-B51DD8B2CFF0}" dt="2026-08-27T13:10:53.178" v="562"/>
          <ac:spMkLst>
            <pc:docMk/>
            <pc:sldMk cId="1055157735" sldId="260"/>
            <ac:spMk id="11" creationId="{AC147638-74E8-83F2-096B-2869174298A2}"/>
          </ac:spMkLst>
        </pc:spChg>
        <pc:spChg chg="mod">
          <ac:chgData name="ACEM2-21 ac37822m(長岡高専)" userId="45dd5a03-675d-49d7-a16d-8a5974401386" providerId="ADAL" clId="{27FE6A37-5C74-4966-8564-B51DD8B2CFF0}" dt="2026-08-27T13:13:54.481" v="614" actId="1076"/>
          <ac:spMkLst>
            <pc:docMk/>
            <pc:sldMk cId="1055157735" sldId="260"/>
            <ac:spMk id="68" creationId="{CE4EA4DA-708A-2539-DA1B-E1DCF6683E0B}"/>
          </ac:spMkLst>
        </pc:spChg>
        <pc:spChg chg="mod">
          <ac:chgData name="ACEM2-21 ac37822m(長岡高専)" userId="45dd5a03-675d-49d7-a16d-8a5974401386" providerId="ADAL" clId="{27FE6A37-5C74-4966-8564-B51DD8B2CFF0}" dt="2026-08-27T13:13:54.481" v="614" actId="1076"/>
          <ac:spMkLst>
            <pc:docMk/>
            <pc:sldMk cId="1055157735" sldId="260"/>
            <ac:spMk id="70" creationId="{672A73F9-74E0-F97A-2117-D691B8F3972D}"/>
          </ac:spMkLst>
        </pc:spChg>
        <pc:spChg chg="mod">
          <ac:chgData name="ACEM2-21 ac37822m(長岡高専)" userId="45dd5a03-675d-49d7-a16d-8a5974401386" providerId="ADAL" clId="{27FE6A37-5C74-4966-8564-B51DD8B2CFF0}" dt="2026-08-27T13:13:54.481" v="614" actId="1076"/>
          <ac:spMkLst>
            <pc:docMk/>
            <pc:sldMk cId="1055157735" sldId="260"/>
            <ac:spMk id="72" creationId="{DA21506C-9B19-6490-A3A7-959C5053D192}"/>
          </ac:spMkLst>
        </pc:spChg>
        <pc:spChg chg="mod">
          <ac:chgData name="ACEM2-21 ac37822m(長岡高専)" userId="45dd5a03-675d-49d7-a16d-8a5974401386" providerId="ADAL" clId="{27FE6A37-5C74-4966-8564-B51DD8B2CFF0}" dt="2026-08-27T13:13:54.481" v="614" actId="1076"/>
          <ac:spMkLst>
            <pc:docMk/>
            <pc:sldMk cId="1055157735" sldId="260"/>
            <ac:spMk id="74" creationId="{BB38B52C-7367-5B6E-F513-6657C0E74770}"/>
          </ac:spMkLst>
        </pc:spChg>
        <pc:spChg chg="mod">
          <ac:chgData name="ACEM2-21 ac37822m(長岡高専)" userId="45dd5a03-675d-49d7-a16d-8a5974401386" providerId="ADAL" clId="{27FE6A37-5C74-4966-8564-B51DD8B2CFF0}" dt="2026-08-27T13:13:54.481" v="614" actId="1076"/>
          <ac:spMkLst>
            <pc:docMk/>
            <pc:sldMk cId="1055157735" sldId="260"/>
            <ac:spMk id="76" creationId="{D6898660-3BC6-330B-B577-BCD1B73A73F0}"/>
          </ac:spMkLst>
        </pc:spChg>
        <pc:spChg chg="mod">
          <ac:chgData name="ACEM2-21 ac37822m(長岡高専)" userId="45dd5a03-675d-49d7-a16d-8a5974401386" providerId="ADAL" clId="{27FE6A37-5C74-4966-8564-B51DD8B2CFF0}" dt="2026-08-27T13:13:54.481" v="614" actId="1076"/>
          <ac:spMkLst>
            <pc:docMk/>
            <pc:sldMk cId="1055157735" sldId="260"/>
            <ac:spMk id="80" creationId="{7A0FDA31-BA45-6351-2E5D-85A2EF181871}"/>
          </ac:spMkLst>
        </pc:spChg>
        <pc:spChg chg="mod">
          <ac:chgData name="ACEM2-21 ac37822m(長岡高専)" userId="45dd5a03-675d-49d7-a16d-8a5974401386" providerId="ADAL" clId="{27FE6A37-5C74-4966-8564-B51DD8B2CFF0}" dt="2026-08-27T13:24:01.371" v="1107" actId="20577"/>
          <ac:spMkLst>
            <pc:docMk/>
            <pc:sldMk cId="1055157735" sldId="260"/>
            <ac:spMk id="84" creationId="{E8941C6E-BECC-F19B-0511-0C975E9646F3}"/>
          </ac:spMkLst>
        </pc:spChg>
        <pc:spChg chg="mod">
          <ac:chgData name="ACEM2-21 ac37822m(長岡高専)" userId="45dd5a03-675d-49d7-a16d-8a5974401386" providerId="ADAL" clId="{27FE6A37-5C74-4966-8564-B51DD8B2CFF0}" dt="2026-08-27T13:13:54.481" v="614" actId="1076"/>
          <ac:spMkLst>
            <pc:docMk/>
            <pc:sldMk cId="1055157735" sldId="260"/>
            <ac:spMk id="86" creationId="{8D5CE153-158C-57A3-368D-84BA713A93A3}"/>
          </ac:spMkLst>
        </pc:spChg>
        <pc:spChg chg="mod">
          <ac:chgData name="ACEM2-21 ac37822m(長岡高専)" userId="45dd5a03-675d-49d7-a16d-8a5974401386" providerId="ADAL" clId="{27FE6A37-5C74-4966-8564-B51DD8B2CFF0}" dt="2026-08-27T13:13:54.481" v="614" actId="1076"/>
          <ac:spMkLst>
            <pc:docMk/>
            <pc:sldMk cId="1055157735" sldId="260"/>
            <ac:spMk id="88" creationId="{42FC6FB7-167C-242D-6B35-98A9D310C231}"/>
          </ac:spMkLst>
        </pc:spChg>
        <pc:spChg chg="mod">
          <ac:chgData name="ACEM2-21 ac37822m(長岡高専)" userId="45dd5a03-675d-49d7-a16d-8a5974401386" providerId="ADAL" clId="{27FE6A37-5C74-4966-8564-B51DD8B2CFF0}" dt="2026-08-27T13:13:54.481" v="614" actId="1076"/>
          <ac:spMkLst>
            <pc:docMk/>
            <pc:sldMk cId="1055157735" sldId="260"/>
            <ac:spMk id="90" creationId="{AC000FBC-20D8-241D-5CC4-3AFAA158765F}"/>
          </ac:spMkLst>
        </pc:spChg>
        <pc:grpChg chg="del">
          <ac:chgData name="ACEM2-21 ac37822m(長岡高専)" userId="45dd5a03-675d-49d7-a16d-8a5974401386" providerId="ADAL" clId="{27FE6A37-5C74-4966-8564-B51DD8B2CFF0}" dt="2026-08-27T13:21:10.744" v="1051" actId="21"/>
          <ac:grpSpMkLst>
            <pc:docMk/>
            <pc:sldMk cId="1055157735" sldId="260"/>
            <ac:grpSpMk id="15" creationId="{61EDE956-3AD8-D24D-A216-A56C0C44009B}"/>
          </ac:grpSpMkLst>
        </pc:grpChg>
      </pc:sldChg>
      <pc:sldChg chg="addSp delSp modSp mod modNotesTx">
        <pc:chgData name="ACEM2-21 ac37822m(長岡高専)" userId="45dd5a03-675d-49d7-a16d-8a5974401386" providerId="ADAL" clId="{27FE6A37-5C74-4966-8564-B51DD8B2CFF0}" dt="2026-08-27T13:23:23.511" v="1102" actId="207"/>
        <pc:sldMkLst>
          <pc:docMk/>
          <pc:sldMk cId="2712717103" sldId="261"/>
        </pc:sldMkLst>
        <pc:spChg chg="add mod">
          <ac:chgData name="ACEM2-21 ac37822m(長岡高専)" userId="45dd5a03-675d-49d7-a16d-8a5974401386" providerId="ADAL" clId="{27FE6A37-5C74-4966-8564-B51DD8B2CFF0}" dt="2026-08-27T13:04:12.031" v="276"/>
          <ac:spMkLst>
            <pc:docMk/>
            <pc:sldMk cId="2712717103" sldId="261"/>
            <ac:spMk id="2" creationId="{4C010968-A70A-6840-463C-91341CD1493D}"/>
          </ac:spMkLst>
        </pc:spChg>
        <pc:spChg chg="mod">
          <ac:chgData name="ACEM2-21 ac37822m(長岡高専)" userId="45dd5a03-675d-49d7-a16d-8a5974401386" providerId="ADAL" clId="{27FE6A37-5C74-4966-8564-B51DD8B2CFF0}" dt="2026-08-27T13:17:35.591" v="806" actId="20577"/>
          <ac:spMkLst>
            <pc:docMk/>
            <pc:sldMk cId="2712717103" sldId="261"/>
            <ac:spMk id="3" creationId="{B536C97C-7F56-9B94-FB59-AC30D5D066EA}"/>
          </ac:spMkLst>
        </pc:spChg>
        <pc:spChg chg="del">
          <ac:chgData name="ACEM2-21 ac37822m(長岡高専)" userId="45dd5a03-675d-49d7-a16d-8a5974401386" providerId="ADAL" clId="{27FE6A37-5C74-4966-8564-B51DD8B2CFF0}" dt="2026-08-27T13:04:41.099" v="293" actId="478"/>
          <ac:spMkLst>
            <pc:docMk/>
            <pc:sldMk cId="2712717103" sldId="261"/>
            <ac:spMk id="4" creationId="{DFE76CD6-385A-051D-4BF9-B9F27AB3AAE1}"/>
          </ac:spMkLst>
        </pc:spChg>
        <pc:spChg chg="del">
          <ac:chgData name="ACEM2-21 ac37822m(長岡高専)" userId="45dd5a03-675d-49d7-a16d-8a5974401386" providerId="ADAL" clId="{27FE6A37-5C74-4966-8564-B51DD8B2CFF0}" dt="2026-08-27T13:03:44.080" v="266" actId="21"/>
          <ac:spMkLst>
            <pc:docMk/>
            <pc:sldMk cId="2712717103" sldId="261"/>
            <ac:spMk id="5" creationId="{ADCABC6C-9BB8-56EF-DB8B-6C0E73F55E88}"/>
          </ac:spMkLst>
        </pc:spChg>
        <pc:spChg chg="add mod">
          <ac:chgData name="ACEM2-21 ac37822m(長岡高専)" userId="45dd5a03-675d-49d7-a16d-8a5974401386" providerId="ADAL" clId="{27FE6A37-5C74-4966-8564-B51DD8B2CFF0}" dt="2026-08-27T13:04:59.265" v="303"/>
          <ac:spMkLst>
            <pc:docMk/>
            <pc:sldMk cId="2712717103" sldId="261"/>
            <ac:spMk id="7" creationId="{AA3A0A67-C733-9F44-8C06-C6AB39D2A328}"/>
          </ac:spMkLst>
        </pc:spChg>
        <pc:spChg chg="mod">
          <ac:chgData name="ACEM2-21 ac37822m(長岡高専)" userId="45dd5a03-675d-49d7-a16d-8a5974401386" providerId="ADAL" clId="{27FE6A37-5C74-4966-8564-B51DD8B2CFF0}" dt="2026-08-27T13:17:47.764" v="808" actId="1076"/>
          <ac:spMkLst>
            <pc:docMk/>
            <pc:sldMk cId="2712717103" sldId="261"/>
            <ac:spMk id="12" creationId="{0226D204-1000-FB7D-DEB6-DED1B3B14525}"/>
          </ac:spMkLst>
        </pc:spChg>
        <pc:spChg chg="mod">
          <ac:chgData name="ACEM2-21 ac37822m(長岡高専)" userId="45dd5a03-675d-49d7-a16d-8a5974401386" providerId="ADAL" clId="{27FE6A37-5C74-4966-8564-B51DD8B2CFF0}" dt="2026-08-27T13:23:23.511" v="1102" actId="207"/>
          <ac:spMkLst>
            <pc:docMk/>
            <pc:sldMk cId="2712717103" sldId="261"/>
            <ac:spMk id="43" creationId="{70289AF4-8101-9CA7-9C92-1EB6F0F7FEB8}"/>
          </ac:spMkLst>
        </pc:spChg>
        <pc:spChg chg="mod">
          <ac:chgData name="ACEM2-21 ac37822m(長岡高専)" userId="45dd5a03-675d-49d7-a16d-8a5974401386" providerId="ADAL" clId="{27FE6A37-5C74-4966-8564-B51DD8B2CFF0}" dt="2026-08-27T13:23:23.511" v="1102" actId="207"/>
          <ac:spMkLst>
            <pc:docMk/>
            <pc:sldMk cId="2712717103" sldId="261"/>
            <ac:spMk id="44" creationId="{E6617186-5B5A-FD44-9FA9-6C258FD79536}"/>
          </ac:spMkLst>
        </pc:spChg>
        <pc:spChg chg="mod">
          <ac:chgData name="ACEM2-21 ac37822m(長岡高専)" userId="45dd5a03-675d-49d7-a16d-8a5974401386" providerId="ADAL" clId="{27FE6A37-5C74-4966-8564-B51DD8B2CFF0}" dt="2026-08-27T13:17:47.764" v="808" actId="1076"/>
          <ac:spMkLst>
            <pc:docMk/>
            <pc:sldMk cId="2712717103" sldId="261"/>
            <ac:spMk id="50" creationId="{52C0885E-08AB-E0F2-0C3F-D656F76CEB64}"/>
          </ac:spMkLst>
        </pc:spChg>
        <pc:grpChg chg="del">
          <ac:chgData name="ACEM2-21 ac37822m(長岡高専)" userId="45dd5a03-675d-49d7-a16d-8a5974401386" providerId="ADAL" clId="{27FE6A37-5C74-4966-8564-B51DD8B2CFF0}" dt="2026-08-27T13:21:13.046" v="1052" actId="21"/>
          <ac:grpSpMkLst>
            <pc:docMk/>
            <pc:sldMk cId="2712717103" sldId="261"/>
            <ac:grpSpMk id="15" creationId="{26378161-8643-6B02-4ABC-4F0C91831489}"/>
          </ac:grpSpMkLst>
        </pc:grpChg>
        <pc:grpChg chg="mod">
          <ac:chgData name="ACEM2-21 ac37822m(長岡高専)" userId="45dd5a03-675d-49d7-a16d-8a5974401386" providerId="ADAL" clId="{27FE6A37-5C74-4966-8564-B51DD8B2CFF0}" dt="2026-08-27T13:22:48.305" v="1100" actId="1076"/>
          <ac:grpSpMkLst>
            <pc:docMk/>
            <pc:sldMk cId="2712717103" sldId="261"/>
            <ac:grpSpMk id="36" creationId="{F0049436-56F1-A961-8F07-F7FC92828F94}"/>
          </ac:grpSpMkLst>
        </pc:grpChg>
        <pc:picChg chg="mod modCrop">
          <ac:chgData name="ACEM2-21 ac37822m(長岡高専)" userId="45dd5a03-675d-49d7-a16d-8a5974401386" providerId="ADAL" clId="{27FE6A37-5C74-4966-8564-B51DD8B2CFF0}" dt="2026-08-27T13:23:05.596" v="1101" actId="732"/>
          <ac:picMkLst>
            <pc:docMk/>
            <pc:sldMk cId="2712717103" sldId="261"/>
            <ac:picMk id="42" creationId="{09AC1799-4821-BBCD-27E2-90421F7BA6B1}"/>
          </ac:picMkLst>
        </pc:picChg>
        <pc:picChg chg="mod">
          <ac:chgData name="ACEM2-21 ac37822m(長岡高専)" userId="45dd5a03-675d-49d7-a16d-8a5974401386" providerId="ADAL" clId="{27FE6A37-5C74-4966-8564-B51DD8B2CFF0}" dt="2026-08-27T13:17:47.764" v="808" actId="1076"/>
          <ac:picMkLst>
            <pc:docMk/>
            <pc:sldMk cId="2712717103" sldId="261"/>
            <ac:picMk id="48" creationId="{C416D623-A2BA-BEBA-96D8-2B1DC9CEC280}"/>
          </ac:picMkLst>
        </pc:picChg>
      </pc:sldChg>
      <pc:sldChg chg="addSp delSp modSp mod">
        <pc:chgData name="ACEM2-21 ac37822m(長岡高専)" userId="45dd5a03-675d-49d7-a16d-8a5974401386" providerId="ADAL" clId="{27FE6A37-5C74-4966-8564-B51DD8B2CFF0}" dt="2026-08-27T13:22:21.988" v="1093" actId="20577"/>
        <pc:sldMkLst>
          <pc:docMk/>
          <pc:sldMk cId="642173746" sldId="262"/>
        </pc:sldMkLst>
        <pc:spChg chg="add mod">
          <ac:chgData name="ACEM2-21 ac37822m(長岡高専)" userId="45dd5a03-675d-49d7-a16d-8a5974401386" providerId="ADAL" clId="{27FE6A37-5C74-4966-8564-B51DD8B2CFF0}" dt="2026-08-27T13:04:17.338" v="282"/>
          <ac:spMkLst>
            <pc:docMk/>
            <pc:sldMk cId="642173746" sldId="262"/>
            <ac:spMk id="2" creationId="{8D96C00F-C0E9-4723-28E2-A1DA56B9AAE1}"/>
          </ac:spMkLst>
        </pc:spChg>
        <pc:spChg chg="add mod">
          <ac:chgData name="ACEM2-21 ac37822m(長岡高専)" userId="45dd5a03-675d-49d7-a16d-8a5974401386" providerId="ADAL" clId="{27FE6A37-5C74-4966-8564-B51DD8B2CFF0}" dt="2026-08-27T13:05:05.694" v="309"/>
          <ac:spMkLst>
            <pc:docMk/>
            <pc:sldMk cId="642173746" sldId="262"/>
            <ac:spMk id="3" creationId="{65C8397C-050A-7DFC-D467-56BB3A44A129}"/>
          </ac:spMkLst>
        </pc:spChg>
        <pc:spChg chg="del">
          <ac:chgData name="ACEM2-21 ac37822m(長岡高専)" userId="45dd5a03-675d-49d7-a16d-8a5974401386" providerId="ADAL" clId="{27FE6A37-5C74-4966-8564-B51DD8B2CFF0}" dt="2026-08-27T13:04:53.103" v="299" actId="478"/>
          <ac:spMkLst>
            <pc:docMk/>
            <pc:sldMk cId="642173746" sldId="262"/>
            <ac:spMk id="4" creationId="{76CB4606-8BF3-8B51-86D1-D14526847E56}"/>
          </ac:spMkLst>
        </pc:spChg>
        <pc:spChg chg="del">
          <ac:chgData name="ACEM2-21 ac37822m(長岡高専)" userId="45dd5a03-675d-49d7-a16d-8a5974401386" providerId="ADAL" clId="{27FE6A37-5C74-4966-8564-B51DD8B2CFF0}" dt="2026-08-27T13:04:05.655" v="272" actId="21"/>
          <ac:spMkLst>
            <pc:docMk/>
            <pc:sldMk cId="642173746" sldId="262"/>
            <ac:spMk id="5" creationId="{E14B8DB7-3921-81F4-06A9-65084C898883}"/>
          </ac:spMkLst>
        </pc:spChg>
        <pc:spChg chg="add mod">
          <ac:chgData name="ACEM2-21 ac37822m(長岡高専)" userId="45dd5a03-675d-49d7-a16d-8a5974401386" providerId="ADAL" clId="{27FE6A37-5C74-4966-8564-B51DD8B2CFF0}" dt="2026-08-27T13:22:21.988" v="1093" actId="20577"/>
          <ac:spMkLst>
            <pc:docMk/>
            <pc:sldMk cId="642173746" sldId="262"/>
            <ac:spMk id="8" creationId="{A85AC8F4-FEEF-4E60-E7F3-B8BC5D0C5C3F}"/>
          </ac:spMkLst>
        </pc:spChg>
        <pc:spChg chg="mod">
          <ac:chgData name="ACEM2-21 ac37822m(長岡高専)" userId="45dd5a03-675d-49d7-a16d-8a5974401386" providerId="ADAL" clId="{27FE6A37-5C74-4966-8564-B51DD8B2CFF0}" dt="2026-08-27T13:20:41.442" v="1019" actId="20577"/>
          <ac:spMkLst>
            <pc:docMk/>
            <pc:sldMk cId="642173746" sldId="262"/>
            <ac:spMk id="11" creationId="{9E5FE734-2C81-70A9-D956-53DD4D6CA57F}"/>
          </ac:spMkLst>
        </pc:spChg>
        <pc:grpChg chg="del">
          <ac:chgData name="ACEM2-21 ac37822m(長岡高専)" userId="45dd5a03-675d-49d7-a16d-8a5974401386" providerId="ADAL" clId="{27FE6A37-5C74-4966-8564-B51DD8B2CFF0}" dt="2026-08-27T13:21:31.976" v="1057" actId="21"/>
          <ac:grpSpMkLst>
            <pc:docMk/>
            <pc:sldMk cId="642173746" sldId="262"/>
            <ac:grpSpMk id="15" creationId="{0E485CEC-904D-D4EC-71BE-2ECFB6A74F57}"/>
          </ac:grpSpMkLst>
        </pc:grpChg>
      </pc:sldChg>
      <pc:sldChg chg="addSp delSp modSp mod">
        <pc:chgData name="ACEM2-21 ac37822m(長岡高専)" userId="45dd5a03-675d-49d7-a16d-8a5974401386" providerId="ADAL" clId="{27FE6A37-5C74-4966-8564-B51DD8B2CFF0}" dt="2026-08-27T13:21:21.572" v="1054" actId="21"/>
        <pc:sldMkLst>
          <pc:docMk/>
          <pc:sldMk cId="683892195" sldId="263"/>
        </pc:sldMkLst>
        <pc:spChg chg="add mod">
          <ac:chgData name="ACEM2-21 ac37822m(長岡高専)" userId="45dd5a03-675d-49d7-a16d-8a5974401386" providerId="ADAL" clId="{27FE6A37-5C74-4966-8564-B51DD8B2CFF0}" dt="2026-08-27T13:04:14.007" v="278"/>
          <ac:spMkLst>
            <pc:docMk/>
            <pc:sldMk cId="683892195" sldId="263"/>
            <ac:spMk id="2" creationId="{32E2AF87-0EC3-81D9-4AB2-86BBF2557BA4}"/>
          </ac:spMkLst>
        </pc:spChg>
        <pc:spChg chg="mod">
          <ac:chgData name="ACEM2-21 ac37822m(長岡高専)" userId="45dd5a03-675d-49d7-a16d-8a5974401386" providerId="ADAL" clId="{27FE6A37-5C74-4966-8564-B51DD8B2CFF0}" dt="2026-08-27T13:19:49.648" v="949" actId="20577"/>
          <ac:spMkLst>
            <pc:docMk/>
            <pc:sldMk cId="683892195" sldId="263"/>
            <ac:spMk id="3" creationId="{9110F28A-CA9B-779F-0836-DA711CD3014F}"/>
          </ac:spMkLst>
        </pc:spChg>
        <pc:spChg chg="del">
          <ac:chgData name="ACEM2-21 ac37822m(長岡高専)" userId="45dd5a03-675d-49d7-a16d-8a5974401386" providerId="ADAL" clId="{27FE6A37-5C74-4966-8564-B51DD8B2CFF0}" dt="2026-08-27T13:04:45.318" v="295" actId="478"/>
          <ac:spMkLst>
            <pc:docMk/>
            <pc:sldMk cId="683892195" sldId="263"/>
            <ac:spMk id="4" creationId="{324ED0AA-13B1-8BC0-1E18-1C8C5B9BF108}"/>
          </ac:spMkLst>
        </pc:spChg>
        <pc:spChg chg="del">
          <ac:chgData name="ACEM2-21 ac37822m(長岡高専)" userId="45dd5a03-675d-49d7-a16d-8a5974401386" providerId="ADAL" clId="{27FE6A37-5C74-4966-8564-B51DD8B2CFF0}" dt="2026-08-27T13:03:50.617" v="268" actId="21"/>
          <ac:spMkLst>
            <pc:docMk/>
            <pc:sldMk cId="683892195" sldId="263"/>
            <ac:spMk id="5" creationId="{123C37D4-B249-AFAB-4633-A8BB16003175}"/>
          </ac:spMkLst>
        </pc:spChg>
        <pc:spChg chg="add mod">
          <ac:chgData name="ACEM2-21 ac37822m(長岡高専)" userId="45dd5a03-675d-49d7-a16d-8a5974401386" providerId="ADAL" clId="{27FE6A37-5C74-4966-8564-B51DD8B2CFF0}" dt="2026-08-27T13:05:01.447" v="305"/>
          <ac:spMkLst>
            <pc:docMk/>
            <pc:sldMk cId="683892195" sldId="263"/>
            <ac:spMk id="7" creationId="{32B42386-14B6-9B33-E60A-EDA2DB02D5AF}"/>
          </ac:spMkLst>
        </pc:spChg>
        <pc:grpChg chg="del">
          <ac:chgData name="ACEM2-21 ac37822m(長岡高専)" userId="45dd5a03-675d-49d7-a16d-8a5974401386" providerId="ADAL" clId="{27FE6A37-5C74-4966-8564-B51DD8B2CFF0}" dt="2026-08-27T13:21:21.572" v="1054" actId="21"/>
          <ac:grpSpMkLst>
            <pc:docMk/>
            <pc:sldMk cId="683892195" sldId="263"/>
            <ac:grpSpMk id="15" creationId="{4D590B83-570D-D00D-DAEE-649E8BB4B918}"/>
          </ac:grpSpMkLst>
        </pc:grpChg>
      </pc:sldChg>
      <pc:sldChg chg="addSp delSp modSp del mod">
        <pc:chgData name="ACEM2-21 ac37822m(長岡高専)" userId="45dd5a03-675d-49d7-a16d-8a5974401386" providerId="ADAL" clId="{27FE6A37-5C74-4966-8564-B51DD8B2CFF0}" dt="2026-08-27T13:19:39.545" v="943" actId="2696"/>
        <pc:sldMkLst>
          <pc:docMk/>
          <pc:sldMk cId="148588569" sldId="264"/>
        </pc:sldMkLst>
        <pc:spChg chg="add mod">
          <ac:chgData name="ACEM2-21 ac37822m(長岡高専)" userId="45dd5a03-675d-49d7-a16d-8a5974401386" providerId="ADAL" clId="{27FE6A37-5C74-4966-8564-B51DD8B2CFF0}" dt="2026-08-27T13:04:16.802" v="281"/>
          <ac:spMkLst>
            <pc:docMk/>
            <pc:sldMk cId="148588569" sldId="264"/>
            <ac:spMk id="2" creationId="{C998F590-1022-F107-4712-322C2C4B1AA6}"/>
          </ac:spMkLst>
        </pc:spChg>
        <pc:spChg chg="mod">
          <ac:chgData name="ACEM2-21 ac37822m(長岡高専)" userId="45dd5a03-675d-49d7-a16d-8a5974401386" providerId="ADAL" clId="{27FE6A37-5C74-4966-8564-B51DD8B2CFF0}" dt="2026-08-27T13:19:34.534" v="942" actId="20577"/>
          <ac:spMkLst>
            <pc:docMk/>
            <pc:sldMk cId="148588569" sldId="264"/>
            <ac:spMk id="3" creationId="{5715F52B-15FA-5D2F-23F6-7670C155FF01}"/>
          </ac:spMkLst>
        </pc:spChg>
        <pc:spChg chg="del">
          <ac:chgData name="ACEM2-21 ac37822m(長岡高専)" userId="45dd5a03-675d-49d7-a16d-8a5974401386" providerId="ADAL" clId="{27FE6A37-5C74-4966-8564-B51DD8B2CFF0}" dt="2026-08-27T13:04:50.952" v="298" actId="478"/>
          <ac:spMkLst>
            <pc:docMk/>
            <pc:sldMk cId="148588569" sldId="264"/>
            <ac:spMk id="4" creationId="{F5E51A56-FE49-9B32-EC7C-F4411FD6A248}"/>
          </ac:spMkLst>
        </pc:spChg>
        <pc:spChg chg="del">
          <ac:chgData name="ACEM2-21 ac37822m(長岡高専)" userId="45dd5a03-675d-49d7-a16d-8a5974401386" providerId="ADAL" clId="{27FE6A37-5C74-4966-8564-B51DD8B2CFF0}" dt="2026-08-27T13:04:02.133" v="271" actId="21"/>
          <ac:spMkLst>
            <pc:docMk/>
            <pc:sldMk cId="148588569" sldId="264"/>
            <ac:spMk id="5" creationId="{E59591F2-8AA0-3750-E5CC-E3A610D31AFE}"/>
          </ac:spMkLst>
        </pc:spChg>
        <pc:spChg chg="add mod">
          <ac:chgData name="ACEM2-21 ac37822m(長岡高専)" userId="45dd5a03-675d-49d7-a16d-8a5974401386" providerId="ADAL" clId="{27FE6A37-5C74-4966-8564-B51DD8B2CFF0}" dt="2026-08-27T13:05:04.505" v="308"/>
          <ac:spMkLst>
            <pc:docMk/>
            <pc:sldMk cId="148588569" sldId="264"/>
            <ac:spMk id="7" creationId="{6FBD0BDA-E5D7-1A80-4C72-30739B4F5974}"/>
          </ac:spMkLst>
        </pc:spChg>
      </pc:sldChg>
      <pc:sldChg chg="addSp delSp modSp del mod">
        <pc:chgData name="ACEM2-21 ac37822m(長岡高専)" userId="45dd5a03-675d-49d7-a16d-8a5974401386" providerId="ADAL" clId="{27FE6A37-5C74-4966-8564-B51DD8B2CFF0}" dt="2026-08-27T13:19:41.424" v="944" actId="2696"/>
        <pc:sldMkLst>
          <pc:docMk/>
          <pc:sldMk cId="1165569296" sldId="265"/>
        </pc:sldMkLst>
        <pc:spChg chg="add mod">
          <ac:chgData name="ACEM2-21 ac37822m(長岡高専)" userId="45dd5a03-675d-49d7-a16d-8a5974401386" providerId="ADAL" clId="{27FE6A37-5C74-4966-8564-B51DD8B2CFF0}" dt="2026-08-27T13:04:14.636" v="279"/>
          <ac:spMkLst>
            <pc:docMk/>
            <pc:sldMk cId="1165569296" sldId="265"/>
            <ac:spMk id="2" creationId="{906F2E1F-B4F0-4CFE-AE9A-6594A1069080}"/>
          </ac:spMkLst>
        </pc:spChg>
        <pc:spChg chg="mod">
          <ac:chgData name="ACEM2-21 ac37822m(長岡高専)" userId="45dd5a03-675d-49d7-a16d-8a5974401386" providerId="ADAL" clId="{27FE6A37-5C74-4966-8564-B51DD8B2CFF0}" dt="2026-08-27T13:19:17.254" v="894" actId="403"/>
          <ac:spMkLst>
            <pc:docMk/>
            <pc:sldMk cId="1165569296" sldId="265"/>
            <ac:spMk id="3" creationId="{51797F81-CB45-697A-9322-B015CD69C4BD}"/>
          </ac:spMkLst>
        </pc:spChg>
        <pc:spChg chg="del">
          <ac:chgData name="ACEM2-21 ac37822m(長岡高専)" userId="45dd5a03-675d-49d7-a16d-8a5974401386" providerId="ADAL" clId="{27FE6A37-5C74-4966-8564-B51DD8B2CFF0}" dt="2026-08-27T13:04:47.544" v="296" actId="478"/>
          <ac:spMkLst>
            <pc:docMk/>
            <pc:sldMk cId="1165569296" sldId="265"/>
            <ac:spMk id="4" creationId="{6E2FAA68-A617-147F-2411-239102D318C3}"/>
          </ac:spMkLst>
        </pc:spChg>
        <pc:spChg chg="del">
          <ac:chgData name="ACEM2-21 ac37822m(長岡高専)" userId="45dd5a03-675d-49d7-a16d-8a5974401386" providerId="ADAL" clId="{27FE6A37-5C74-4966-8564-B51DD8B2CFF0}" dt="2026-08-27T13:03:55.832" v="269" actId="21"/>
          <ac:spMkLst>
            <pc:docMk/>
            <pc:sldMk cId="1165569296" sldId="265"/>
            <ac:spMk id="5" creationId="{53249788-2703-EB3D-1EAE-51FA300F4328}"/>
          </ac:spMkLst>
        </pc:spChg>
        <pc:spChg chg="add mod">
          <ac:chgData name="ACEM2-21 ac37822m(長岡高専)" userId="45dd5a03-675d-49d7-a16d-8a5974401386" providerId="ADAL" clId="{27FE6A37-5C74-4966-8564-B51DD8B2CFF0}" dt="2026-08-27T13:05:02.938" v="306"/>
          <ac:spMkLst>
            <pc:docMk/>
            <pc:sldMk cId="1165569296" sldId="265"/>
            <ac:spMk id="7" creationId="{317B4A4B-5AF1-41AA-5AB6-F9098CBA00B1}"/>
          </ac:spMkLst>
        </pc:spChg>
      </pc:sldChg>
      <pc:sldChg chg="addSp delSp modSp mod">
        <pc:chgData name="ACEM2-21 ac37822m(長岡高専)" userId="45dd5a03-675d-49d7-a16d-8a5974401386" providerId="ADAL" clId="{27FE6A37-5C74-4966-8564-B51DD8B2CFF0}" dt="2026-08-27T13:21:25.092" v="1055" actId="21"/>
        <pc:sldMkLst>
          <pc:docMk/>
          <pc:sldMk cId="1578321219" sldId="266"/>
        </pc:sldMkLst>
        <pc:spChg chg="add mod">
          <ac:chgData name="ACEM2-21 ac37822m(長岡高専)" userId="45dd5a03-675d-49d7-a16d-8a5974401386" providerId="ADAL" clId="{27FE6A37-5C74-4966-8564-B51DD8B2CFF0}" dt="2026-08-27T13:04:15.759" v="280"/>
          <ac:spMkLst>
            <pc:docMk/>
            <pc:sldMk cId="1578321219" sldId="266"/>
            <ac:spMk id="2" creationId="{40CDACBD-827E-74F7-BCCB-18A9D0502884}"/>
          </ac:spMkLst>
        </pc:spChg>
        <pc:spChg chg="mod">
          <ac:chgData name="ACEM2-21 ac37822m(長岡高専)" userId="45dd5a03-675d-49d7-a16d-8a5974401386" providerId="ADAL" clId="{27FE6A37-5C74-4966-8564-B51DD8B2CFF0}" dt="2026-08-27T13:20:22.641" v="964" actId="403"/>
          <ac:spMkLst>
            <pc:docMk/>
            <pc:sldMk cId="1578321219" sldId="266"/>
            <ac:spMk id="3" creationId="{3802E31C-8F6B-DF03-DF2C-7DE164EEEE5A}"/>
          </ac:spMkLst>
        </pc:spChg>
        <pc:spChg chg="del">
          <ac:chgData name="ACEM2-21 ac37822m(長岡高専)" userId="45dd5a03-675d-49d7-a16d-8a5974401386" providerId="ADAL" clId="{27FE6A37-5C74-4966-8564-B51DD8B2CFF0}" dt="2026-08-27T13:04:48.965" v="297" actId="478"/>
          <ac:spMkLst>
            <pc:docMk/>
            <pc:sldMk cId="1578321219" sldId="266"/>
            <ac:spMk id="4" creationId="{31DA5409-1B7A-1F20-090D-58529D2754AE}"/>
          </ac:spMkLst>
        </pc:spChg>
        <pc:spChg chg="del">
          <ac:chgData name="ACEM2-21 ac37822m(長岡高専)" userId="45dd5a03-675d-49d7-a16d-8a5974401386" providerId="ADAL" clId="{27FE6A37-5C74-4966-8564-B51DD8B2CFF0}" dt="2026-08-27T13:03:59.623" v="270" actId="21"/>
          <ac:spMkLst>
            <pc:docMk/>
            <pc:sldMk cId="1578321219" sldId="266"/>
            <ac:spMk id="5" creationId="{D89167F8-D50C-23CB-B307-79A8C056F88D}"/>
          </ac:spMkLst>
        </pc:spChg>
        <pc:spChg chg="add mod">
          <ac:chgData name="ACEM2-21 ac37822m(長岡高専)" userId="45dd5a03-675d-49d7-a16d-8a5974401386" providerId="ADAL" clId="{27FE6A37-5C74-4966-8564-B51DD8B2CFF0}" dt="2026-08-27T13:05:03.912" v="307"/>
          <ac:spMkLst>
            <pc:docMk/>
            <pc:sldMk cId="1578321219" sldId="266"/>
            <ac:spMk id="7" creationId="{CCE1159D-73A4-C6BE-8AA8-0E95B7339D30}"/>
          </ac:spMkLst>
        </pc:spChg>
        <pc:grpChg chg="del">
          <ac:chgData name="ACEM2-21 ac37822m(長岡高専)" userId="45dd5a03-675d-49d7-a16d-8a5974401386" providerId="ADAL" clId="{27FE6A37-5C74-4966-8564-B51DD8B2CFF0}" dt="2026-08-27T13:21:25.092" v="1055" actId="21"/>
          <ac:grpSpMkLst>
            <pc:docMk/>
            <pc:sldMk cId="1578321219" sldId="266"/>
            <ac:grpSpMk id="15" creationId="{C5F8C14E-9339-CA5B-791A-D3F4370949CF}"/>
          </ac:grpSpMkLst>
        </pc:grpChg>
      </pc:sldChg>
      <pc:sldChg chg="addSp delSp modSp mod">
        <pc:chgData name="ACEM2-21 ac37822m(長岡高専)" userId="45dd5a03-675d-49d7-a16d-8a5974401386" providerId="ADAL" clId="{27FE6A37-5C74-4966-8564-B51DD8B2CFF0}" dt="2026-08-27T13:21:18.080" v="1053" actId="21"/>
        <pc:sldMkLst>
          <pc:docMk/>
          <pc:sldMk cId="3400072852" sldId="267"/>
        </pc:sldMkLst>
        <pc:spChg chg="add mod">
          <ac:chgData name="ACEM2-21 ac37822m(長岡高専)" userId="45dd5a03-675d-49d7-a16d-8a5974401386" providerId="ADAL" clId="{27FE6A37-5C74-4966-8564-B51DD8B2CFF0}" dt="2026-08-27T13:04:13.066" v="277"/>
          <ac:spMkLst>
            <pc:docMk/>
            <pc:sldMk cId="3400072852" sldId="267"/>
            <ac:spMk id="2" creationId="{D63565B0-4E0E-B871-E93A-9E9732A001D1}"/>
          </ac:spMkLst>
        </pc:spChg>
        <pc:spChg chg="mod">
          <ac:chgData name="ACEM2-21 ac37822m(長岡高専)" userId="45dd5a03-675d-49d7-a16d-8a5974401386" providerId="ADAL" clId="{27FE6A37-5C74-4966-8564-B51DD8B2CFF0}" dt="2026-08-27T13:18:56.979" v="892" actId="20577"/>
          <ac:spMkLst>
            <pc:docMk/>
            <pc:sldMk cId="3400072852" sldId="267"/>
            <ac:spMk id="3" creationId="{23904EA7-31DB-C476-4AA8-1F030E901D0B}"/>
          </ac:spMkLst>
        </pc:spChg>
        <pc:spChg chg="del">
          <ac:chgData name="ACEM2-21 ac37822m(長岡高専)" userId="45dd5a03-675d-49d7-a16d-8a5974401386" providerId="ADAL" clId="{27FE6A37-5C74-4966-8564-B51DD8B2CFF0}" dt="2026-08-27T13:04:43.498" v="294" actId="478"/>
          <ac:spMkLst>
            <pc:docMk/>
            <pc:sldMk cId="3400072852" sldId="267"/>
            <ac:spMk id="4" creationId="{88F9C91A-CEEA-FFFD-BF3D-47893DB93A3A}"/>
          </ac:spMkLst>
        </pc:spChg>
        <pc:spChg chg="del">
          <ac:chgData name="ACEM2-21 ac37822m(長岡高専)" userId="45dd5a03-675d-49d7-a16d-8a5974401386" providerId="ADAL" clId="{27FE6A37-5C74-4966-8564-B51DD8B2CFF0}" dt="2026-08-27T13:03:47.243" v="267" actId="21"/>
          <ac:spMkLst>
            <pc:docMk/>
            <pc:sldMk cId="3400072852" sldId="267"/>
            <ac:spMk id="5" creationId="{820A1F32-6D22-2F89-F30E-E18AA7412B43}"/>
          </ac:spMkLst>
        </pc:spChg>
        <pc:spChg chg="add mod">
          <ac:chgData name="ACEM2-21 ac37822m(長岡高専)" userId="45dd5a03-675d-49d7-a16d-8a5974401386" providerId="ADAL" clId="{27FE6A37-5C74-4966-8564-B51DD8B2CFF0}" dt="2026-08-27T13:05:00.506" v="304"/>
          <ac:spMkLst>
            <pc:docMk/>
            <pc:sldMk cId="3400072852" sldId="267"/>
            <ac:spMk id="7" creationId="{31DDFEB0-3D53-0C61-DBC9-4631B49F9473}"/>
          </ac:spMkLst>
        </pc:spChg>
        <pc:spChg chg="add mod">
          <ac:chgData name="ACEM2-21 ac37822m(長岡高専)" userId="45dd5a03-675d-49d7-a16d-8a5974401386" providerId="ADAL" clId="{27FE6A37-5C74-4966-8564-B51DD8B2CFF0}" dt="2026-08-27T13:18:50.599" v="891" actId="1076"/>
          <ac:spMkLst>
            <pc:docMk/>
            <pc:sldMk cId="3400072852" sldId="267"/>
            <ac:spMk id="9" creationId="{4152D576-4069-3725-1005-B656F287913E}"/>
          </ac:spMkLst>
        </pc:spChg>
        <pc:spChg chg="del">
          <ac:chgData name="ACEM2-21 ac37822m(長岡高専)" userId="45dd5a03-675d-49d7-a16d-8a5974401386" providerId="ADAL" clId="{27FE6A37-5C74-4966-8564-B51DD8B2CFF0}" dt="2026-08-27T13:21:18.080" v="1053" actId="21"/>
          <ac:spMkLst>
            <pc:docMk/>
            <pc:sldMk cId="3400072852" sldId="267"/>
            <ac:spMk id="18" creationId="{1ABDCB3C-C308-9492-A392-9F8DEBA27CF0}"/>
          </ac:spMkLst>
        </pc:spChg>
        <pc:grpChg chg="del">
          <ac:chgData name="ACEM2-21 ac37822m(長岡高専)" userId="45dd5a03-675d-49d7-a16d-8a5974401386" providerId="ADAL" clId="{27FE6A37-5C74-4966-8564-B51DD8B2CFF0}" dt="2026-08-27T13:21:18.080" v="1053" actId="21"/>
          <ac:grpSpMkLst>
            <pc:docMk/>
            <pc:sldMk cId="3400072852" sldId="267"/>
            <ac:grpSpMk id="16" creationId="{1746DC7B-B6A2-1E0A-809F-FF2F5FCF2D37}"/>
          </ac:grpSpMkLst>
        </pc:grpChg>
        <pc:picChg chg="mod">
          <ac:chgData name="ACEM2-21 ac37822m(長岡高専)" userId="45dd5a03-675d-49d7-a16d-8a5974401386" providerId="ADAL" clId="{27FE6A37-5C74-4966-8564-B51DD8B2CFF0}" dt="2026-08-27T13:18:15.687" v="812" actId="1076"/>
          <ac:picMkLst>
            <pc:docMk/>
            <pc:sldMk cId="3400072852" sldId="267"/>
            <ac:picMk id="46" creationId="{2A04B653-AB5A-88B5-1040-A0F6B0CE5F78}"/>
          </ac:picMkLst>
        </pc:picChg>
      </pc:sldChg>
      <pc:sldChg chg="delSp modSp add mod">
        <pc:chgData name="ACEM2-21 ac37822m(長岡高専)" userId="45dd5a03-675d-49d7-a16d-8a5974401386" providerId="ADAL" clId="{27FE6A37-5C74-4966-8564-B51DD8B2CFF0}" dt="2026-08-27T13:21:28.408" v="1056" actId="21"/>
        <pc:sldMkLst>
          <pc:docMk/>
          <pc:sldMk cId="3630399525" sldId="268"/>
        </pc:sldMkLst>
        <pc:spChg chg="mod">
          <ac:chgData name="ACEM2-21 ac37822m(長岡高専)" userId="45dd5a03-675d-49d7-a16d-8a5974401386" providerId="ADAL" clId="{27FE6A37-5C74-4966-8564-B51DD8B2CFF0}" dt="2026-08-27T13:20:31.194" v="997" actId="20577"/>
          <ac:spMkLst>
            <pc:docMk/>
            <pc:sldMk cId="3630399525" sldId="268"/>
            <ac:spMk id="3" creationId="{7E9B7D47-1870-8229-8CBE-909BEDF1AE23}"/>
          </ac:spMkLst>
        </pc:spChg>
        <pc:grpChg chg="del">
          <ac:chgData name="ACEM2-21 ac37822m(長岡高専)" userId="45dd5a03-675d-49d7-a16d-8a5974401386" providerId="ADAL" clId="{27FE6A37-5C74-4966-8564-B51DD8B2CFF0}" dt="2026-08-27T13:21:28.408" v="1056" actId="21"/>
          <ac:grpSpMkLst>
            <pc:docMk/>
            <pc:sldMk cId="3630399525" sldId="268"/>
            <ac:grpSpMk id="15" creationId="{5749E38F-F2B3-B3EB-ABAB-05E3421937C0}"/>
          </ac:grpSpMkLst>
        </pc:grpChg>
      </pc:sldChg>
      <pc:sldChg chg="addSp delSp modSp add mod">
        <pc:chgData name="ACEM2-21 ac37822m(長岡高専)" userId="45dd5a03-675d-49d7-a16d-8a5974401386" providerId="ADAL" clId="{27FE6A37-5C74-4966-8564-B51DD8B2CFF0}" dt="2026-08-27T13:22:12.321" v="1082" actId="20577"/>
        <pc:sldMkLst>
          <pc:docMk/>
          <pc:sldMk cId="1265696255" sldId="269"/>
        </pc:sldMkLst>
        <pc:spChg chg="add mod">
          <ac:chgData name="ACEM2-21 ac37822m(長岡高専)" userId="45dd5a03-675d-49d7-a16d-8a5974401386" providerId="ADAL" clId="{27FE6A37-5C74-4966-8564-B51DD8B2CFF0}" dt="2026-08-27T13:22:12.321" v="1082" actId="20577"/>
          <ac:spMkLst>
            <pc:docMk/>
            <pc:sldMk cId="1265696255" sldId="269"/>
            <ac:spMk id="5" creationId="{481F3886-3DE3-76F0-1C75-EB43A3572131}"/>
          </ac:spMkLst>
        </pc:spChg>
        <pc:spChg chg="mod">
          <ac:chgData name="ACEM2-21 ac37822m(長岡高専)" userId="45dd5a03-675d-49d7-a16d-8a5974401386" providerId="ADAL" clId="{27FE6A37-5C74-4966-8564-B51DD8B2CFF0}" dt="2026-08-27T13:20:59.389" v="1050" actId="20577"/>
          <ac:spMkLst>
            <pc:docMk/>
            <pc:sldMk cId="1265696255" sldId="269"/>
            <ac:spMk id="11" creationId="{BD7F2914-19A2-0536-564A-DD3721539646}"/>
          </ac:spMkLst>
        </pc:spChg>
        <pc:grpChg chg="del">
          <ac:chgData name="ACEM2-21 ac37822m(長岡高専)" userId="45dd5a03-675d-49d7-a16d-8a5974401386" providerId="ADAL" clId="{27FE6A37-5C74-4966-8564-B51DD8B2CFF0}" dt="2026-08-27T13:21:34.871" v="1058" actId="21"/>
          <ac:grpSpMkLst>
            <pc:docMk/>
            <pc:sldMk cId="1265696255" sldId="269"/>
            <ac:grpSpMk id="15" creationId="{C4CF81BB-A869-0E38-37A3-9481932225C2}"/>
          </ac:grpSpMkLst>
        </pc:gr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1EBDEF-5C33-4249-96EE-F7C14F3258FB}" type="datetimeFigureOut">
              <a:rPr lang="en-US" smtClean="0"/>
              <a:t>8/28/2026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CECCAB-B8BF-44D0-8687-F9EB53B32FC9}" type="slidenum">
              <a:rPr lang="en-US" smtClean="0"/>
              <a:t>‹#›</a:t>
            </a:fld>
            <a:endParaRPr lang="en-US"/>
          </a:p>
        </p:txBody>
      </p:sp>
    </p:spTree>
    <p:extLst>
      <p:ext uri="{BB962C8B-B14F-4D97-AF65-F5344CB8AC3E}">
        <p14:creationId xmlns:p14="http://schemas.microsoft.com/office/powerpoint/2010/main" val="671548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a:t>電子機械システム工学専攻の野口凜人が「柔道選手の動作に対する</a:t>
            </a:r>
            <a:r>
              <a:rPr lang="en-US" altLang="ja-JP"/>
              <a:t>3</a:t>
            </a:r>
            <a:r>
              <a:rPr lang="ja-JP" altLang="en-US"/>
              <a:t>次元骨格推定について」と題しまして発表させていただきます。</a:t>
            </a:r>
            <a:endParaRPr lang="en-US" altLang="ja-JP"/>
          </a:p>
          <a:p>
            <a:endParaRPr kumimoji="1" lang="en-US" altLang="ja-JP"/>
          </a:p>
          <a:p>
            <a:r>
              <a:rPr kumimoji="1" lang="en-US" altLang="ja-JP"/>
              <a:t>Hello everyone.</a:t>
            </a:r>
          </a:p>
          <a:p>
            <a:r>
              <a:rPr kumimoji="1" lang="en-US" altLang="ja-JP" err="1"/>
              <a:t>Im</a:t>
            </a:r>
            <a:r>
              <a:rPr kumimoji="1" lang="en-US" altLang="ja-JP"/>
              <a:t> Rito Noguchi. </a:t>
            </a:r>
          </a:p>
          <a:p>
            <a:r>
              <a:rPr kumimoji="1" lang="en-US" altLang="ja-JP"/>
              <a:t>I </a:t>
            </a:r>
            <a:r>
              <a:rPr kumimoji="1" lang="en-US" altLang="ja-JP" err="1"/>
              <a:t>intoroduce</a:t>
            </a:r>
            <a:r>
              <a:rPr kumimoji="1" lang="en-US" altLang="ja-JP"/>
              <a:t> about “3D Pose Estimation for Judo Players’ Movement”</a:t>
            </a:r>
            <a:endParaRPr kumimoji="1" lang="ja-JP" altLang="en-US"/>
          </a:p>
        </p:txBody>
      </p:sp>
      <p:sp>
        <p:nvSpPr>
          <p:cNvPr id="4" name="スライド番号プレースホルダー 3"/>
          <p:cNvSpPr>
            <a:spLocks noGrp="1"/>
          </p:cNvSpPr>
          <p:nvPr>
            <p:ph type="sldNum" sz="quarter" idx="5"/>
          </p:nvPr>
        </p:nvSpPr>
        <p:spPr/>
        <p:txBody>
          <a:bodyPr/>
          <a:lstStyle/>
          <a:p>
            <a:fld id="{66CECCAB-B8BF-44D0-8687-F9EB53B32FC9}" type="slidenum">
              <a:rPr lang="en-US" smtClean="0"/>
              <a:t>1</a:t>
            </a:fld>
            <a:endParaRPr lang="en-US"/>
          </a:p>
        </p:txBody>
      </p:sp>
    </p:spTree>
    <p:extLst>
      <p:ext uri="{BB962C8B-B14F-4D97-AF65-F5344CB8AC3E}">
        <p14:creationId xmlns:p14="http://schemas.microsoft.com/office/powerpoint/2010/main" val="29618404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gn="l">
              <a:lnSpc>
                <a:spcPts val="2400"/>
              </a:lnSpc>
            </a:pPr>
            <a:r>
              <a:rPr lang="ja-JP" altLang="en-US" b="1" i="0" u="none">
                <a:solidFill>
                  <a:srgbClr val="000000"/>
                </a:solidFill>
                <a:latin typeface="Noto Sans JP"/>
              </a:rPr>
              <a:t>スポーツにおける姿勢推定の活用</a:t>
            </a:r>
          </a:p>
          <a:p>
            <a:pPr>
              <a:lnSpc>
                <a:spcPts val="2550"/>
              </a:lnSpc>
            </a:pPr>
            <a:r>
              <a:rPr lang="ja-JP" altLang="en-US">
                <a:solidFill>
                  <a:srgbClr val="222222"/>
                </a:solidFill>
                <a:latin typeface="Noto Sans JP"/>
              </a:rPr>
              <a:t>・モーションキャプチャ（マーカー装着）は競技性や安全性を損なう懸念がある。</a:t>
            </a:r>
          </a:p>
          <a:p>
            <a:pPr>
              <a:lnSpc>
                <a:spcPts val="2550"/>
              </a:lnSpc>
            </a:pPr>
            <a:r>
              <a:rPr lang="ja-JP" altLang="en-US">
                <a:solidFill>
                  <a:srgbClr val="222222"/>
                </a:solidFill>
                <a:latin typeface="Noto Sans JP"/>
              </a:rPr>
              <a:t>・カメラ映像のみから動作を取得できる深層学習ベースの姿勢推定技術が強く求められている。</a:t>
            </a:r>
          </a:p>
          <a:p>
            <a:pPr>
              <a:lnSpc>
                <a:spcPts val="2400"/>
              </a:lnSpc>
            </a:pPr>
            <a:r>
              <a:rPr lang="ja-JP" altLang="en-US" b="1">
                <a:solidFill>
                  <a:srgbClr val="000000"/>
                </a:solidFill>
                <a:latin typeface="Noto Sans JP"/>
              </a:rPr>
              <a:t>従来手法の課題</a:t>
            </a:r>
          </a:p>
          <a:p>
            <a:pPr>
              <a:lnSpc>
                <a:spcPts val="2550"/>
              </a:lnSpc>
            </a:pPr>
            <a:r>
              <a:rPr lang="ja-JP" altLang="en-US" b="1">
                <a:solidFill>
                  <a:srgbClr val="000000"/>
                </a:solidFill>
                <a:latin typeface="Noto Sans JP"/>
              </a:rPr>
              <a:t>・オクルージョン：</a:t>
            </a:r>
            <a:r>
              <a:rPr lang="ja-JP" altLang="en-US">
                <a:solidFill>
                  <a:srgbClr val="222222"/>
                </a:solidFill>
                <a:latin typeface="Noto Sans JP"/>
              </a:rPr>
              <a:t> 精度が大幅に低下する。</a:t>
            </a:r>
          </a:p>
          <a:p>
            <a:pPr>
              <a:lnSpc>
                <a:spcPts val="2550"/>
              </a:lnSpc>
            </a:pPr>
            <a:r>
              <a:rPr lang="ja-JP" altLang="en-US" b="1">
                <a:solidFill>
                  <a:srgbClr val="000000"/>
                </a:solidFill>
                <a:latin typeface="Noto Sans JP"/>
              </a:rPr>
              <a:t>・関節点数の不足：</a:t>
            </a:r>
            <a:r>
              <a:rPr lang="ja-JP" altLang="en-US">
                <a:solidFill>
                  <a:srgbClr val="222222"/>
                </a:solidFill>
                <a:latin typeface="Noto Sans JP"/>
              </a:rPr>
              <a:t> 既存モデル（</a:t>
            </a:r>
            <a:r>
              <a:rPr lang="en-US" altLang="ja-JP">
                <a:solidFill>
                  <a:srgbClr val="222222"/>
                </a:solidFill>
                <a:latin typeface="Noto Sans JP"/>
              </a:rPr>
              <a:t>COCO</a:t>
            </a:r>
            <a:r>
              <a:rPr lang="ja-JP" altLang="en-US">
                <a:solidFill>
                  <a:srgbClr val="222222"/>
                </a:solidFill>
                <a:latin typeface="Noto Sans JP"/>
              </a:rPr>
              <a:t>データセット等）の関節数は</a:t>
            </a:r>
            <a:r>
              <a:rPr lang="en-US" altLang="ja-JP">
                <a:solidFill>
                  <a:srgbClr val="222222"/>
                </a:solidFill>
                <a:latin typeface="Noto Sans JP"/>
              </a:rPr>
              <a:t>17</a:t>
            </a:r>
            <a:r>
              <a:rPr lang="ja-JP" altLang="en-US">
                <a:solidFill>
                  <a:srgbClr val="222222"/>
                </a:solidFill>
                <a:latin typeface="Noto Sans JP"/>
              </a:rPr>
              <a:t>点と少なく、身体の柔軟な曲げ伸ばし動作の再現には不十分である。</a:t>
            </a:r>
          </a:p>
          <a:p>
            <a:pPr>
              <a:lnSpc>
                <a:spcPts val="2550"/>
              </a:lnSpc>
            </a:pPr>
            <a:endParaRPr lang="ja-JP" altLang="en-US">
              <a:solidFill>
                <a:srgbClr val="222222"/>
              </a:solidFill>
              <a:latin typeface="Noto Sans JP"/>
            </a:endParaRPr>
          </a:p>
          <a:p>
            <a:pPr>
              <a:lnSpc>
                <a:spcPts val="2550"/>
              </a:lnSpc>
            </a:pPr>
            <a:r>
              <a:rPr lang="ja-JP" altLang="en-US" b="1">
                <a:solidFill>
                  <a:srgbClr val="000000"/>
                </a:solidFill>
                <a:latin typeface="Noto Sans JP"/>
              </a:rPr>
              <a:t>オクルージョンや関節点数の不足を解決し、</a:t>
            </a:r>
            <a:r>
              <a:rPr lang="ja-JP" altLang="en-US"/>
              <a:t>スポーツの動作をより正確に推定するには，人体モデルの拡張とオクルージョンに対する精度向上が必要である</a:t>
            </a:r>
          </a:p>
          <a:p>
            <a:pPr>
              <a:lnSpc>
                <a:spcPts val="2550"/>
              </a:lnSpc>
            </a:pPr>
            <a:endParaRPr lang="ja-JP" altLang="en-US">
              <a:solidFill>
                <a:srgbClr val="222222"/>
              </a:solidFill>
              <a:latin typeface="Noto Sans JP"/>
            </a:endParaRPr>
          </a:p>
          <a:p>
            <a:pPr>
              <a:lnSpc>
                <a:spcPts val="2550"/>
              </a:lnSpc>
            </a:pPr>
            <a:r>
              <a:rPr lang="ja-JP" altLang="en-US">
                <a:solidFill>
                  <a:srgbClr val="222222"/>
                </a:solidFill>
                <a:latin typeface="Noto Sans JP"/>
              </a:rPr>
              <a:t>追加学習が有効だと考える</a:t>
            </a:r>
          </a:p>
          <a:p>
            <a:pPr>
              <a:lnSpc>
                <a:spcPts val="2550"/>
              </a:lnSpc>
            </a:pPr>
            <a:r>
              <a:rPr lang="ja-JP" altLang="en-US"/>
              <a:t>　人物が写る画像とその人物がどのような姿勢をとっているかを対応づけた学習データ</a:t>
            </a:r>
          </a:p>
          <a:p>
            <a:pPr>
              <a:lnSpc>
                <a:spcPts val="2550"/>
              </a:lnSpc>
            </a:pPr>
            <a:r>
              <a:rPr lang="ja-JP" altLang="en-US"/>
              <a:t>　過学習を防ぐためには，学習データを大量に用意したいが，実世界で人物の姿勢を正確に取得することは困難であり，人物の性別や体格といったバリエーションを確保することも容易ではない．</a:t>
            </a:r>
            <a:endParaRPr lang="ja-JP" altLang="en-US">
              <a:solidFill>
                <a:srgbClr val="222222"/>
              </a:solidFill>
              <a:latin typeface="Noto Sans JP"/>
            </a:endParaRPr>
          </a:p>
          <a:p>
            <a:endParaRPr kumimoji="1" lang="ja-JP" altLang="en-US"/>
          </a:p>
        </p:txBody>
      </p:sp>
      <p:sp>
        <p:nvSpPr>
          <p:cNvPr id="4" name="スライド番号プレースホルダー 3"/>
          <p:cNvSpPr>
            <a:spLocks noGrp="1"/>
          </p:cNvSpPr>
          <p:nvPr>
            <p:ph type="sldNum" sz="quarter" idx="5"/>
          </p:nvPr>
        </p:nvSpPr>
        <p:spPr/>
        <p:txBody>
          <a:bodyPr/>
          <a:lstStyle/>
          <a:p>
            <a:fld id="{66CECCAB-B8BF-44D0-8687-F9EB53B32FC9}" type="slidenum">
              <a:rPr lang="en-US" smtClean="0"/>
              <a:t>2</a:t>
            </a:fld>
            <a:endParaRPr lang="en-US"/>
          </a:p>
        </p:txBody>
      </p:sp>
    </p:spTree>
    <p:extLst>
      <p:ext uri="{BB962C8B-B14F-4D97-AF65-F5344CB8AC3E}">
        <p14:creationId xmlns:p14="http://schemas.microsoft.com/office/powerpoint/2010/main" val="1947196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C2751-6AF9-0393-474D-D089C8F095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5524368-0EEA-CE4F-59D2-EEB0757763C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BB8642D-19EF-12F2-F00A-24D11134DC95}"/>
              </a:ext>
            </a:extLst>
          </p:cNvPr>
          <p:cNvSpPr>
            <a:spLocks noGrp="1"/>
          </p:cNvSpPr>
          <p:nvPr>
            <p:ph type="body" idx="1"/>
          </p:nvPr>
        </p:nvSpPr>
        <p:spPr/>
        <p:txBody>
          <a:bodyPr/>
          <a:lstStyle/>
          <a:p>
            <a:r>
              <a:t>本研究の目的は大きく2つあります。</a:t>
            </a:r>
          </a:p>
          <a:p>
            <a:r>
              <a:t>1つ目は、人体の柔軟性を再現するのに十分な関節点数を持つ人体モデルの実装手法の確立です。</a:t>
            </a:r>
          </a:p>
          <a:p>
            <a:r>
              <a:t>2つ目は、そのモデルの学習に必要なデータセットを3DCGによって拡張する手法の確立です。</a:t>
            </a:r>
          </a:p>
          <a:p/>
          <a:p>
            <a:r>
              <a:t>これら2つを通じて、単一視点(単眼カメラ)からの3次元姿勢推定において、</a:t>
            </a:r>
          </a:p>
          <a:p>
            <a:r>
              <a:t>「人体の柔軟性の再現」と「セルフオクルージョンに対する精度向上」の実現を目指します。</a:t>
            </a:r>
          </a:p>
        </p:txBody>
      </p:sp>
      <p:sp>
        <p:nvSpPr>
          <p:cNvPr id="4" name="スライド番号プレースホルダー 3">
            <a:extLst>
              <a:ext uri="{FF2B5EF4-FFF2-40B4-BE49-F238E27FC236}">
                <a16:creationId xmlns:a16="http://schemas.microsoft.com/office/drawing/2014/main" id="{2FECAC3A-3C02-E0DA-540A-97612BAFBB70}"/>
              </a:ext>
            </a:extLst>
          </p:cNvPr>
          <p:cNvSpPr>
            <a:spLocks noGrp="1"/>
          </p:cNvSpPr>
          <p:nvPr>
            <p:ph type="sldNum" sz="quarter" idx="5"/>
          </p:nvPr>
        </p:nvSpPr>
        <p:spPr/>
        <p:txBody>
          <a:bodyPr/>
          <a:lstStyle/>
          <a:p>
            <a:fld id="{66CECCAB-B8BF-44D0-8687-F9EB53B32FC9}" type="slidenum">
              <a:rPr lang="en-US" smtClean="0"/>
              <a:t>3</a:t>
            </a:fld>
            <a:endParaRPr lang="en-US"/>
          </a:p>
        </p:txBody>
      </p:sp>
    </p:spTree>
    <p:extLst>
      <p:ext uri="{BB962C8B-B14F-4D97-AF65-F5344CB8AC3E}">
        <p14:creationId xmlns:p14="http://schemas.microsoft.com/office/powerpoint/2010/main" val="5269483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0208C-2204-A6FE-2A6A-1E9BB40C6D5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B6BA11E-DA05-7B6C-08CB-FB1290FEE9C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9668719-0356-42FC-C02E-824A1EC6A308}"/>
              </a:ext>
            </a:extLst>
          </p:cNvPr>
          <p:cNvSpPr>
            <a:spLocks noGrp="1"/>
          </p:cNvSpPr>
          <p:nvPr>
            <p:ph type="body" idx="1"/>
          </p:nvPr>
        </p:nvSpPr>
        <p:spPr/>
        <p:txBody>
          <a:bodyPr/>
          <a:lstStyle/>
          <a:p>
            <a:r>
              <a:t>本研究は3つの工程で構成されます。</a:t>
            </a:r>
          </a:p>
          <a:p/>
          <a:p>
            <a:r>
              <a:t>工程①では、首から腰にかけて新たな関節点を追加し、人体モデルを拡張します。</a:t>
            </a:r>
          </a:p>
          <a:p>
            <a:r>
              <a:t>工程②では、3DCGを用いてこの拡張モデルに対応するアノテーション付きデータセットを</a:t>
            </a:r>
          </a:p>
          <a:p>
            <a:r>
              <a:t>自動生成し、姿勢推定モデルへ追加学習を行います。</a:t>
            </a:r>
          </a:p>
          <a:p>
            <a:r>
              <a:t>工程③では、追加学習したモデルをテストデータに適用し、柔軟性・恒常性・</a:t>
            </a:r>
          </a:p>
          <a:p>
            <a:r>
              <a:t>セルフオクルージョンに対する精度を評価します。</a:t>
            </a:r>
          </a:p>
          <a:p/>
          <a:p>
            <a:r>
              <a:t>この3工程を関節点数を変えながら繰り返すことで、モデル間の推定精度を比較し、</a:t>
            </a:r>
          </a:p>
          <a:p>
            <a:r>
              <a:t>人体の柔軟性を再現するのに最適な関節点数を明らかにします。</a:t>
            </a:r>
          </a:p>
        </p:txBody>
      </p:sp>
      <p:sp>
        <p:nvSpPr>
          <p:cNvPr id="4" name="スライド番号プレースホルダー 3">
            <a:extLst>
              <a:ext uri="{FF2B5EF4-FFF2-40B4-BE49-F238E27FC236}">
                <a16:creationId xmlns:a16="http://schemas.microsoft.com/office/drawing/2014/main" id="{63A1788F-15DD-716C-D28E-64E23D18EC80}"/>
              </a:ext>
            </a:extLst>
          </p:cNvPr>
          <p:cNvSpPr>
            <a:spLocks noGrp="1"/>
          </p:cNvSpPr>
          <p:nvPr>
            <p:ph type="sldNum" sz="quarter" idx="5"/>
          </p:nvPr>
        </p:nvSpPr>
        <p:spPr/>
        <p:txBody>
          <a:bodyPr/>
          <a:lstStyle/>
          <a:p>
            <a:fld id="{66CECCAB-B8BF-44D0-8687-F9EB53B32FC9}" type="slidenum">
              <a:rPr lang="en-US" smtClean="0"/>
              <a:t>4</a:t>
            </a:fld>
            <a:endParaRPr lang="en-US"/>
          </a:p>
        </p:txBody>
      </p:sp>
    </p:spTree>
    <p:extLst>
      <p:ext uri="{BB962C8B-B14F-4D97-AF65-F5344CB8AC3E}">
        <p14:creationId xmlns:p14="http://schemas.microsoft.com/office/powerpoint/2010/main" val="4564822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5694E-1FBE-46D6-A94B-C434F2FBD7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0619BAD-FCC5-2C23-A89C-7BA6118830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4C2F4AE-8243-183F-90F9-F3CC308EE132}"/>
              </a:ext>
            </a:extLst>
          </p:cNvPr>
          <p:cNvSpPr>
            <a:spLocks noGrp="1"/>
          </p:cNvSpPr>
          <p:nvPr>
            <p:ph type="body" idx="1"/>
          </p:nvPr>
        </p:nvSpPr>
        <p:spPr/>
        <p:txBody>
          <a:bodyPr/>
          <a:lstStyle/>
          <a:p>
            <a:r>
              <a:t>工程①の詳細です。既存モデルでは全身17点だった関節点に対し、首から腰の間に</a:t>
            </a:r>
          </a:p>
          <a:p>
            <a:r>
              <a:t>新たに2つのキーポイント(spine点)を追加し、合計19点の人体モデルへ拡張しました。</a:t>
            </a:r>
          </a:p>
          <a:p/>
          <a:p>
            <a:r>
              <a:t>推定パイプラインは2段階構成です。まずHRNetで画像から2次元の姿勢</a:t>
            </a:r>
          </a:p>
          <a:p>
            <a:r>
              <a:t>(各キーポイントのxy座標)を推定し、続いてMotionBERTでその2次元座標を</a:t>
            </a:r>
          </a:p>
          <a:p>
            <a:r>
              <a:t>3次元姿勢へ変換します。</a:t>
            </a:r>
          </a:p>
          <a:p/>
          <a:p>
            <a:r>
              <a:t>右側の図は拡張後(19点)と既存(17点)のキーポイント配置の比較です。</a:t>
            </a:r>
          </a:p>
          <a:p>
            <a:r>
              <a:t>追加した2点によって、首から腰にかけての曲げ伸ばし(柔軟性)をより</a:t>
            </a:r>
          </a:p>
          <a:p>
            <a:r>
              <a:t>細かく表現できるようになります。</a:t>
            </a:r>
          </a:p>
        </p:txBody>
      </p:sp>
      <p:sp>
        <p:nvSpPr>
          <p:cNvPr id="4" name="スライド番号プレースホルダー 3">
            <a:extLst>
              <a:ext uri="{FF2B5EF4-FFF2-40B4-BE49-F238E27FC236}">
                <a16:creationId xmlns:a16="http://schemas.microsoft.com/office/drawing/2014/main" id="{D3E14B10-BA21-8F12-BF9F-933F66AF65CC}"/>
              </a:ext>
            </a:extLst>
          </p:cNvPr>
          <p:cNvSpPr>
            <a:spLocks noGrp="1"/>
          </p:cNvSpPr>
          <p:nvPr>
            <p:ph type="sldNum" sz="quarter" idx="5"/>
          </p:nvPr>
        </p:nvSpPr>
        <p:spPr/>
        <p:txBody>
          <a:bodyPr/>
          <a:lstStyle/>
          <a:p>
            <a:fld id="{66CECCAB-B8BF-44D0-8687-F9EB53B32FC9}" type="slidenum">
              <a:rPr lang="en-US" smtClean="0"/>
              <a:t>5</a:t>
            </a:fld>
            <a:endParaRPr lang="en-US"/>
          </a:p>
        </p:txBody>
      </p:sp>
    </p:spTree>
    <p:extLst>
      <p:ext uri="{BB962C8B-B14F-4D97-AF65-F5344CB8AC3E}">
        <p14:creationId xmlns:p14="http://schemas.microsoft.com/office/powerpoint/2010/main" val="31467783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C0CC1-EA31-4DDC-1352-0C6569D179F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F9F25C-7380-F7FD-1E0D-A3A8E27DFA8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443F65A-39F7-A9BD-384D-85F15DACEA8E}"/>
              </a:ext>
            </a:extLst>
          </p:cNvPr>
          <p:cNvSpPr>
            <a:spLocks noGrp="1"/>
          </p:cNvSpPr>
          <p:nvPr>
            <p:ph type="body" idx="1"/>
          </p:nvPr>
        </p:nvSpPr>
        <p:spPr/>
        <p:txBody>
          <a:bodyPr/>
          <a:lstStyle/>
          <a:p>
            <a:r>
              <a:t>工程②の詳細です。3DCG上で作成した330フレームのモーションデータを、</a:t>
            </a:r>
          </a:p>
          <a:p>
            <a:r>
              <a:t>1体のアバター・12台のカメラで撮影し、train4000組・val80組・test100組の</a:t>
            </a:r>
          </a:p>
          <a:p>
            <a:r>
              <a:t>データセットを構築しました。</a:t>
            </a:r>
          </a:p>
          <a:p/>
          <a:p>
            <a:r>
              <a:t>各画像には、19点のキーポイントの3D座標・2D座標、各キーポイントの信頼度、</a:t>
            </a:r>
          </a:p>
          <a:p>
            <a:r>
              <a:t>およびBBOXの座標をアノテーションとして自動付与しています。</a:t>
            </a:r>
          </a:p>
          <a:p/>
          <a:p>
            <a:r>
              <a:t>このデータセットを用いて、姿勢推定モデルに対しエポック数100で追加学習を</a:t>
            </a:r>
          </a:p>
          <a:p>
            <a:r>
              <a:t>行いました。</a:t>
            </a:r>
          </a:p>
          <a:p/>
          <a:p>
            <a:r>
              <a:t>右側は実際のデータセット画像とアノテーションの例、および19点のキーポイントの</a:t>
            </a:r>
          </a:p>
          <a:p>
            <a:r>
              <a:t>対応表です。</a:t>
            </a:r>
          </a:p>
        </p:txBody>
      </p:sp>
      <p:sp>
        <p:nvSpPr>
          <p:cNvPr id="4" name="スライド番号プレースホルダー 3">
            <a:extLst>
              <a:ext uri="{FF2B5EF4-FFF2-40B4-BE49-F238E27FC236}">
                <a16:creationId xmlns:a16="http://schemas.microsoft.com/office/drawing/2014/main" id="{A8A02C72-7388-00F2-8BB3-E2DD49218E21}"/>
              </a:ext>
            </a:extLst>
          </p:cNvPr>
          <p:cNvSpPr>
            <a:spLocks noGrp="1"/>
          </p:cNvSpPr>
          <p:nvPr>
            <p:ph type="sldNum" sz="quarter" idx="5"/>
          </p:nvPr>
        </p:nvSpPr>
        <p:spPr/>
        <p:txBody>
          <a:bodyPr/>
          <a:lstStyle/>
          <a:p>
            <a:fld id="{66CECCAB-B8BF-44D0-8687-F9EB53B32FC9}" type="slidenum">
              <a:rPr lang="en-US" smtClean="0"/>
              <a:t>6</a:t>
            </a:fld>
            <a:endParaRPr lang="en-US"/>
          </a:p>
        </p:txBody>
      </p:sp>
    </p:spTree>
    <p:extLst>
      <p:ext uri="{BB962C8B-B14F-4D97-AF65-F5344CB8AC3E}">
        <p14:creationId xmlns:p14="http://schemas.microsoft.com/office/powerpoint/2010/main" val="144513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CD673-3B64-F7D9-C08E-2E14DFD8568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5BD3B5D-2979-C04B-43D3-B6A63398974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DF97667-F2E8-4A72-B472-205F43896FBF}"/>
              </a:ext>
            </a:extLst>
          </p:cNvPr>
          <p:cNvSpPr>
            <a:spLocks noGrp="1"/>
          </p:cNvSpPr>
          <p:nvPr>
            <p:ph type="body" idx="1"/>
          </p:nvPr>
        </p:nvSpPr>
        <p:spPr/>
        <p:txBody>
          <a:bodyPr/>
          <a:lstStyle/>
          <a:p>
            <a:r>
              <a:t>工程③では、テスト用データセットの動画に対して、追加学習済みのモデルで</a:t>
            </a:r>
          </a:p>
          <a:p>
            <a:r>
              <a:t>姿勢推定を行いました。</a:t>
            </a:r>
          </a:p>
          <a:p/>
          <a:p>
            <a:r>
              <a:t>出力されるキーポイントは、拡張後の19点(表の通り)です。この推定結果を用いて、</a:t>
            </a:r>
          </a:p>
          <a:p>
            <a:r>
              <a:t>次のスライド以降で「恒常性」「柔軟性」「セルフオクルージョンに対する精度」の</a:t>
            </a:r>
          </a:p>
          <a:p>
            <a:r>
              <a:t>3つの観点から評価を行います。</a:t>
            </a:r>
          </a:p>
        </p:txBody>
      </p:sp>
      <p:sp>
        <p:nvSpPr>
          <p:cNvPr id="4" name="スライド番号プレースホルダー 3">
            <a:extLst>
              <a:ext uri="{FF2B5EF4-FFF2-40B4-BE49-F238E27FC236}">
                <a16:creationId xmlns:a16="http://schemas.microsoft.com/office/drawing/2014/main" id="{FCD804A5-2796-B8D6-4370-87F38ECFEB00}"/>
              </a:ext>
            </a:extLst>
          </p:cNvPr>
          <p:cNvSpPr>
            <a:spLocks noGrp="1"/>
          </p:cNvSpPr>
          <p:nvPr>
            <p:ph type="sldNum" sz="quarter" idx="5"/>
          </p:nvPr>
        </p:nvSpPr>
        <p:spPr/>
        <p:txBody>
          <a:bodyPr/>
          <a:lstStyle/>
          <a:p>
            <a:fld id="{66CECCAB-B8BF-44D0-8687-F9EB53B32FC9}" type="slidenum">
              <a:rPr lang="en-US" smtClean="0"/>
              <a:t>7</a:t>
            </a:fld>
            <a:endParaRPr lang="en-US"/>
          </a:p>
        </p:txBody>
      </p:sp>
    </p:spTree>
    <p:extLst>
      <p:ext uri="{BB962C8B-B14F-4D97-AF65-F5344CB8AC3E}">
        <p14:creationId xmlns:p14="http://schemas.microsoft.com/office/powerpoint/2010/main" val="19958046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29AE4-0299-9D2A-A0C9-124BC3A0372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D899440-CBFC-773B-7E8D-DA5302489C1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0F90440-0764-FAE1-9F4D-D2185E79E67A}"/>
              </a:ext>
            </a:extLst>
          </p:cNvPr>
          <p:cNvSpPr>
            <a:spLocks noGrp="1"/>
          </p:cNvSpPr>
          <p:nvPr>
            <p:ph type="body" idx="1"/>
          </p:nvPr>
        </p:nvSpPr>
        <p:spPr/>
        <p:txBody>
          <a:bodyPr/>
          <a:lstStyle/>
          <a:p>
            <a:pPr rtl="0"/>
            <a:r>
              <a:rPr lang="ja-JP" altLang="ja-JP" b="1" dirty="0"/>
              <a:t>① 恒常性の評価に対する考察</a:t>
            </a:r>
          </a:p>
          <a:p>
            <a:pPr rtl="0"/>
            <a:r>
              <a:rPr lang="ja-JP" altLang="ja-JP" dirty="0"/>
              <a:t>正解データのCVは2Dで0.03〜0.07、3Dはほぼ0であり、剛体骨格として理論上一定であるべき値である。これに対し推定結果は、新設したspine0〜spine5間の5区間（spine0-spine1〜spine4-spine5）でCVが2D・3Dとも0.19〜0.30に達し、正解の5〜10倍近く変動している。一方head-spine0のみCVが低い(2D 0.116, 3D 0.041)が、頭部は視覚的に明瞭なランドマークであるため検出が安定しやすいと考えられる。</a:t>
            </a:r>
          </a:p>
          <a:p>
            <a:pPr rtl="0"/>
            <a:r>
              <a:rPr lang="ja-JP" altLang="ja-JP" dirty="0"/>
              <a:t>注目すべき点は、</a:t>
            </a:r>
            <a:r>
              <a:rPr lang="ja-JP" altLang="ja-JP" b="1" dirty="0"/>
              <a:t>同一区間の2D CVと3D CVがほぼ同水準</a:t>
            </a:r>
            <a:r>
              <a:rPr lang="ja-JP" altLang="ja-JP" dirty="0"/>
              <a:t>であること（例: spine1-spine2は2D 0.254・3D 0.267）。これは3Dへのリフティング処理で新たに誤差が加わっているというより、</a:t>
            </a:r>
            <a:r>
              <a:rPr lang="ja-JP" altLang="ja-JP" b="1" dirty="0"/>
              <a:t>2D検出段階での位置ノイズがそのまま3Dへ伝播している</a:t>
            </a:r>
            <a:r>
              <a:rPr lang="ja-JP" altLang="ja-JP" dirty="0"/>
              <a:t>ことを示唆する。すなわち恒常性の課題は、新設した中間関節点が骨格上の明瞭な特徴点（肩・肘・膝など）と異なり、画像上で一意に識別できるランドマークを持たないために生じる、2D検出時点での不安定性に起因すると考えられる。</a:t>
            </a:r>
          </a:p>
        </p:txBody>
      </p:sp>
      <p:sp>
        <p:nvSpPr>
          <p:cNvPr id="4" name="スライド番号プレースホルダー 3">
            <a:extLst>
              <a:ext uri="{FF2B5EF4-FFF2-40B4-BE49-F238E27FC236}">
                <a16:creationId xmlns:a16="http://schemas.microsoft.com/office/drawing/2014/main" id="{C66E0617-FEE7-0D63-DD7E-D93013BC72CD}"/>
              </a:ext>
            </a:extLst>
          </p:cNvPr>
          <p:cNvSpPr>
            <a:spLocks noGrp="1"/>
          </p:cNvSpPr>
          <p:nvPr>
            <p:ph type="sldNum" sz="quarter" idx="5"/>
          </p:nvPr>
        </p:nvSpPr>
        <p:spPr/>
        <p:txBody>
          <a:bodyPr/>
          <a:lstStyle/>
          <a:p>
            <a:fld id="{66CECCAB-B8BF-44D0-8687-F9EB53B32FC9}" type="slidenum">
              <a:rPr lang="en-US" smtClean="0"/>
              <a:t>8</a:t>
            </a:fld>
            <a:endParaRPr lang="en-US"/>
          </a:p>
        </p:txBody>
      </p:sp>
    </p:spTree>
    <p:extLst>
      <p:ext uri="{BB962C8B-B14F-4D97-AF65-F5344CB8AC3E}">
        <p14:creationId xmlns:p14="http://schemas.microsoft.com/office/powerpoint/2010/main" val="16113138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87937-191F-0430-B29F-9AEF498C9E3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29CC286-40EF-EB0B-FA01-D73602B7D1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4E7F0B9-96B7-1F7F-4A72-6025BDD3CA89}"/>
              </a:ext>
            </a:extLst>
          </p:cNvPr>
          <p:cNvSpPr>
            <a:spLocks noGrp="1"/>
          </p:cNvSpPr>
          <p:nvPr>
            <p:ph type="body" idx="1"/>
          </p:nvPr>
        </p:nvSpPr>
        <p:spPr/>
        <p:txBody>
          <a:bodyPr/>
          <a:lstStyle/>
          <a:p>
            <a:pPr rtl="0"/>
            <a:r>
              <a:rPr lang="ja-JP" altLang="ja-JP" b="1" dirty="0"/>
              <a:t>② 柔軟性の評価に対する考察</a:t>
            </a:r>
          </a:p>
          <a:p>
            <a:pPr rtl="0"/>
            <a:r>
              <a:rPr lang="ja-JP" altLang="ja-JP" dirty="0"/>
              <a:t>脊柱(spine0〜4)は2D推定の可動域が正解より広がる傾向がある（例: spine2は2D推定106.2°〜179.4°に対し正解168.9°〜180.0°）一方、3Dでは正解に近づく（同spine2は3D推定164.8°〜178.9°）。これは3Dリフティングの過程で時間的な平滑化がかかり、2Dの検出ノイズが緩和されるためと考えられる。</a:t>
            </a:r>
          </a:p>
          <a:p>
            <a:pPr rtl="0"/>
            <a:r>
              <a:rPr lang="ja-JP" altLang="ja-JP" dirty="0"/>
              <a:t>対照的に肘・膝は、2Dで広がった可動域が3Dでも是正されない、あるいは悪化するケースが見られる（left_kneeは3D推定11.8°〜149.4°に対し正解71.0°〜155.9°で、可動域幅が正解の約1.7倍に拡大）。肘・膝は脊柱に比べ可動速度・可動範囲が大きい関節であるため、単眼画像からの奥行き推定が追従しきれず、非現実的な曲がり方を推定してしまっていると考えられる。</a:t>
            </a:r>
          </a:p>
          <a:p>
            <a:pPr rtl="0"/>
            <a:r>
              <a:rPr lang="ja-JP" altLang="ja-JP" b="1" dirty="0"/>
              <a:t>①と②を結びつける考察</a:t>
            </a:r>
            <a:r>
              <a:rPr lang="ja-JP" altLang="ja-JP" dirty="0"/>
              <a:t>: 恒常性が低い(=検出が不安定な)区間ほど、柔軟性(角度)評価も破綻しやすい傾向が見て取れる。特に新設したspine系関節は、恒常性・柔軟性の両面で既存の四肢関節と異なる誤差特性を示しており、「首〜腰に中間点を追加する」というモデル拡張の方向性自体は有効な一方、追加した点を安定して検出できるようにする学習面の改善が今後の課題であることが示唆される。</a:t>
            </a:r>
          </a:p>
        </p:txBody>
      </p:sp>
      <p:sp>
        <p:nvSpPr>
          <p:cNvPr id="4" name="スライド番号プレースホルダー 3">
            <a:extLst>
              <a:ext uri="{FF2B5EF4-FFF2-40B4-BE49-F238E27FC236}">
                <a16:creationId xmlns:a16="http://schemas.microsoft.com/office/drawing/2014/main" id="{935594B7-BB67-84FE-C27B-846BB8ACAE37}"/>
              </a:ext>
            </a:extLst>
          </p:cNvPr>
          <p:cNvSpPr>
            <a:spLocks noGrp="1"/>
          </p:cNvSpPr>
          <p:nvPr>
            <p:ph type="sldNum" sz="quarter" idx="5"/>
          </p:nvPr>
        </p:nvSpPr>
        <p:spPr/>
        <p:txBody>
          <a:bodyPr/>
          <a:lstStyle/>
          <a:p>
            <a:fld id="{66CECCAB-B8BF-44D0-8687-F9EB53B32FC9}" type="slidenum">
              <a:rPr lang="en-US" smtClean="0"/>
              <a:t>9</a:t>
            </a:fld>
            <a:endParaRPr lang="en-US"/>
          </a:p>
        </p:txBody>
      </p:sp>
    </p:spTree>
    <p:extLst>
      <p:ext uri="{BB962C8B-B14F-4D97-AF65-F5344CB8AC3E}">
        <p14:creationId xmlns:p14="http://schemas.microsoft.com/office/powerpoint/2010/main" val="17015347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02ECD-04CD-D216-B81E-EFA542151EC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3855731-E6AE-1128-6968-9BAD0F02122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432E1F2-0976-5CF0-C618-CDFA79225343}"/>
              </a:ext>
            </a:extLst>
          </p:cNvPr>
          <p:cNvSpPr>
            <a:spLocks noGrp="1"/>
          </p:cNvSpPr>
          <p:nvPr>
            <p:ph type="body" idx="1"/>
          </p:nvPr>
        </p:nvSpPr>
        <p:spPr/>
        <p:txBody>
          <a:bodyPr/>
          <a:lstStyle/>
          <a:p>
            <a:r>
              <a:t>セルフオクルージョンとは、身体の一部が他の部位に隠れて画像上に映らなくなる</a:t>
            </a:r>
          </a:p>
          <a:p>
            <a:r>
              <a:t>現象です。特に単眼カメラでは、体を捻ったり手足が重なったりする姿勢で頻繁に</a:t>
            </a:r>
          </a:p>
          <a:p>
            <a:r>
              <a:t>発生し、推定精度を大きく低下させる要因となります。</a:t>
            </a:r>
          </a:p>
          <a:p/>
          <a:p>
            <a:r>
              <a:t>本評価では、正解データに付与された可視/不可視のラベルを用いて、キーポイントが</a:t>
            </a:r>
          </a:p>
          <a:p>
            <a:r>
              <a:t>遮蔽されているフレームと、されていないフレームとで推定誤差を比較することを</a:t>
            </a:r>
          </a:p>
          <a:p>
            <a:r>
              <a:t>想定しています。</a:t>
            </a:r>
          </a:p>
          <a:p/>
          <a:p>
            <a:r>
              <a:t>※ このスライドは現時点で結果が未反映です。発表までに結果を追記するか、</a:t>
            </a:r>
          </a:p>
          <a:p>
            <a:r>
              <a:t>　「今後の課題」として言及する形にしてください。</a:t>
            </a:r>
          </a:p>
        </p:txBody>
      </p:sp>
      <p:sp>
        <p:nvSpPr>
          <p:cNvPr id="4" name="スライド番号プレースホルダー 3">
            <a:extLst>
              <a:ext uri="{FF2B5EF4-FFF2-40B4-BE49-F238E27FC236}">
                <a16:creationId xmlns:a16="http://schemas.microsoft.com/office/drawing/2014/main" id="{4ACD21EA-3342-FE04-6E2B-8C2F20496BF4}"/>
              </a:ext>
            </a:extLst>
          </p:cNvPr>
          <p:cNvSpPr>
            <a:spLocks noGrp="1"/>
          </p:cNvSpPr>
          <p:nvPr>
            <p:ph type="sldNum" sz="quarter" idx="5"/>
          </p:nvPr>
        </p:nvSpPr>
        <p:spPr/>
        <p:txBody>
          <a:bodyPr/>
          <a:lstStyle/>
          <a:p>
            <a:fld id="{66CECCAB-B8BF-44D0-8687-F9EB53B32FC9}" type="slidenum">
              <a:rPr lang="en-US" smtClean="0"/>
              <a:t>10</a:t>
            </a:fld>
            <a:endParaRPr lang="en-US"/>
          </a:p>
        </p:txBody>
      </p:sp>
    </p:spTree>
    <p:extLst>
      <p:ext uri="{BB962C8B-B14F-4D97-AF65-F5344CB8AC3E}">
        <p14:creationId xmlns:p14="http://schemas.microsoft.com/office/powerpoint/2010/main" val="11949006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D3625-E619-F293-D35C-E5506778349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BCC911E-6B74-2EE4-7873-FEA92C2BA0A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17F77FD-533D-3F7B-5452-5C0BD75C56DA}"/>
              </a:ext>
            </a:extLst>
          </p:cNvPr>
          <p:cNvSpPr>
            <a:spLocks noGrp="1"/>
          </p:cNvSpPr>
          <p:nvPr>
            <p:ph type="body" idx="1"/>
          </p:nvPr>
        </p:nvSpPr>
        <p:spPr/>
        <p:txBody>
          <a:bodyPr/>
          <a:lstStyle/>
          <a:p>
            <a:r>
              <a:t>3DCGで作成したデータセットを用いた追加学習によって、モデルは新設した</a:t>
            </a:r>
          </a:p>
          <a:p>
            <a:r>
              <a:t>spine系キーポイントを含む19点の姿勢を出力できるようになりました。これは、</a:t>
            </a:r>
          </a:p>
          <a:p>
            <a:r>
              <a:t>実世界でのデータ収集が困難な動作について、3DCG上で疑似的にアノテーション</a:t>
            </a:r>
          </a:p>
          <a:p>
            <a:r>
              <a:t>付きデータを生成し学習に利用するというアプローチ自体が機能することを</a:t>
            </a:r>
          </a:p>
          <a:p>
            <a:r>
              <a:t>示しています。</a:t>
            </a:r>
          </a:p>
          <a:p/>
          <a:p>
            <a:r>
              <a:t>一方で、恒常性・柔軟性の評価で見たように、新設したキーポイントの検出は</a:t>
            </a:r>
          </a:p>
          <a:p>
            <a:r>
              <a:t>既存の四肢関節に比べて不安定であり、精度面では改善の余地が残ります。</a:t>
            </a:r>
          </a:p>
          <a:p>
            <a:r>
              <a:t>「追加学習によってモデルを拡張できる」ことと「拡張した部分を高精度に</a:t>
            </a:r>
          </a:p>
          <a:p>
            <a:r>
              <a:t>推定できる」ことは別の課題であり、後者への対応が今後重要になります。</a:t>
            </a:r>
          </a:p>
        </p:txBody>
      </p:sp>
      <p:sp>
        <p:nvSpPr>
          <p:cNvPr id="4" name="スライド番号プレースホルダー 3">
            <a:extLst>
              <a:ext uri="{FF2B5EF4-FFF2-40B4-BE49-F238E27FC236}">
                <a16:creationId xmlns:a16="http://schemas.microsoft.com/office/drawing/2014/main" id="{EF8FF5C8-58B1-2FDD-182A-F5031B7B37D9}"/>
              </a:ext>
            </a:extLst>
          </p:cNvPr>
          <p:cNvSpPr>
            <a:spLocks noGrp="1"/>
          </p:cNvSpPr>
          <p:nvPr>
            <p:ph type="sldNum" sz="quarter" idx="5"/>
          </p:nvPr>
        </p:nvSpPr>
        <p:spPr/>
        <p:txBody>
          <a:bodyPr/>
          <a:lstStyle/>
          <a:p>
            <a:fld id="{66CECCAB-B8BF-44D0-8687-F9EB53B32FC9}" type="slidenum">
              <a:rPr lang="en-US" smtClean="0"/>
              <a:t>11</a:t>
            </a:fld>
            <a:endParaRPr lang="en-US"/>
          </a:p>
        </p:txBody>
      </p:sp>
    </p:spTree>
    <p:extLst>
      <p:ext uri="{BB962C8B-B14F-4D97-AF65-F5344CB8AC3E}">
        <p14:creationId xmlns:p14="http://schemas.microsoft.com/office/powerpoint/2010/main" val="2943004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C5AF2-ABF7-5FE6-85B8-C9681BF0C91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047B5F1-8FED-D3E8-8A60-5C427BB4FA6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DF6F059-0641-76EF-CEEF-FCF0CDBCE55B}"/>
              </a:ext>
            </a:extLst>
          </p:cNvPr>
          <p:cNvSpPr>
            <a:spLocks noGrp="1"/>
          </p:cNvSpPr>
          <p:nvPr>
            <p:ph type="body" idx="1"/>
          </p:nvPr>
        </p:nvSpPr>
        <p:spPr/>
        <p:txBody>
          <a:bodyPr/>
          <a:lstStyle/>
          <a:p>
            <a:pPr rtl="0"/>
            <a:r>
              <a:rPr lang="ja-JP" altLang="ja-JP" b="1" dirty="0"/>
              <a:t>まとめ</a:t>
            </a:r>
          </a:p>
          <a:p>
            <a:pPr rtl="0"/>
            <a:r>
              <a:rPr lang="ja-JP" altLang="ja-JP" dirty="0"/>
              <a:t>本研究では、首〜腰間に新たなキーポイントを追加した拡張人体モデルについて、恒常性（骨長の一定性）と柔軟性（関節可動域）の2軸で推定精度を検証した。その結果、新設したspine系区間は恒常性に明確な課題を持ち、この検出不安定性が柔軟性評価の誤差にも波及している可能性が示された。一方で脊柱の角度推定は3Dリフティングを経ることで正解に近づく傾向があり、拡張モデルによる人体の柔軟性再現というアプローチ自体には一定の妥当性が確認された。</a:t>
            </a:r>
          </a:p>
          <a:p>
            <a:pPr rtl="0"/>
            <a:r>
              <a:rPr lang="ja-JP" altLang="ja-JP" b="1" dirty="0"/>
              <a:t>今後の課題</a:t>
            </a:r>
          </a:p>
          <a:p>
            <a:pPr lvl="0" rtl="0"/>
            <a:r>
              <a:rPr lang="ja-JP" altLang="ja-JP" dirty="0"/>
              <a:t>新設キーポイントの検出安定性向上（学習データの拡充、骨長の一定性を明示的に制約する損失関数の導入など）</a:t>
            </a:r>
          </a:p>
          <a:p>
            <a:pPr lvl="0" rtl="0"/>
            <a:r>
              <a:rPr lang="ja-JP" altLang="ja-JP" dirty="0"/>
              <a:t>セルフオクルージョンに対する精度評価の実施（本発表では未実施）</a:t>
            </a:r>
          </a:p>
          <a:p>
            <a:pPr lvl="0" rtl="0"/>
            <a:r>
              <a:rPr lang="ja-JP" altLang="ja-JP" dirty="0"/>
              <a:t>単一カメラ・単一動作にとどまらない、複数視点・複数動作での検証による評価の一般化</a:t>
            </a:r>
          </a:p>
        </p:txBody>
      </p:sp>
      <p:sp>
        <p:nvSpPr>
          <p:cNvPr id="4" name="スライド番号プレースホルダー 3">
            <a:extLst>
              <a:ext uri="{FF2B5EF4-FFF2-40B4-BE49-F238E27FC236}">
                <a16:creationId xmlns:a16="http://schemas.microsoft.com/office/drawing/2014/main" id="{DE076797-3F16-6A73-B520-55A56A4F4373}"/>
              </a:ext>
            </a:extLst>
          </p:cNvPr>
          <p:cNvSpPr>
            <a:spLocks noGrp="1"/>
          </p:cNvSpPr>
          <p:nvPr>
            <p:ph type="sldNum" sz="quarter" idx="5"/>
          </p:nvPr>
        </p:nvSpPr>
        <p:spPr/>
        <p:txBody>
          <a:bodyPr/>
          <a:lstStyle/>
          <a:p>
            <a:fld id="{66CECCAB-B8BF-44D0-8687-F9EB53B32FC9}" type="slidenum">
              <a:rPr lang="en-US" smtClean="0"/>
              <a:t>12</a:t>
            </a:fld>
            <a:endParaRPr lang="en-US"/>
          </a:p>
        </p:txBody>
      </p:sp>
    </p:spTree>
    <p:extLst>
      <p:ext uri="{BB962C8B-B14F-4D97-AF65-F5344CB8AC3E}">
        <p14:creationId xmlns:p14="http://schemas.microsoft.com/office/powerpoint/2010/main" val="22676055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517B5-E745-403C-A81E-DC7A81DAFEE1}"/>
              </a:ext>
            </a:extLst>
          </p:cNvPr>
          <p:cNvSpPr>
            <a:spLocks noGrp="1"/>
          </p:cNvSpPr>
          <p:nvPr>
            <p:ph type="ctrTitle"/>
          </p:nvPr>
        </p:nvSpPr>
        <p:spPr>
          <a:xfrm>
            <a:off x="381000" y="1582886"/>
            <a:ext cx="11430000" cy="2387600"/>
          </a:xfrm>
        </p:spPr>
        <p:txBody>
          <a:bodyPr anchor="b">
            <a:normAutofit/>
          </a:bodyPr>
          <a:lstStyle>
            <a:lvl1pPr algn="ctr">
              <a:defRPr sz="5400"/>
            </a:lvl1pPr>
          </a:lstStyle>
          <a:p>
            <a:r>
              <a:rPr lang="en-US"/>
              <a:t>Click to edit Master title style</a:t>
            </a:r>
          </a:p>
        </p:txBody>
      </p:sp>
      <p:sp>
        <p:nvSpPr>
          <p:cNvPr id="3" name="Subtitle 2">
            <a:extLst>
              <a:ext uri="{FF2B5EF4-FFF2-40B4-BE49-F238E27FC236}">
                <a16:creationId xmlns:a16="http://schemas.microsoft.com/office/drawing/2014/main" id="{093FFDF0-4360-4670-91D6-6E96E3810D98}"/>
              </a:ext>
            </a:extLst>
          </p:cNvPr>
          <p:cNvSpPr>
            <a:spLocks noGrp="1"/>
          </p:cNvSpPr>
          <p:nvPr>
            <p:ph type="subTitle" idx="1"/>
          </p:nvPr>
        </p:nvSpPr>
        <p:spPr>
          <a:xfrm>
            <a:off x="381000" y="4090049"/>
            <a:ext cx="11430000" cy="1097280"/>
          </a:xfrm>
        </p:spPr>
        <p:txBody>
          <a:bodyPr>
            <a:normAutofit/>
          </a:bodyP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619AFC8-F24F-4D0C-B975-A44E8EC86B2B}"/>
              </a:ext>
            </a:extLst>
          </p:cNvPr>
          <p:cNvSpPr>
            <a:spLocks noGrp="1"/>
          </p:cNvSpPr>
          <p:nvPr>
            <p:ph type="dt" sz="half" idx="10"/>
          </p:nvPr>
        </p:nvSpPr>
        <p:spPr/>
        <p:txBody>
          <a:bodyPr/>
          <a:lstStyle/>
          <a:p>
            <a:r>
              <a:rPr lang="en-US"/>
              <a:t>2022/2/2</a:t>
            </a:r>
          </a:p>
        </p:txBody>
      </p:sp>
      <p:sp>
        <p:nvSpPr>
          <p:cNvPr id="5" name="Footer Placeholder 4">
            <a:extLst>
              <a:ext uri="{FF2B5EF4-FFF2-40B4-BE49-F238E27FC236}">
                <a16:creationId xmlns:a16="http://schemas.microsoft.com/office/drawing/2014/main" id="{7AB59C4E-7348-4813-AADC-FA8A4D1486EC}"/>
              </a:ext>
            </a:extLst>
          </p:cNvPr>
          <p:cNvSpPr>
            <a:spLocks noGrp="1"/>
          </p:cNvSpPr>
          <p:nvPr>
            <p:ph type="ftr" sz="quarter" idx="11"/>
          </p:nvPr>
        </p:nvSpPr>
        <p:spPr/>
        <p:txBody>
          <a:bodyPr/>
          <a:lstStyle/>
          <a:p>
            <a:r>
              <a:rPr lang="zh-TW" altLang="en-US"/>
              <a:t>電子制御工学科 卒業研究発表 </a:t>
            </a:r>
            <a:r>
              <a:rPr lang="en-US" altLang="zh-TW"/>
              <a:t>B-0</a:t>
            </a:r>
            <a:endParaRPr lang="en-US"/>
          </a:p>
        </p:txBody>
      </p:sp>
      <p:sp>
        <p:nvSpPr>
          <p:cNvPr id="6" name="Slide Number Placeholder 5">
            <a:extLst>
              <a:ext uri="{FF2B5EF4-FFF2-40B4-BE49-F238E27FC236}">
                <a16:creationId xmlns:a16="http://schemas.microsoft.com/office/drawing/2014/main" id="{05C0982F-AE8B-48F3-9C42-7FAA729E4923}"/>
              </a:ext>
            </a:extLst>
          </p:cNvPr>
          <p:cNvSpPr>
            <a:spLocks noGrp="1"/>
          </p:cNvSpPr>
          <p:nvPr>
            <p:ph type="sldNum" sz="quarter" idx="12"/>
          </p:nvPr>
        </p:nvSpPr>
        <p:spPr/>
        <p:txBody>
          <a:bodyPr/>
          <a:lstStyle/>
          <a:p>
            <a:fld id="{465F6A33-8929-41AA-8A25-00E3AA79F1EE}" type="slidenum">
              <a:rPr lang="en-US" smtClean="0"/>
              <a:t>‹#›</a:t>
            </a:fld>
            <a:endParaRPr lang="en-US"/>
          </a:p>
        </p:txBody>
      </p:sp>
    </p:spTree>
    <p:extLst>
      <p:ext uri="{BB962C8B-B14F-4D97-AF65-F5344CB8AC3E}">
        <p14:creationId xmlns:p14="http://schemas.microsoft.com/office/powerpoint/2010/main" val="40666272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46364-DCD0-4250-8A7F-E750FE0A117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47C357-6372-41C1-906C-9CAB252E961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33E2A7-94B0-4E29-9040-8B08783FAD6D}"/>
              </a:ext>
            </a:extLst>
          </p:cNvPr>
          <p:cNvSpPr>
            <a:spLocks noGrp="1"/>
          </p:cNvSpPr>
          <p:nvPr>
            <p:ph type="dt" sz="half" idx="10"/>
          </p:nvPr>
        </p:nvSpPr>
        <p:spPr/>
        <p:txBody>
          <a:bodyPr/>
          <a:lstStyle/>
          <a:p>
            <a:r>
              <a:rPr lang="en-US"/>
              <a:t>2022/2/2</a:t>
            </a:r>
          </a:p>
        </p:txBody>
      </p:sp>
      <p:sp>
        <p:nvSpPr>
          <p:cNvPr id="5" name="Footer Placeholder 4">
            <a:extLst>
              <a:ext uri="{FF2B5EF4-FFF2-40B4-BE49-F238E27FC236}">
                <a16:creationId xmlns:a16="http://schemas.microsoft.com/office/drawing/2014/main" id="{49ADF9C4-902D-46EF-820A-3E13EB5A0DDF}"/>
              </a:ext>
            </a:extLst>
          </p:cNvPr>
          <p:cNvSpPr>
            <a:spLocks noGrp="1"/>
          </p:cNvSpPr>
          <p:nvPr>
            <p:ph type="ftr" sz="quarter" idx="11"/>
          </p:nvPr>
        </p:nvSpPr>
        <p:spPr/>
        <p:txBody>
          <a:bodyPr/>
          <a:lstStyle/>
          <a:p>
            <a:r>
              <a:rPr lang="zh-TW" altLang="en-US"/>
              <a:t>電子制御工学科 卒業研究発表 </a:t>
            </a:r>
            <a:r>
              <a:rPr lang="en-US" altLang="zh-TW"/>
              <a:t>B-0</a:t>
            </a:r>
            <a:endParaRPr lang="en-US"/>
          </a:p>
        </p:txBody>
      </p:sp>
      <p:sp>
        <p:nvSpPr>
          <p:cNvPr id="6" name="Slide Number Placeholder 5">
            <a:extLst>
              <a:ext uri="{FF2B5EF4-FFF2-40B4-BE49-F238E27FC236}">
                <a16:creationId xmlns:a16="http://schemas.microsoft.com/office/drawing/2014/main" id="{215D7F3C-7375-40C4-968D-67E0D1B787F1}"/>
              </a:ext>
            </a:extLst>
          </p:cNvPr>
          <p:cNvSpPr>
            <a:spLocks noGrp="1"/>
          </p:cNvSpPr>
          <p:nvPr>
            <p:ph type="sldNum" sz="quarter" idx="12"/>
          </p:nvPr>
        </p:nvSpPr>
        <p:spPr/>
        <p:txBody>
          <a:bodyPr/>
          <a:lstStyle/>
          <a:p>
            <a:fld id="{465F6A33-8929-41AA-8A25-00E3AA79F1EE}" type="slidenum">
              <a:rPr lang="en-US" smtClean="0"/>
              <a:t>‹#›</a:t>
            </a:fld>
            <a:endParaRPr lang="en-US"/>
          </a:p>
        </p:txBody>
      </p:sp>
      <p:cxnSp>
        <p:nvCxnSpPr>
          <p:cNvPr id="10" name="Straight Connector 9">
            <a:extLst>
              <a:ext uri="{FF2B5EF4-FFF2-40B4-BE49-F238E27FC236}">
                <a16:creationId xmlns:a16="http://schemas.microsoft.com/office/drawing/2014/main" id="{435093DD-376A-404C-8AE6-507AB6F738F8}"/>
              </a:ext>
            </a:extLst>
          </p:cNvPr>
          <p:cNvCxnSpPr>
            <a:cxnSpLocks/>
          </p:cNvCxnSpPr>
          <p:nvPr userDrawn="1"/>
        </p:nvCxnSpPr>
        <p:spPr>
          <a:xfrm>
            <a:off x="381000" y="1184990"/>
            <a:ext cx="11430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66628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F58244-A5E0-4273-995C-75CE0C07ED94}"/>
              </a:ext>
            </a:extLst>
          </p:cNvPr>
          <p:cNvSpPr>
            <a:spLocks noGrp="1"/>
          </p:cNvSpPr>
          <p:nvPr>
            <p:ph type="dt" sz="half" idx="10"/>
          </p:nvPr>
        </p:nvSpPr>
        <p:spPr/>
        <p:txBody>
          <a:bodyPr/>
          <a:lstStyle/>
          <a:p>
            <a:r>
              <a:rPr lang="en-US"/>
              <a:t>2022/2/2</a:t>
            </a:r>
          </a:p>
        </p:txBody>
      </p:sp>
      <p:sp>
        <p:nvSpPr>
          <p:cNvPr id="3" name="Footer Placeholder 2">
            <a:extLst>
              <a:ext uri="{FF2B5EF4-FFF2-40B4-BE49-F238E27FC236}">
                <a16:creationId xmlns:a16="http://schemas.microsoft.com/office/drawing/2014/main" id="{B8A61F9C-4731-41F1-9A0D-475B501062AF}"/>
              </a:ext>
            </a:extLst>
          </p:cNvPr>
          <p:cNvSpPr>
            <a:spLocks noGrp="1"/>
          </p:cNvSpPr>
          <p:nvPr>
            <p:ph type="ftr" sz="quarter" idx="11"/>
          </p:nvPr>
        </p:nvSpPr>
        <p:spPr/>
        <p:txBody>
          <a:bodyPr/>
          <a:lstStyle/>
          <a:p>
            <a:r>
              <a:rPr lang="zh-TW" altLang="en-US"/>
              <a:t>電子制御工学科 卒業研究発表 </a:t>
            </a:r>
            <a:r>
              <a:rPr lang="en-US" altLang="zh-TW"/>
              <a:t>B-0</a:t>
            </a:r>
            <a:endParaRPr lang="en-US"/>
          </a:p>
        </p:txBody>
      </p:sp>
      <p:sp>
        <p:nvSpPr>
          <p:cNvPr id="4" name="Slide Number Placeholder 3">
            <a:extLst>
              <a:ext uri="{FF2B5EF4-FFF2-40B4-BE49-F238E27FC236}">
                <a16:creationId xmlns:a16="http://schemas.microsoft.com/office/drawing/2014/main" id="{215B7A6E-1AAC-4091-BFF0-33DE352CFA47}"/>
              </a:ext>
            </a:extLst>
          </p:cNvPr>
          <p:cNvSpPr>
            <a:spLocks noGrp="1"/>
          </p:cNvSpPr>
          <p:nvPr>
            <p:ph type="sldNum" sz="quarter" idx="12"/>
          </p:nvPr>
        </p:nvSpPr>
        <p:spPr/>
        <p:txBody>
          <a:bodyPr/>
          <a:lstStyle/>
          <a:p>
            <a:fld id="{465F6A33-8929-41AA-8A25-00E3AA79F1EE}" type="slidenum">
              <a:rPr lang="en-US" smtClean="0"/>
              <a:t>‹#›</a:t>
            </a:fld>
            <a:endParaRPr lang="en-US"/>
          </a:p>
        </p:txBody>
      </p:sp>
    </p:spTree>
    <p:extLst>
      <p:ext uri="{BB962C8B-B14F-4D97-AF65-F5344CB8AC3E}">
        <p14:creationId xmlns:p14="http://schemas.microsoft.com/office/powerpoint/2010/main" val="243419988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8BEB463-F310-470B-93F4-0BF45A4C2A44}"/>
              </a:ext>
            </a:extLst>
          </p:cNvPr>
          <p:cNvSpPr/>
          <p:nvPr userDrawn="1"/>
        </p:nvSpPr>
        <p:spPr>
          <a:xfrm>
            <a:off x="1" y="6400800"/>
            <a:ext cx="12192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
        <p:nvSpPr>
          <p:cNvPr id="8" name="Rectangle 7">
            <a:extLst>
              <a:ext uri="{FF2B5EF4-FFF2-40B4-BE49-F238E27FC236}">
                <a16:creationId xmlns:a16="http://schemas.microsoft.com/office/drawing/2014/main" id="{BF7F69EA-30F6-41D4-9283-D6FDDB055AD0}"/>
              </a:ext>
            </a:extLst>
          </p:cNvPr>
          <p:cNvSpPr/>
          <p:nvPr userDrawn="1"/>
        </p:nvSpPr>
        <p:spPr>
          <a:xfrm>
            <a:off x="0" y="6334316"/>
            <a:ext cx="12192001" cy="6599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
        <p:nvSpPr>
          <p:cNvPr id="2" name="Title Placeholder 1">
            <a:extLst>
              <a:ext uri="{FF2B5EF4-FFF2-40B4-BE49-F238E27FC236}">
                <a16:creationId xmlns:a16="http://schemas.microsoft.com/office/drawing/2014/main" id="{E246F3BB-5894-4878-B5EE-D47216F22D0B}"/>
              </a:ext>
            </a:extLst>
          </p:cNvPr>
          <p:cNvSpPr>
            <a:spLocks noGrp="1"/>
          </p:cNvSpPr>
          <p:nvPr>
            <p:ph type="title"/>
          </p:nvPr>
        </p:nvSpPr>
        <p:spPr>
          <a:xfrm>
            <a:off x="381000" y="179150"/>
            <a:ext cx="11430000" cy="1005840"/>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8CD3CD5E-CD44-4996-811B-5703AA43728B}"/>
              </a:ext>
            </a:extLst>
          </p:cNvPr>
          <p:cNvSpPr>
            <a:spLocks noGrp="1"/>
          </p:cNvSpPr>
          <p:nvPr>
            <p:ph type="body" idx="1"/>
          </p:nvPr>
        </p:nvSpPr>
        <p:spPr>
          <a:xfrm>
            <a:off x="381000" y="1375279"/>
            <a:ext cx="11430000" cy="48463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C41580-3E1A-4ED8-9D31-413ABD6A12E5}"/>
              </a:ext>
            </a:extLst>
          </p:cNvPr>
          <p:cNvSpPr>
            <a:spLocks noGrp="1"/>
          </p:cNvSpPr>
          <p:nvPr>
            <p:ph type="dt" sz="half" idx="2"/>
          </p:nvPr>
        </p:nvSpPr>
        <p:spPr>
          <a:xfrm>
            <a:off x="838200" y="6449338"/>
            <a:ext cx="2743200" cy="365125"/>
          </a:xfrm>
          <a:prstGeom prst="rect">
            <a:avLst/>
          </a:prstGeom>
        </p:spPr>
        <p:txBody>
          <a:bodyPr vert="horz" lIns="91440" tIns="45720" rIns="91440" bIns="45720" rtlCol="0" anchor="ctr"/>
          <a:lstStyle>
            <a:lvl1pPr algn="l">
              <a:defRPr sz="1200">
                <a:solidFill>
                  <a:schemeClr val="bg1"/>
                </a:solidFill>
              </a:defRPr>
            </a:lvl1pPr>
          </a:lstStyle>
          <a:p>
            <a:r>
              <a:rPr lang="en-US"/>
              <a:t>2022/2/2</a:t>
            </a:r>
          </a:p>
        </p:txBody>
      </p:sp>
      <p:sp>
        <p:nvSpPr>
          <p:cNvPr id="5" name="Footer Placeholder 4">
            <a:extLst>
              <a:ext uri="{FF2B5EF4-FFF2-40B4-BE49-F238E27FC236}">
                <a16:creationId xmlns:a16="http://schemas.microsoft.com/office/drawing/2014/main" id="{9FB587FC-8039-41F7-855C-D3E8F1B676D8}"/>
              </a:ext>
            </a:extLst>
          </p:cNvPr>
          <p:cNvSpPr>
            <a:spLocks noGrp="1"/>
          </p:cNvSpPr>
          <p:nvPr>
            <p:ph type="ftr" sz="quarter" idx="3"/>
          </p:nvPr>
        </p:nvSpPr>
        <p:spPr>
          <a:xfrm>
            <a:off x="4038600" y="6449338"/>
            <a:ext cx="4114800" cy="365125"/>
          </a:xfrm>
          <a:prstGeom prst="rect">
            <a:avLst/>
          </a:prstGeom>
        </p:spPr>
        <p:txBody>
          <a:bodyPr vert="horz" lIns="91440" tIns="45720" rIns="91440" bIns="45720" rtlCol="0" anchor="ctr"/>
          <a:lstStyle>
            <a:lvl1pPr algn="ctr">
              <a:defRPr sz="1200">
                <a:solidFill>
                  <a:schemeClr val="bg1"/>
                </a:solidFill>
              </a:defRPr>
            </a:lvl1pPr>
          </a:lstStyle>
          <a:p>
            <a:r>
              <a:rPr lang="zh-TW" altLang="en-US"/>
              <a:t>電子制御工学科 卒業研究発表 </a:t>
            </a:r>
            <a:r>
              <a:rPr lang="en-US" altLang="zh-TW"/>
              <a:t>B-0</a:t>
            </a:r>
            <a:endParaRPr lang="en-US"/>
          </a:p>
        </p:txBody>
      </p:sp>
      <p:sp>
        <p:nvSpPr>
          <p:cNvPr id="6" name="Slide Number Placeholder 5">
            <a:extLst>
              <a:ext uri="{FF2B5EF4-FFF2-40B4-BE49-F238E27FC236}">
                <a16:creationId xmlns:a16="http://schemas.microsoft.com/office/drawing/2014/main" id="{1A2568EF-5F67-4978-A93D-F45404C65A7C}"/>
              </a:ext>
            </a:extLst>
          </p:cNvPr>
          <p:cNvSpPr>
            <a:spLocks noGrp="1"/>
          </p:cNvSpPr>
          <p:nvPr>
            <p:ph type="sldNum" sz="quarter" idx="4"/>
          </p:nvPr>
        </p:nvSpPr>
        <p:spPr>
          <a:xfrm>
            <a:off x="8610600" y="6449338"/>
            <a:ext cx="2743200" cy="365125"/>
          </a:xfrm>
          <a:prstGeom prst="rect">
            <a:avLst/>
          </a:prstGeom>
        </p:spPr>
        <p:txBody>
          <a:bodyPr vert="horz" lIns="91440" tIns="45720" rIns="91440" bIns="45720" rtlCol="0" anchor="ctr"/>
          <a:lstStyle>
            <a:lvl1pPr algn="r">
              <a:defRPr sz="1200">
                <a:solidFill>
                  <a:schemeClr val="bg1"/>
                </a:solidFill>
              </a:defRPr>
            </a:lvl1pPr>
          </a:lstStyle>
          <a:p>
            <a:fld id="{465F6A33-8929-41AA-8A25-00E3AA79F1EE}" type="slidenum">
              <a:rPr lang="en-US" smtClean="0"/>
              <a:pPr/>
              <a:t>‹#›</a:t>
            </a:fld>
            <a:endParaRPr lang="en-US"/>
          </a:p>
        </p:txBody>
      </p:sp>
    </p:spTree>
    <p:extLst>
      <p:ext uri="{BB962C8B-B14F-4D97-AF65-F5344CB8AC3E}">
        <p14:creationId xmlns:p14="http://schemas.microsoft.com/office/powerpoint/2010/main" val="18259288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5" r:id="rId3"/>
  </p:sldLayoutIdLst>
  <p:hf hdr="0"/>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Font typeface="Arial" panose="020B0604020202020204" pitchFamily="34" charset="0"/>
        <a:buNone/>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jpeg"/></Relationships>
</file>

<file path=ppt/slides/_rels/slide7.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1.xml"/><Relationship Id="rId4" Type="http://schemas.openxmlformats.org/officeDocument/2006/relationships/notesSlide" Target="../notesSlides/notesSlide7.xml"/><Relationship Id="rId5"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73128-5879-449C-B673-023262E2C42B}"/>
              </a:ext>
            </a:extLst>
          </p:cNvPr>
          <p:cNvSpPr>
            <a:spLocks noGrp="1"/>
          </p:cNvSpPr>
          <p:nvPr>
            <p:ph type="ctrTitle"/>
          </p:nvPr>
        </p:nvSpPr>
        <p:spPr>
          <a:xfrm>
            <a:off x="666457" y="1041400"/>
            <a:ext cx="10859086" cy="2387600"/>
          </a:xfrm>
        </p:spPr>
        <p:txBody>
          <a:bodyPr>
            <a:normAutofit/>
          </a:bodyPr>
          <a:lstStyle/>
          <a:p>
            <a:br>
              <a:rPr lang="en-US" altLang="ja-JP" sz="4400"/>
            </a:br>
            <a:r>
              <a:rPr kumimoji="1" lang="ja-JP" altLang="en-US" sz="3600"/>
              <a:t>スポーツの姿勢推定のための</a:t>
            </a:r>
            <a:br>
              <a:rPr kumimoji="1" lang="en-US" altLang="ja-JP" sz="3600"/>
            </a:br>
            <a:r>
              <a:rPr kumimoji="1" lang="ja-JP" altLang="en-US" sz="3600"/>
              <a:t>人体モデル拡張と追加学習</a:t>
            </a:r>
            <a:endParaRPr lang="en-US" sz="4400"/>
          </a:p>
        </p:txBody>
      </p:sp>
      <p:sp>
        <p:nvSpPr>
          <p:cNvPr id="3" name="Subtitle 2">
            <a:extLst>
              <a:ext uri="{FF2B5EF4-FFF2-40B4-BE49-F238E27FC236}">
                <a16:creationId xmlns:a16="http://schemas.microsoft.com/office/drawing/2014/main" id="{69C65799-1058-4F6E-ADC4-0E217393E526}"/>
              </a:ext>
            </a:extLst>
          </p:cNvPr>
          <p:cNvSpPr>
            <a:spLocks noGrp="1"/>
          </p:cNvSpPr>
          <p:nvPr>
            <p:ph type="subTitle" idx="1"/>
          </p:nvPr>
        </p:nvSpPr>
        <p:spPr>
          <a:xfrm>
            <a:off x="381000" y="3557298"/>
            <a:ext cx="11430000" cy="1097280"/>
          </a:xfrm>
        </p:spPr>
        <p:txBody>
          <a:bodyPr/>
          <a:lstStyle/>
          <a:p>
            <a:r>
              <a:rPr lang="ja-JP" altLang="en-US"/>
              <a:t>　</a:t>
            </a:r>
            <a:r>
              <a:rPr lang="en-US" altLang="ja-JP"/>
              <a:t> </a:t>
            </a:r>
            <a:r>
              <a:rPr lang="ja-JP" altLang="en-US"/>
              <a:t>長岡工業高等専門学校　視覚情報処理研究室　野口凜人</a:t>
            </a:r>
            <a:endParaRPr lang="en-US"/>
          </a:p>
        </p:txBody>
      </p:sp>
      <p:sp>
        <p:nvSpPr>
          <p:cNvPr id="4" name="Date Placeholder 3">
            <a:extLst>
              <a:ext uri="{FF2B5EF4-FFF2-40B4-BE49-F238E27FC236}">
                <a16:creationId xmlns:a16="http://schemas.microsoft.com/office/drawing/2014/main" id="{9E517A19-D6AC-4410-95AD-6AB703636F6A}"/>
              </a:ext>
            </a:extLst>
          </p:cNvPr>
          <p:cNvSpPr>
            <a:spLocks noGrp="1"/>
          </p:cNvSpPr>
          <p:nvPr>
            <p:ph type="dt" sz="half" idx="10"/>
          </p:nvPr>
        </p:nvSpPr>
        <p:spPr/>
        <p:txBody>
          <a:bodyPr/>
          <a:lstStyle/>
          <a:p>
            <a:r>
              <a:rPr lang="en-US"/>
              <a:t>2026/9/24</a:t>
            </a:r>
          </a:p>
        </p:txBody>
      </p:sp>
      <p:sp>
        <p:nvSpPr>
          <p:cNvPr id="5" name="Footer Placeholder 4">
            <a:extLst>
              <a:ext uri="{FF2B5EF4-FFF2-40B4-BE49-F238E27FC236}">
                <a16:creationId xmlns:a16="http://schemas.microsoft.com/office/drawing/2014/main" id="{88920050-2E2D-4E56-80AB-39A6BC114275}"/>
              </a:ext>
            </a:extLst>
          </p:cNvPr>
          <p:cNvSpPr>
            <a:spLocks noGrp="1"/>
          </p:cNvSpPr>
          <p:nvPr>
            <p:ph type="ftr" sz="quarter" idx="11"/>
          </p:nvPr>
        </p:nvSpPr>
        <p:spPr/>
        <p:txBody>
          <a:bodyPr/>
          <a:lstStyle/>
          <a:p>
            <a:r>
              <a:rPr lang="en-US"/>
              <a:t>A-14-02</a:t>
            </a:r>
          </a:p>
        </p:txBody>
      </p:sp>
      <p:sp>
        <p:nvSpPr>
          <p:cNvPr id="6" name="Slide Number Placeholder 5">
            <a:extLst>
              <a:ext uri="{FF2B5EF4-FFF2-40B4-BE49-F238E27FC236}">
                <a16:creationId xmlns:a16="http://schemas.microsoft.com/office/drawing/2014/main" id="{B11F6BF4-AE6B-4046-B909-8EDB70C1E760}"/>
              </a:ext>
            </a:extLst>
          </p:cNvPr>
          <p:cNvSpPr>
            <a:spLocks noGrp="1"/>
          </p:cNvSpPr>
          <p:nvPr>
            <p:ph type="sldNum" sz="quarter" idx="12"/>
          </p:nvPr>
        </p:nvSpPr>
        <p:spPr/>
        <p:txBody>
          <a:bodyPr/>
          <a:lstStyle/>
          <a:p>
            <a:fld id="{465F6A33-8929-41AA-8A25-00E3AA79F1EE}" type="slidenum">
              <a:rPr lang="en-US" smtClean="0"/>
              <a:t>1</a:t>
            </a:fld>
            <a:endParaRPr lang="en-US"/>
          </a:p>
        </p:txBody>
      </p:sp>
    </p:spTree>
    <p:extLst>
      <p:ext uri="{BB962C8B-B14F-4D97-AF65-F5344CB8AC3E}">
        <p14:creationId xmlns:p14="http://schemas.microsoft.com/office/powerpoint/2010/main" val="40395119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EE71F-CDF7-094B-23C2-38F9CE0286AC}"/>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4A95FE9-F388-A9E7-F886-050CDF5DD081}"/>
              </a:ext>
            </a:extLst>
          </p:cNvPr>
          <p:cNvSpPr>
            <a:spLocks noGrp="1"/>
          </p:cNvSpPr>
          <p:nvPr>
            <p:ph type="sldNum" sz="quarter" idx="12"/>
          </p:nvPr>
        </p:nvSpPr>
        <p:spPr/>
        <p:txBody>
          <a:bodyPr/>
          <a:lstStyle/>
          <a:p>
            <a:fld id="{465F6A33-8929-41AA-8A25-00E3AA79F1EE}" type="slidenum">
              <a:rPr lang="en-US" smtClean="0"/>
              <a:t>2</a:t>
            </a:fld>
            <a:endParaRPr lang="en-US"/>
          </a:p>
        </p:txBody>
      </p:sp>
      <p:sp>
        <p:nvSpPr>
          <p:cNvPr id="11" name="テキスト ボックス 10">
            <a:extLst>
              <a:ext uri="{FF2B5EF4-FFF2-40B4-BE49-F238E27FC236}">
                <a16:creationId xmlns:a16="http://schemas.microsoft.com/office/drawing/2014/main" id="{B171C714-A3D1-7EBD-3E35-C3D40A04CFCC}"/>
              </a:ext>
            </a:extLst>
          </p:cNvPr>
          <p:cNvSpPr txBox="1"/>
          <p:nvPr/>
        </p:nvSpPr>
        <p:spPr>
          <a:xfrm>
            <a:off x="277091" y="258618"/>
            <a:ext cx="6465454" cy="646331"/>
          </a:xfrm>
          <a:prstGeom prst="rect">
            <a:avLst/>
          </a:prstGeom>
          <a:noFill/>
        </p:spPr>
        <p:txBody>
          <a:bodyPr wrap="square" rtlCol="0">
            <a:spAutoFit/>
          </a:bodyPr>
          <a:lstStyle/>
          <a:p>
            <a:r>
              <a:rPr kumimoji="1" lang="ja-JP" altLang="en-US" sz="3600"/>
              <a:t>背景</a:t>
            </a:r>
          </a:p>
        </p:txBody>
      </p:sp>
      <p:cxnSp>
        <p:nvCxnSpPr>
          <p:cNvPr id="10" name="直線コネクタ 9">
            <a:extLst>
              <a:ext uri="{FF2B5EF4-FFF2-40B4-BE49-F238E27FC236}">
                <a16:creationId xmlns:a16="http://schemas.microsoft.com/office/drawing/2014/main" id="{8A36B44A-39B8-6017-A578-58F85CFFA95D}"/>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 name="グループ化 6">
            <a:extLst>
              <a:ext uri="{FF2B5EF4-FFF2-40B4-BE49-F238E27FC236}">
                <a16:creationId xmlns:a16="http://schemas.microsoft.com/office/drawing/2014/main" id="{662D2841-6813-C8EA-2B89-08C07FD60042}"/>
              </a:ext>
            </a:extLst>
          </p:cNvPr>
          <p:cNvGrpSpPr/>
          <p:nvPr/>
        </p:nvGrpSpPr>
        <p:grpSpPr>
          <a:xfrm>
            <a:off x="8777879" y="3954279"/>
            <a:ext cx="2854826" cy="2379439"/>
            <a:chOff x="7320023" y="3938658"/>
            <a:chExt cx="2854826" cy="2379439"/>
          </a:xfrm>
        </p:grpSpPr>
        <p:sp>
          <p:nvSpPr>
            <p:cNvPr id="20" name="テキスト ボックス 19">
              <a:extLst>
                <a:ext uri="{FF2B5EF4-FFF2-40B4-BE49-F238E27FC236}">
                  <a16:creationId xmlns:a16="http://schemas.microsoft.com/office/drawing/2014/main" id="{7F7F6181-C643-AAAF-AEC8-E15A70BD9755}"/>
                </a:ext>
              </a:extLst>
            </p:cNvPr>
            <p:cNvSpPr txBox="1"/>
            <p:nvPr/>
          </p:nvSpPr>
          <p:spPr>
            <a:xfrm>
              <a:off x="9062905" y="5979543"/>
              <a:ext cx="1042835" cy="338554"/>
            </a:xfrm>
            <a:prstGeom prst="rect">
              <a:avLst/>
            </a:prstGeom>
            <a:noFill/>
          </p:spPr>
          <p:txBody>
            <a:bodyPr vert="horz" wrap="square" rtlCol="0">
              <a:spAutoFit/>
            </a:bodyPr>
            <a:lstStyle/>
            <a:p>
              <a:r>
                <a:rPr lang="ja-JP" altLang="en-US" sz="1600"/>
                <a:t>ポーズ</a:t>
              </a:r>
              <a:endParaRPr lang="en-US" altLang="ja-JP" sz="1600"/>
            </a:p>
          </p:txBody>
        </p:sp>
        <p:grpSp>
          <p:nvGrpSpPr>
            <p:cNvPr id="39" name="グループ化 38">
              <a:extLst>
                <a:ext uri="{FF2B5EF4-FFF2-40B4-BE49-F238E27FC236}">
                  <a16:creationId xmlns:a16="http://schemas.microsoft.com/office/drawing/2014/main" id="{EC2BACAF-0DCD-599C-5DD4-CD009F160B6F}"/>
                </a:ext>
              </a:extLst>
            </p:cNvPr>
            <p:cNvGrpSpPr/>
            <p:nvPr/>
          </p:nvGrpSpPr>
          <p:grpSpPr>
            <a:xfrm>
              <a:off x="7320023" y="4479883"/>
              <a:ext cx="1177959" cy="1838214"/>
              <a:chOff x="3971207" y="3027073"/>
              <a:chExt cx="1363763" cy="2130526"/>
            </a:xfrm>
          </p:grpSpPr>
          <p:pic>
            <p:nvPicPr>
              <p:cNvPr id="38" name="図 37" descr="衣類, 選手, 持つ, 男 が含まれている画像&#10;&#10;AI 生成コンテンツは誤りを含む可能性があります。">
                <a:extLst>
                  <a:ext uri="{FF2B5EF4-FFF2-40B4-BE49-F238E27FC236}">
                    <a16:creationId xmlns:a16="http://schemas.microsoft.com/office/drawing/2014/main" id="{96DAF670-F4E4-B7B2-5DFF-0ED5E1598E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1124" y="3027073"/>
                <a:ext cx="858268" cy="1642741"/>
              </a:xfrm>
              <a:prstGeom prst="rect">
                <a:avLst/>
              </a:prstGeom>
            </p:spPr>
          </p:pic>
          <p:grpSp>
            <p:nvGrpSpPr>
              <p:cNvPr id="16" name="グループ化 15">
                <a:extLst>
                  <a:ext uri="{FF2B5EF4-FFF2-40B4-BE49-F238E27FC236}">
                    <a16:creationId xmlns:a16="http://schemas.microsoft.com/office/drawing/2014/main" id="{4B4FD0D9-611E-4C00-3935-FB1567A10461}"/>
                  </a:ext>
                </a:extLst>
              </p:cNvPr>
              <p:cNvGrpSpPr/>
              <p:nvPr/>
            </p:nvGrpSpPr>
            <p:grpSpPr>
              <a:xfrm>
                <a:off x="3971207" y="3027074"/>
                <a:ext cx="1363763" cy="2130525"/>
                <a:chOff x="5965646" y="4090015"/>
                <a:chExt cx="1363763" cy="2130525"/>
              </a:xfrm>
            </p:grpSpPr>
            <p:sp>
              <p:nvSpPr>
                <p:cNvPr id="17" name="正方形/長方形 16">
                  <a:extLst>
                    <a:ext uri="{FF2B5EF4-FFF2-40B4-BE49-F238E27FC236}">
                      <a16:creationId xmlns:a16="http://schemas.microsoft.com/office/drawing/2014/main" id="{B06E5D19-8A83-AF9D-84DA-689064E00033}"/>
                    </a:ext>
                  </a:extLst>
                </p:cNvPr>
                <p:cNvSpPr/>
                <p:nvPr/>
              </p:nvSpPr>
              <p:spPr>
                <a:xfrm>
                  <a:off x="5965646" y="4090015"/>
                  <a:ext cx="1186174" cy="1673911"/>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A4D793F4-5A1F-7434-571E-E18FD4712A3D}"/>
                    </a:ext>
                  </a:extLst>
                </p:cNvPr>
                <p:cNvSpPr txBox="1"/>
                <p:nvPr/>
              </p:nvSpPr>
              <p:spPr>
                <a:xfrm>
                  <a:off x="6122082" y="5828149"/>
                  <a:ext cx="1207327" cy="392391"/>
                </a:xfrm>
                <a:prstGeom prst="rect">
                  <a:avLst/>
                </a:prstGeom>
                <a:noFill/>
              </p:spPr>
              <p:txBody>
                <a:bodyPr vert="horz" wrap="square" rtlCol="0">
                  <a:spAutoFit/>
                </a:bodyPr>
                <a:lstStyle/>
                <a:p>
                  <a:r>
                    <a:rPr lang="ja-JP" altLang="en-US" sz="1600"/>
                    <a:t>画像</a:t>
                  </a:r>
                  <a:endParaRPr lang="en-US" altLang="ja-JP" sz="1600"/>
                </a:p>
              </p:txBody>
            </p:sp>
          </p:grpSp>
        </p:grpSp>
        <p:grpSp>
          <p:nvGrpSpPr>
            <p:cNvPr id="13" name="グループ化 12">
              <a:extLst>
                <a:ext uri="{FF2B5EF4-FFF2-40B4-BE49-F238E27FC236}">
                  <a16:creationId xmlns:a16="http://schemas.microsoft.com/office/drawing/2014/main" id="{D198C248-8387-B1B8-9D3F-861041F59592}"/>
                </a:ext>
              </a:extLst>
            </p:cNvPr>
            <p:cNvGrpSpPr/>
            <p:nvPr/>
          </p:nvGrpSpPr>
          <p:grpSpPr>
            <a:xfrm>
              <a:off x="9202205" y="4370266"/>
              <a:ext cx="612768" cy="1568754"/>
              <a:chOff x="4716549" y="3179359"/>
              <a:chExt cx="445606" cy="1309908"/>
            </a:xfrm>
          </p:grpSpPr>
          <p:cxnSp>
            <p:nvCxnSpPr>
              <p:cNvPr id="21" name="直線コネクタ 20">
                <a:extLst>
                  <a:ext uri="{FF2B5EF4-FFF2-40B4-BE49-F238E27FC236}">
                    <a16:creationId xmlns:a16="http://schemas.microsoft.com/office/drawing/2014/main" id="{5DA2054B-68FE-6650-53CE-736075FFFAA9}"/>
                  </a:ext>
                </a:extLst>
              </p:cNvPr>
              <p:cNvCxnSpPr>
                <a:cxnSpLocks/>
              </p:cNvCxnSpPr>
              <p:nvPr/>
            </p:nvCxnSpPr>
            <p:spPr>
              <a:xfrm flipV="1">
                <a:off x="5073264" y="3854192"/>
                <a:ext cx="0" cy="300282"/>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直線コネクタ 21">
                <a:extLst>
                  <a:ext uri="{FF2B5EF4-FFF2-40B4-BE49-F238E27FC236}">
                    <a16:creationId xmlns:a16="http://schemas.microsoft.com/office/drawing/2014/main" id="{02D102BF-DBFD-FB76-F56F-B6B958DF8BCB}"/>
                  </a:ext>
                </a:extLst>
              </p:cNvPr>
              <p:cNvCxnSpPr>
                <a:cxnSpLocks/>
              </p:cNvCxnSpPr>
              <p:nvPr/>
            </p:nvCxnSpPr>
            <p:spPr>
              <a:xfrm>
                <a:off x="4836998" y="3861587"/>
                <a:ext cx="239125"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直線コネクタ 22">
                <a:extLst>
                  <a:ext uri="{FF2B5EF4-FFF2-40B4-BE49-F238E27FC236}">
                    <a16:creationId xmlns:a16="http://schemas.microsoft.com/office/drawing/2014/main" id="{8E7ADD21-D823-034C-F3CD-4FC1BA603289}"/>
                  </a:ext>
                </a:extLst>
              </p:cNvPr>
              <p:cNvCxnSpPr>
                <a:cxnSpLocks/>
              </p:cNvCxnSpPr>
              <p:nvPr/>
            </p:nvCxnSpPr>
            <p:spPr>
              <a:xfrm flipH="1" flipV="1">
                <a:off x="4946086" y="3564183"/>
                <a:ext cx="8281" cy="302645"/>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 name="直線コネクタ 23">
                <a:extLst>
                  <a:ext uri="{FF2B5EF4-FFF2-40B4-BE49-F238E27FC236}">
                    <a16:creationId xmlns:a16="http://schemas.microsoft.com/office/drawing/2014/main" id="{385A1A20-0A5B-C762-13D7-E9D842772818}"/>
                  </a:ext>
                </a:extLst>
              </p:cNvPr>
              <p:cNvCxnSpPr>
                <a:cxnSpLocks/>
              </p:cNvCxnSpPr>
              <p:nvPr/>
            </p:nvCxnSpPr>
            <p:spPr>
              <a:xfrm>
                <a:off x="4815231" y="3365289"/>
                <a:ext cx="111873" cy="969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5" name="直線コネクタ 24">
                <a:extLst>
                  <a:ext uri="{FF2B5EF4-FFF2-40B4-BE49-F238E27FC236}">
                    <a16:creationId xmlns:a16="http://schemas.microsoft.com/office/drawing/2014/main" id="{26A6465F-F7CB-2552-2A15-2BB6497A28F4}"/>
                  </a:ext>
                </a:extLst>
              </p:cNvPr>
              <p:cNvCxnSpPr>
                <a:cxnSpLocks/>
              </p:cNvCxnSpPr>
              <p:nvPr/>
            </p:nvCxnSpPr>
            <p:spPr>
              <a:xfrm flipH="1" flipV="1">
                <a:off x="5073843" y="3362158"/>
                <a:ext cx="88312" cy="26891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 name="直線コネクタ 25">
                <a:extLst>
                  <a:ext uri="{FF2B5EF4-FFF2-40B4-BE49-F238E27FC236}">
                    <a16:creationId xmlns:a16="http://schemas.microsoft.com/office/drawing/2014/main" id="{BC233B13-15A5-29DC-760C-2E81D19701A1}"/>
                  </a:ext>
                </a:extLst>
              </p:cNvPr>
              <p:cNvCxnSpPr>
                <a:cxnSpLocks/>
              </p:cNvCxnSpPr>
              <p:nvPr/>
            </p:nvCxnSpPr>
            <p:spPr>
              <a:xfrm flipV="1">
                <a:off x="4931300" y="3275562"/>
                <a:ext cx="0" cy="99426"/>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直線コネクタ 26">
                <a:extLst>
                  <a:ext uri="{FF2B5EF4-FFF2-40B4-BE49-F238E27FC236}">
                    <a16:creationId xmlns:a16="http://schemas.microsoft.com/office/drawing/2014/main" id="{7A64AE27-CC35-5FA2-119B-EB962E748E79}"/>
                  </a:ext>
                </a:extLst>
              </p:cNvPr>
              <p:cNvCxnSpPr>
                <a:cxnSpLocks/>
              </p:cNvCxnSpPr>
              <p:nvPr/>
            </p:nvCxnSpPr>
            <p:spPr>
              <a:xfrm>
                <a:off x="4994426" y="3596905"/>
                <a:ext cx="167729" cy="34172"/>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直線コネクタ 27">
                <a:extLst>
                  <a:ext uri="{FF2B5EF4-FFF2-40B4-BE49-F238E27FC236}">
                    <a16:creationId xmlns:a16="http://schemas.microsoft.com/office/drawing/2014/main" id="{303FD21E-986C-98D3-5EB7-F15C88191E2C}"/>
                  </a:ext>
                </a:extLst>
              </p:cNvPr>
              <p:cNvCxnSpPr>
                <a:cxnSpLocks/>
              </p:cNvCxnSpPr>
              <p:nvPr/>
            </p:nvCxnSpPr>
            <p:spPr>
              <a:xfrm flipH="1" flipV="1">
                <a:off x="5070038" y="4142343"/>
                <a:ext cx="73843" cy="341674"/>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 name="直線コネクタ 28">
                <a:extLst>
                  <a:ext uri="{FF2B5EF4-FFF2-40B4-BE49-F238E27FC236}">
                    <a16:creationId xmlns:a16="http://schemas.microsoft.com/office/drawing/2014/main" id="{FB9A37A3-F337-2F6E-C9E1-3D73ECB426C2}"/>
                  </a:ext>
                </a:extLst>
              </p:cNvPr>
              <p:cNvCxnSpPr>
                <a:cxnSpLocks/>
              </p:cNvCxnSpPr>
              <p:nvPr/>
            </p:nvCxnSpPr>
            <p:spPr>
              <a:xfrm flipV="1">
                <a:off x="4723290" y="3860889"/>
                <a:ext cx="127761" cy="30056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 name="直線コネクタ 29">
                <a:extLst>
                  <a:ext uri="{FF2B5EF4-FFF2-40B4-BE49-F238E27FC236}">
                    <a16:creationId xmlns:a16="http://schemas.microsoft.com/office/drawing/2014/main" id="{3448AB11-87E1-F81F-1F11-C5671953D2FC}"/>
                  </a:ext>
                </a:extLst>
              </p:cNvPr>
              <p:cNvCxnSpPr>
                <a:cxnSpLocks/>
              </p:cNvCxnSpPr>
              <p:nvPr/>
            </p:nvCxnSpPr>
            <p:spPr>
              <a:xfrm flipH="1" flipV="1">
                <a:off x="4723507" y="4154474"/>
                <a:ext cx="113491" cy="334793"/>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1" name="直線コネクタ 30">
                <a:extLst>
                  <a:ext uri="{FF2B5EF4-FFF2-40B4-BE49-F238E27FC236}">
                    <a16:creationId xmlns:a16="http://schemas.microsoft.com/office/drawing/2014/main" id="{81C7EE3E-57DC-EF29-5EB8-7923368FE995}"/>
                  </a:ext>
                </a:extLst>
              </p:cNvPr>
              <p:cNvCxnSpPr>
                <a:cxnSpLocks/>
              </p:cNvCxnSpPr>
              <p:nvPr/>
            </p:nvCxnSpPr>
            <p:spPr>
              <a:xfrm flipH="1" flipV="1">
                <a:off x="4915224" y="3179359"/>
                <a:ext cx="14423" cy="9326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2" name="直線コネクタ 31">
                <a:extLst>
                  <a:ext uri="{FF2B5EF4-FFF2-40B4-BE49-F238E27FC236}">
                    <a16:creationId xmlns:a16="http://schemas.microsoft.com/office/drawing/2014/main" id="{04D70CC0-4660-9779-AE96-54A6FBBA3176}"/>
                  </a:ext>
                </a:extLst>
              </p:cNvPr>
              <p:cNvCxnSpPr>
                <a:cxnSpLocks/>
              </p:cNvCxnSpPr>
              <p:nvPr/>
            </p:nvCxnSpPr>
            <p:spPr>
              <a:xfrm flipV="1">
                <a:off x="4924319" y="3370750"/>
                <a:ext cx="149098" cy="947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3" name="直線コネクタ 32">
                <a:extLst>
                  <a:ext uri="{FF2B5EF4-FFF2-40B4-BE49-F238E27FC236}">
                    <a16:creationId xmlns:a16="http://schemas.microsoft.com/office/drawing/2014/main" id="{24CD7291-42BC-A22E-102D-286D759889AD}"/>
                  </a:ext>
                </a:extLst>
              </p:cNvPr>
              <p:cNvCxnSpPr>
                <a:cxnSpLocks/>
              </p:cNvCxnSpPr>
              <p:nvPr/>
            </p:nvCxnSpPr>
            <p:spPr>
              <a:xfrm flipV="1">
                <a:off x="4716549" y="3353479"/>
                <a:ext cx="96679" cy="24715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4" name="直線コネクタ 33">
                <a:extLst>
                  <a:ext uri="{FF2B5EF4-FFF2-40B4-BE49-F238E27FC236}">
                    <a16:creationId xmlns:a16="http://schemas.microsoft.com/office/drawing/2014/main" id="{BBADED70-5181-A95A-F80D-F90D626E48D4}"/>
                  </a:ext>
                </a:extLst>
              </p:cNvPr>
              <p:cNvCxnSpPr>
                <a:cxnSpLocks/>
              </p:cNvCxnSpPr>
              <p:nvPr/>
            </p:nvCxnSpPr>
            <p:spPr>
              <a:xfrm flipH="1">
                <a:off x="4716549" y="3362158"/>
                <a:ext cx="48339" cy="23847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7" name="直線コネクタ 36">
                <a:extLst>
                  <a:ext uri="{FF2B5EF4-FFF2-40B4-BE49-F238E27FC236}">
                    <a16:creationId xmlns:a16="http://schemas.microsoft.com/office/drawing/2014/main" id="{7715D6E8-EF03-50A8-4284-87F517BA3EC5}"/>
                  </a:ext>
                </a:extLst>
              </p:cNvPr>
              <p:cNvCxnSpPr>
                <a:cxnSpLocks/>
              </p:cNvCxnSpPr>
              <p:nvPr/>
            </p:nvCxnSpPr>
            <p:spPr>
              <a:xfrm flipH="1" flipV="1">
                <a:off x="4930588" y="3374971"/>
                <a:ext cx="15249" cy="204212"/>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61" name="テキスト ボックス 60">
              <a:extLst>
                <a:ext uri="{FF2B5EF4-FFF2-40B4-BE49-F238E27FC236}">
                  <a16:creationId xmlns:a16="http://schemas.microsoft.com/office/drawing/2014/main" id="{110A89B7-1DB8-733D-4807-57C43E7D82CD}"/>
                </a:ext>
              </a:extLst>
            </p:cNvPr>
            <p:cNvSpPr txBox="1"/>
            <p:nvPr/>
          </p:nvSpPr>
          <p:spPr>
            <a:xfrm>
              <a:off x="7845216" y="3938658"/>
              <a:ext cx="2329633" cy="400110"/>
            </a:xfrm>
            <a:prstGeom prst="rect">
              <a:avLst/>
            </a:prstGeom>
            <a:noFill/>
          </p:spPr>
          <p:txBody>
            <a:bodyPr wrap="square" rtlCol="0">
              <a:spAutoFit/>
            </a:bodyPr>
            <a:lstStyle/>
            <a:p>
              <a:r>
                <a:rPr kumimoji="1" lang="ja-JP" altLang="en-US" sz="2000"/>
                <a:t>データセット</a:t>
              </a:r>
              <a:endParaRPr kumimoji="1" lang="en-US" altLang="ja-JP" sz="2000"/>
            </a:p>
          </p:txBody>
        </p:sp>
      </p:grpSp>
      <p:sp>
        <p:nvSpPr>
          <p:cNvPr id="9" name="TextBox 3">
            <a:extLst>
              <a:ext uri="{FF2B5EF4-FFF2-40B4-BE49-F238E27FC236}">
                <a16:creationId xmlns:a16="http://schemas.microsoft.com/office/drawing/2014/main" id="{EF829B69-4BE3-6BE4-CA40-1DF293AB198C}"/>
              </a:ext>
            </a:extLst>
          </p:cNvPr>
          <p:cNvSpPr txBox="1"/>
          <p:nvPr/>
        </p:nvSpPr>
        <p:spPr>
          <a:xfrm>
            <a:off x="581024" y="1152413"/>
            <a:ext cx="12186709" cy="2612767"/>
          </a:xfrm>
          <a:prstGeom prst="rect">
            <a:avLst/>
          </a:prstGeom>
          <a:noFill/>
        </p:spPr>
        <p:txBody>
          <a:bodyPr wrap="square" lIns="0" tIns="0" rIns="0" bIns="0" anchor="t">
            <a:spAutoFit/>
          </a:bodyPr>
          <a:lstStyle/>
          <a:p>
            <a:pPr algn="l">
              <a:lnSpc>
                <a:spcPts val="2400"/>
              </a:lnSpc>
            </a:pPr>
            <a:r>
              <a:rPr sz="2000" i="0" u="none" err="1">
                <a:solidFill>
                  <a:srgbClr val="000000"/>
                </a:solidFill>
                <a:latin typeface="Noto Sans JP"/>
              </a:rPr>
              <a:t>スポーツにおける姿勢推定の</a:t>
            </a:r>
            <a:r>
              <a:rPr lang="ja-JP" altLang="en-US" sz="2000" i="0" u="none">
                <a:solidFill>
                  <a:srgbClr val="000000"/>
                </a:solidFill>
                <a:latin typeface="Noto Sans JP"/>
              </a:rPr>
              <a:t>活用</a:t>
            </a:r>
            <a:endParaRPr lang="en-US" sz="2000" i="0" u="none">
              <a:solidFill>
                <a:srgbClr val="000000"/>
              </a:solidFill>
              <a:latin typeface="Noto Sans JP"/>
            </a:endParaRPr>
          </a:p>
          <a:p>
            <a:pPr>
              <a:lnSpc>
                <a:spcPts val="2550"/>
              </a:lnSpc>
            </a:pPr>
            <a:r>
              <a:rPr lang="ja-JP" altLang="en-US" sz="2000">
                <a:solidFill>
                  <a:srgbClr val="222222"/>
                </a:solidFill>
                <a:latin typeface="Noto Sans JP"/>
              </a:rPr>
              <a:t>・モーションキャプチャの装着は競技性や安全性を損なう　→　動画像からの姿勢推定</a:t>
            </a:r>
            <a:endParaRPr lang="en-US" altLang="ja-JP" sz="2000">
              <a:solidFill>
                <a:srgbClr val="222222"/>
              </a:solidFill>
              <a:latin typeface="Noto Sans JP"/>
            </a:endParaRPr>
          </a:p>
          <a:p>
            <a:pPr>
              <a:lnSpc>
                <a:spcPts val="2550"/>
              </a:lnSpc>
            </a:pPr>
            <a:endParaRPr lang="en-US" altLang="ja-JP" sz="2000">
              <a:solidFill>
                <a:srgbClr val="222222"/>
              </a:solidFill>
              <a:latin typeface="Noto Sans JP"/>
            </a:endParaRPr>
          </a:p>
          <a:p>
            <a:pPr>
              <a:lnSpc>
                <a:spcPts val="2550"/>
              </a:lnSpc>
            </a:pPr>
            <a:r>
              <a:rPr lang="ja-JP" altLang="en-US" sz="2000">
                <a:solidFill>
                  <a:srgbClr val="222222"/>
                </a:solidFill>
                <a:latin typeface="Noto Sans JP"/>
              </a:rPr>
              <a:t>動画像からの姿勢推定</a:t>
            </a:r>
            <a:r>
              <a:rPr lang="ja-JP" altLang="en-US" sz="2000">
                <a:solidFill>
                  <a:srgbClr val="000000"/>
                </a:solidFill>
                <a:latin typeface="Noto Sans JP"/>
              </a:rPr>
              <a:t>の課題</a:t>
            </a:r>
          </a:p>
          <a:p>
            <a:pPr>
              <a:lnSpc>
                <a:spcPts val="2550"/>
              </a:lnSpc>
            </a:pPr>
            <a:r>
              <a:rPr lang="ja-JP" altLang="en-US" sz="2000">
                <a:solidFill>
                  <a:srgbClr val="000000"/>
                </a:solidFill>
                <a:latin typeface="Noto Sans JP"/>
              </a:rPr>
              <a:t>・オクルージョン：</a:t>
            </a:r>
            <a:r>
              <a:rPr lang="ja-JP" altLang="en-US" sz="2000">
                <a:solidFill>
                  <a:srgbClr val="222222"/>
                </a:solidFill>
                <a:latin typeface="Noto Sans JP"/>
              </a:rPr>
              <a:t>により精度が大幅に低下する</a:t>
            </a:r>
          </a:p>
          <a:p>
            <a:pPr>
              <a:lnSpc>
                <a:spcPts val="2550"/>
              </a:lnSpc>
            </a:pPr>
            <a:r>
              <a:rPr lang="ja-JP" altLang="en-US" sz="2000">
                <a:solidFill>
                  <a:srgbClr val="000000"/>
                </a:solidFill>
                <a:latin typeface="Noto Sans JP"/>
              </a:rPr>
              <a:t>・</a:t>
            </a:r>
            <a:r>
              <a:rPr lang="ja-JP" altLang="en-US" sz="2000">
                <a:solidFill>
                  <a:srgbClr val="222222"/>
                </a:solidFill>
                <a:latin typeface="Noto Sans JP"/>
              </a:rPr>
              <a:t>既存データセット（</a:t>
            </a:r>
            <a:r>
              <a:rPr lang="en-US" altLang="ja-JP" sz="2000">
                <a:solidFill>
                  <a:srgbClr val="222222"/>
                </a:solidFill>
                <a:latin typeface="Noto Sans JP"/>
              </a:rPr>
              <a:t>H36M</a:t>
            </a:r>
            <a:r>
              <a:rPr lang="ja-JP" altLang="en-US" sz="2000">
                <a:solidFill>
                  <a:srgbClr val="222222"/>
                </a:solidFill>
                <a:latin typeface="Noto Sans JP"/>
              </a:rPr>
              <a:t>）の関節数は全身</a:t>
            </a:r>
            <a:r>
              <a:rPr lang="en-US" altLang="ja-JP" sz="2000">
                <a:solidFill>
                  <a:srgbClr val="222222"/>
                </a:solidFill>
                <a:latin typeface="Noto Sans JP"/>
              </a:rPr>
              <a:t>17</a:t>
            </a:r>
            <a:r>
              <a:rPr lang="ja-JP" altLang="en-US" sz="2000">
                <a:solidFill>
                  <a:srgbClr val="222222"/>
                </a:solidFill>
                <a:latin typeface="Noto Sans JP"/>
              </a:rPr>
              <a:t>点　→　人体の柔軟性を再現できない</a:t>
            </a:r>
          </a:p>
          <a:p>
            <a:pPr>
              <a:lnSpc>
                <a:spcPts val="2550"/>
              </a:lnSpc>
            </a:pPr>
            <a:endParaRPr lang="ja-JP" altLang="en-US" sz="2000">
              <a:solidFill>
                <a:srgbClr val="222222"/>
              </a:solidFill>
              <a:latin typeface="Noto Sans JP"/>
            </a:endParaRPr>
          </a:p>
          <a:p>
            <a:pPr>
              <a:lnSpc>
                <a:spcPts val="2550"/>
              </a:lnSpc>
            </a:pPr>
            <a:r>
              <a:rPr lang="ja-JP" altLang="en-US" sz="2000"/>
              <a:t>オクルージョンに対する精度向上と人体モデルの拡張には</a:t>
            </a:r>
            <a:r>
              <a:rPr lang="ja-JP" altLang="en-US" sz="2000">
                <a:solidFill>
                  <a:srgbClr val="222222"/>
                </a:solidFill>
                <a:latin typeface="Noto Sans JP"/>
              </a:rPr>
              <a:t>深層学習モデルに対する追加学習が有効</a:t>
            </a:r>
            <a:endParaRPr lang="ja-JP" altLang="en-US" sz="2000"/>
          </a:p>
        </p:txBody>
      </p:sp>
      <p:sp>
        <p:nvSpPr>
          <p:cNvPr id="3" name="TextBox 3">
            <a:extLst>
              <a:ext uri="{FF2B5EF4-FFF2-40B4-BE49-F238E27FC236}">
                <a16:creationId xmlns:a16="http://schemas.microsoft.com/office/drawing/2014/main" id="{12923F6C-C236-E4DE-A958-F1EE6F51E25F}"/>
              </a:ext>
            </a:extLst>
          </p:cNvPr>
          <p:cNvSpPr txBox="1"/>
          <p:nvPr/>
        </p:nvSpPr>
        <p:spPr>
          <a:xfrm>
            <a:off x="619030" y="4620774"/>
            <a:ext cx="7582385" cy="1206421"/>
          </a:xfrm>
          <a:prstGeom prst="rect">
            <a:avLst/>
          </a:prstGeom>
          <a:noFill/>
        </p:spPr>
        <p:txBody>
          <a:bodyPr wrap="square" lIns="0" tIns="0" rIns="0" bIns="0" anchor="t">
            <a:spAutoFit/>
          </a:bodyPr>
          <a:lstStyle/>
          <a:p>
            <a:pPr>
              <a:lnSpc>
                <a:spcPts val="2400"/>
              </a:lnSpc>
            </a:pPr>
            <a:r>
              <a:rPr lang="ja-JP" altLang="en-US" sz="2000" dirty="0"/>
              <a:t>正確なデータセット（画像とポーズの組み合わせ）が大量に必要</a:t>
            </a:r>
            <a:br>
              <a:rPr lang="en-US" altLang="ja-JP" sz="2000" dirty="0"/>
            </a:br>
            <a:r>
              <a:rPr lang="ja-JP" altLang="en-US" sz="2000" dirty="0"/>
              <a:t>　</a:t>
            </a:r>
            <a:r>
              <a:rPr lang="ja-JP" altLang="en-US" sz="2000" dirty="0">
                <a:solidFill>
                  <a:srgbClr val="222222"/>
                </a:solidFill>
                <a:latin typeface="Noto Sans JP"/>
              </a:rPr>
              <a:t> →　実世界での収集が困難</a:t>
            </a:r>
            <a:endParaRPr lang="en-US" altLang="ja-JP" sz="2000" dirty="0"/>
          </a:p>
          <a:p>
            <a:pPr algn="l">
              <a:lnSpc>
                <a:spcPts val="2400"/>
              </a:lnSpc>
            </a:pPr>
            <a:endParaRPr lang="en-US" altLang="ja-JP" dirty="0"/>
          </a:p>
          <a:p>
            <a:pPr algn="l">
              <a:lnSpc>
                <a:spcPts val="2400"/>
              </a:lnSpc>
            </a:pPr>
            <a:endParaRPr lang="ja-JP" altLang="en-US" dirty="0"/>
          </a:p>
        </p:txBody>
      </p:sp>
      <p:sp>
        <p:nvSpPr>
          <p:cNvPr id="8" name="Footer Placeholder 4">
            <a:extLst>
              <a:ext uri="{FF2B5EF4-FFF2-40B4-BE49-F238E27FC236}">
                <a16:creationId xmlns:a16="http://schemas.microsoft.com/office/drawing/2014/main" id="{D9C44998-A6BB-6683-5482-E7B9211408C7}"/>
              </a:ext>
            </a:extLst>
          </p:cNvPr>
          <p:cNvSpPr>
            <a:spLocks noGrp="1"/>
          </p:cNvSpPr>
          <p:nvPr>
            <p:ph type="ftr" sz="quarter" idx="11"/>
          </p:nvPr>
        </p:nvSpPr>
        <p:spPr>
          <a:xfrm>
            <a:off x="4038600" y="6449338"/>
            <a:ext cx="4114800" cy="365125"/>
          </a:xfrm>
        </p:spPr>
        <p:txBody>
          <a:bodyPr/>
          <a:lstStyle/>
          <a:p>
            <a:r>
              <a:rPr lang="en-US"/>
              <a:t>A-14-02</a:t>
            </a:r>
          </a:p>
        </p:txBody>
      </p:sp>
      <p:sp>
        <p:nvSpPr>
          <p:cNvPr id="12" name="Date Placeholder 3">
            <a:extLst>
              <a:ext uri="{FF2B5EF4-FFF2-40B4-BE49-F238E27FC236}">
                <a16:creationId xmlns:a16="http://schemas.microsoft.com/office/drawing/2014/main" id="{3B673A7B-A2B6-248C-CC5F-AE7FA993CB52}"/>
              </a:ext>
            </a:extLst>
          </p:cNvPr>
          <p:cNvSpPr>
            <a:spLocks noGrp="1"/>
          </p:cNvSpPr>
          <p:nvPr>
            <p:ph type="dt" sz="half" idx="10"/>
          </p:nvPr>
        </p:nvSpPr>
        <p:spPr>
          <a:xfrm>
            <a:off x="838200" y="6449338"/>
            <a:ext cx="2743200" cy="365125"/>
          </a:xfrm>
        </p:spPr>
        <p:txBody>
          <a:bodyPr/>
          <a:lstStyle/>
          <a:p>
            <a:r>
              <a:rPr lang="en-US"/>
              <a:t>2026/9/24</a:t>
            </a:r>
          </a:p>
        </p:txBody>
      </p:sp>
    </p:spTree>
    <p:extLst>
      <p:ext uri="{BB962C8B-B14F-4D97-AF65-F5344CB8AC3E}">
        <p14:creationId xmlns:p14="http://schemas.microsoft.com/office/powerpoint/2010/main" val="16145319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F8FF3-1046-D631-79D8-62A3E792DDDA}"/>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679E3DD6-F1C4-9BD6-2DA8-F239F3E860A2}"/>
              </a:ext>
            </a:extLst>
          </p:cNvPr>
          <p:cNvSpPr>
            <a:spLocks noGrp="1"/>
          </p:cNvSpPr>
          <p:nvPr>
            <p:ph type="sldNum" sz="quarter" idx="12"/>
          </p:nvPr>
        </p:nvSpPr>
        <p:spPr/>
        <p:txBody>
          <a:bodyPr/>
          <a:lstStyle/>
          <a:p>
            <a:fld id="{465F6A33-8929-41AA-8A25-00E3AA79F1EE}" type="slidenum">
              <a:rPr lang="en-US" smtClean="0"/>
              <a:t>3</a:t>
            </a:fld>
            <a:endParaRPr lang="en-US"/>
          </a:p>
        </p:txBody>
      </p:sp>
      <p:sp>
        <p:nvSpPr>
          <p:cNvPr id="11" name="テキスト ボックス 10">
            <a:extLst>
              <a:ext uri="{FF2B5EF4-FFF2-40B4-BE49-F238E27FC236}">
                <a16:creationId xmlns:a16="http://schemas.microsoft.com/office/drawing/2014/main" id="{3BB9729B-C217-E0CA-6E11-211FAB166132}"/>
              </a:ext>
            </a:extLst>
          </p:cNvPr>
          <p:cNvSpPr txBox="1"/>
          <p:nvPr/>
        </p:nvSpPr>
        <p:spPr>
          <a:xfrm>
            <a:off x="277091" y="258618"/>
            <a:ext cx="6465454" cy="646331"/>
          </a:xfrm>
          <a:prstGeom prst="rect">
            <a:avLst/>
          </a:prstGeom>
          <a:noFill/>
        </p:spPr>
        <p:txBody>
          <a:bodyPr wrap="square" rtlCol="0">
            <a:spAutoFit/>
          </a:bodyPr>
          <a:lstStyle/>
          <a:p>
            <a:r>
              <a:rPr kumimoji="1" lang="ja-JP" altLang="en-US" sz="3600"/>
              <a:t>目的</a:t>
            </a:r>
          </a:p>
        </p:txBody>
      </p:sp>
      <p:cxnSp>
        <p:nvCxnSpPr>
          <p:cNvPr id="10" name="直線コネクタ 9">
            <a:extLst>
              <a:ext uri="{FF2B5EF4-FFF2-40B4-BE49-F238E27FC236}">
                <a16:creationId xmlns:a16="http://schemas.microsoft.com/office/drawing/2014/main" id="{9A254F7E-50F2-9514-BA5E-1FECAD6AA410}"/>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3">
            <a:extLst>
              <a:ext uri="{FF2B5EF4-FFF2-40B4-BE49-F238E27FC236}">
                <a16:creationId xmlns:a16="http://schemas.microsoft.com/office/drawing/2014/main" id="{596D7417-DB38-06EF-2C85-B4C28082CF91}"/>
              </a:ext>
            </a:extLst>
          </p:cNvPr>
          <p:cNvSpPr txBox="1"/>
          <p:nvPr/>
        </p:nvSpPr>
        <p:spPr>
          <a:xfrm>
            <a:off x="581025" y="1172280"/>
            <a:ext cx="11029950" cy="1963102"/>
          </a:xfrm>
          <a:prstGeom prst="rect">
            <a:avLst/>
          </a:prstGeom>
          <a:noFill/>
        </p:spPr>
        <p:txBody>
          <a:bodyPr wrap="square" lIns="0" tIns="0" rIns="0" bIns="0" anchor="t">
            <a:spAutoFit/>
          </a:bodyPr>
          <a:lstStyle/>
          <a:p>
            <a:pPr>
              <a:lnSpc>
                <a:spcPts val="2550"/>
              </a:lnSpc>
            </a:pPr>
            <a:r>
              <a:rPr lang="ja-JP" altLang="en-US" sz="2000" b="1" dirty="0"/>
              <a:t>・</a:t>
            </a:r>
            <a:r>
              <a:rPr lang="ja-JP" altLang="ja-JP" sz="2000" b="1" dirty="0"/>
              <a:t>人体の柔軟性を再現するのに十分な関節点をもった人体モデルの実装手法</a:t>
            </a:r>
            <a:endParaRPr lang="en-US" altLang="ja-JP" sz="2000" b="1" dirty="0"/>
          </a:p>
          <a:p>
            <a:pPr>
              <a:lnSpc>
                <a:spcPts val="2550"/>
              </a:lnSpc>
            </a:pPr>
            <a:r>
              <a:rPr lang="ja-JP" altLang="en-US" sz="2000" b="1" dirty="0"/>
              <a:t>・</a:t>
            </a:r>
            <a:r>
              <a:rPr lang="ja-JP" altLang="ja-JP" sz="2000" b="1" dirty="0"/>
              <a:t>3DCGを用いたデータセットの拡張手法</a:t>
            </a:r>
            <a:endParaRPr lang="en-US" altLang="ja-JP" sz="2000" b="1" dirty="0"/>
          </a:p>
          <a:p>
            <a:pPr>
              <a:lnSpc>
                <a:spcPts val="2550"/>
              </a:lnSpc>
            </a:pPr>
            <a:endParaRPr lang="en-US" sz="1600" b="0" i="0" u="none" dirty="0">
              <a:solidFill>
                <a:srgbClr val="222222"/>
              </a:solidFill>
              <a:latin typeface="Noto Sans JP"/>
            </a:endParaRPr>
          </a:p>
          <a:p>
            <a:pPr>
              <a:lnSpc>
                <a:spcPts val="2550"/>
              </a:lnSpc>
            </a:pPr>
            <a:r>
              <a:rPr lang="ja-JP" altLang="ja-JP" sz="2000" dirty="0"/>
              <a:t>単一視点からの3次元姿勢推定における</a:t>
            </a:r>
            <a:r>
              <a:rPr lang="ja-JP" altLang="en-US" sz="2000" dirty="0"/>
              <a:t>「</a:t>
            </a:r>
            <a:r>
              <a:rPr lang="ja-JP" altLang="ja-JP" sz="2000" b="1" dirty="0"/>
              <a:t>人体の柔軟性の再現</a:t>
            </a:r>
            <a:r>
              <a:rPr lang="ja-JP" altLang="en-US" sz="2000" b="1" dirty="0"/>
              <a:t>」、「セルフオクルージョンに足する</a:t>
            </a:r>
            <a:r>
              <a:rPr lang="ja-JP" altLang="ja-JP" sz="2000" b="1" dirty="0"/>
              <a:t>精度向上</a:t>
            </a:r>
            <a:r>
              <a:rPr lang="ja-JP" altLang="en-US" sz="2000" b="1" dirty="0"/>
              <a:t>」</a:t>
            </a:r>
            <a:r>
              <a:rPr lang="ja-JP" altLang="ja-JP" sz="2000" dirty="0"/>
              <a:t>を目的とする</a:t>
            </a:r>
            <a:endParaRPr lang="en-US" altLang="ja-JP" sz="2000" dirty="0"/>
          </a:p>
          <a:p>
            <a:pPr>
              <a:lnSpc>
                <a:spcPts val="2550"/>
              </a:lnSpc>
            </a:pPr>
            <a:endParaRPr sz="1500" b="0" i="0" u="none" dirty="0">
              <a:solidFill>
                <a:srgbClr val="222222"/>
              </a:solidFill>
              <a:latin typeface="Noto Sans JP"/>
            </a:endParaRPr>
          </a:p>
        </p:txBody>
      </p:sp>
      <p:sp>
        <p:nvSpPr>
          <p:cNvPr id="2" name="Footer Placeholder 4">
            <a:extLst>
              <a:ext uri="{FF2B5EF4-FFF2-40B4-BE49-F238E27FC236}">
                <a16:creationId xmlns:a16="http://schemas.microsoft.com/office/drawing/2014/main" id="{092445F2-4BD3-D150-8EA1-82FE245FCFE1}"/>
              </a:ext>
            </a:extLst>
          </p:cNvPr>
          <p:cNvSpPr>
            <a:spLocks noGrp="1"/>
          </p:cNvSpPr>
          <p:nvPr>
            <p:ph type="ftr" sz="quarter" idx="11"/>
          </p:nvPr>
        </p:nvSpPr>
        <p:spPr>
          <a:xfrm>
            <a:off x="4038600" y="6449338"/>
            <a:ext cx="4114800" cy="365125"/>
          </a:xfrm>
        </p:spPr>
        <p:txBody>
          <a:bodyPr/>
          <a:lstStyle/>
          <a:p>
            <a:r>
              <a:rPr lang="en-US"/>
              <a:t>A-14-02</a:t>
            </a:r>
          </a:p>
        </p:txBody>
      </p:sp>
      <p:sp>
        <p:nvSpPr>
          <p:cNvPr id="3" name="Date Placeholder 3">
            <a:extLst>
              <a:ext uri="{FF2B5EF4-FFF2-40B4-BE49-F238E27FC236}">
                <a16:creationId xmlns:a16="http://schemas.microsoft.com/office/drawing/2014/main" id="{5082E45B-14E4-75F4-8A22-784CE22500A4}"/>
              </a:ext>
            </a:extLst>
          </p:cNvPr>
          <p:cNvSpPr>
            <a:spLocks noGrp="1"/>
          </p:cNvSpPr>
          <p:nvPr>
            <p:ph type="dt" sz="half" idx="10"/>
          </p:nvPr>
        </p:nvSpPr>
        <p:spPr>
          <a:xfrm>
            <a:off x="838200" y="6449338"/>
            <a:ext cx="2743200" cy="365125"/>
          </a:xfrm>
        </p:spPr>
        <p:txBody>
          <a:bodyPr/>
          <a:lstStyle/>
          <a:p>
            <a:r>
              <a:rPr lang="en-US"/>
              <a:t>2026/9/24</a:t>
            </a:r>
          </a:p>
        </p:txBody>
      </p:sp>
    </p:spTree>
    <p:extLst>
      <p:ext uri="{BB962C8B-B14F-4D97-AF65-F5344CB8AC3E}">
        <p14:creationId xmlns:p14="http://schemas.microsoft.com/office/powerpoint/2010/main" val="1080048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ACD32-D27B-2814-2701-C53A886BE4A1}"/>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B2CAF96-E75D-7F5B-BB59-A69CE9A3367F}"/>
              </a:ext>
            </a:extLst>
          </p:cNvPr>
          <p:cNvSpPr>
            <a:spLocks noGrp="1"/>
          </p:cNvSpPr>
          <p:nvPr>
            <p:ph type="sldNum" sz="quarter" idx="12"/>
          </p:nvPr>
        </p:nvSpPr>
        <p:spPr/>
        <p:txBody>
          <a:bodyPr/>
          <a:lstStyle/>
          <a:p>
            <a:fld id="{465F6A33-8929-41AA-8A25-00E3AA79F1EE}" type="slidenum">
              <a:rPr lang="en-US" smtClean="0"/>
              <a:t>4</a:t>
            </a:fld>
            <a:endParaRPr lang="en-US"/>
          </a:p>
        </p:txBody>
      </p:sp>
      <p:sp>
        <p:nvSpPr>
          <p:cNvPr id="11" name="テキスト ボックス 10">
            <a:extLst>
              <a:ext uri="{FF2B5EF4-FFF2-40B4-BE49-F238E27FC236}">
                <a16:creationId xmlns:a16="http://schemas.microsoft.com/office/drawing/2014/main" id="{AC147638-74E8-83F2-096B-2869174298A2}"/>
              </a:ext>
            </a:extLst>
          </p:cNvPr>
          <p:cNvSpPr txBox="1"/>
          <p:nvPr/>
        </p:nvSpPr>
        <p:spPr>
          <a:xfrm>
            <a:off x="277091" y="258618"/>
            <a:ext cx="6465454" cy="646331"/>
          </a:xfrm>
          <a:prstGeom prst="rect">
            <a:avLst/>
          </a:prstGeom>
          <a:noFill/>
        </p:spPr>
        <p:txBody>
          <a:bodyPr wrap="square" rtlCol="0">
            <a:spAutoFit/>
          </a:bodyPr>
          <a:lstStyle/>
          <a:p>
            <a:r>
              <a:rPr kumimoji="1" lang="ja-JP" altLang="en-US" sz="3600"/>
              <a:t>研究手法</a:t>
            </a:r>
          </a:p>
        </p:txBody>
      </p:sp>
      <p:cxnSp>
        <p:nvCxnSpPr>
          <p:cNvPr id="10" name="直線コネクタ 9">
            <a:extLst>
              <a:ext uri="{FF2B5EF4-FFF2-40B4-BE49-F238E27FC236}">
                <a16:creationId xmlns:a16="http://schemas.microsoft.com/office/drawing/2014/main" id="{A1EA58B3-1B08-C4C7-CB42-6B1D72DF7759}"/>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TextBox 7">
            <a:extLst>
              <a:ext uri="{FF2B5EF4-FFF2-40B4-BE49-F238E27FC236}">
                <a16:creationId xmlns:a16="http://schemas.microsoft.com/office/drawing/2014/main" id="{56F4D455-195A-0CA6-59C6-FCEF7AB895E8}"/>
              </a:ext>
            </a:extLst>
          </p:cNvPr>
          <p:cNvSpPr txBox="1"/>
          <p:nvPr/>
        </p:nvSpPr>
        <p:spPr>
          <a:xfrm>
            <a:off x="715584" y="1374476"/>
            <a:ext cx="3286973" cy="276999"/>
          </a:xfrm>
          <a:prstGeom prst="rect">
            <a:avLst/>
          </a:prstGeom>
          <a:noFill/>
        </p:spPr>
        <p:txBody>
          <a:bodyPr wrap="square" lIns="0" tIns="0" rIns="0" bIns="0" anchor="t">
            <a:spAutoFit/>
          </a:bodyPr>
          <a:lstStyle/>
          <a:p>
            <a:pPr algn="l"/>
            <a:r>
              <a:rPr b="1" i="0" u="none" err="1">
                <a:solidFill>
                  <a:srgbClr val="000000"/>
                </a:solidFill>
                <a:latin typeface="Noto Sans JP"/>
              </a:rPr>
              <a:t>工程</a:t>
            </a:r>
            <a:r>
              <a:rPr b="1" i="0" u="none">
                <a:solidFill>
                  <a:srgbClr val="000000"/>
                </a:solidFill>
                <a:latin typeface="Noto Sans JP"/>
              </a:rPr>
              <a:t>① </a:t>
            </a:r>
            <a:r>
              <a:rPr b="1" i="0" u="none" err="1">
                <a:solidFill>
                  <a:srgbClr val="000000"/>
                </a:solidFill>
                <a:latin typeface="Noto Sans JP"/>
              </a:rPr>
              <a:t>人体モデル拡張</a:t>
            </a:r>
            <a:endParaRPr b="1" i="0" u="none">
              <a:solidFill>
                <a:srgbClr val="000000"/>
              </a:solidFill>
              <a:latin typeface="Noto Sans JP"/>
            </a:endParaRPr>
          </a:p>
        </p:txBody>
      </p:sp>
      <p:sp>
        <p:nvSpPr>
          <p:cNvPr id="68" name="Rectangle 8">
            <a:extLst>
              <a:ext uri="{FF2B5EF4-FFF2-40B4-BE49-F238E27FC236}">
                <a16:creationId xmlns:a16="http://schemas.microsoft.com/office/drawing/2014/main" id="{CE4EA4DA-708A-2539-DA1B-E1DCF6683E0B}"/>
              </a:ext>
            </a:extLst>
          </p:cNvPr>
          <p:cNvSpPr/>
          <p:nvPr/>
        </p:nvSpPr>
        <p:spPr>
          <a:xfrm>
            <a:off x="715584" y="1688801"/>
            <a:ext cx="3130450" cy="9525"/>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9">
            <a:extLst>
              <a:ext uri="{FF2B5EF4-FFF2-40B4-BE49-F238E27FC236}">
                <a16:creationId xmlns:a16="http://schemas.microsoft.com/office/drawing/2014/main" id="{672A73F9-74E0-F97A-2117-D691B8F3972D}"/>
              </a:ext>
            </a:extLst>
          </p:cNvPr>
          <p:cNvSpPr txBox="1"/>
          <p:nvPr/>
        </p:nvSpPr>
        <p:spPr>
          <a:xfrm>
            <a:off x="715584" y="1793576"/>
            <a:ext cx="3130450" cy="436017"/>
          </a:xfrm>
          <a:prstGeom prst="rect">
            <a:avLst/>
          </a:prstGeom>
          <a:noFill/>
        </p:spPr>
        <p:txBody>
          <a:bodyPr wrap="square" lIns="0" tIns="0" rIns="0" bIns="0" anchor="t">
            <a:spAutoFit/>
          </a:bodyPr>
          <a:lstStyle/>
          <a:p>
            <a:pPr algn="l">
              <a:lnSpc>
                <a:spcPts val="1687"/>
              </a:lnSpc>
            </a:pPr>
            <a:r>
              <a:rPr b="0" i="0" u="none" err="1">
                <a:solidFill>
                  <a:srgbClr val="222222"/>
                </a:solidFill>
                <a:latin typeface="Noto Sans JP"/>
              </a:rPr>
              <a:t>首から腰の間に新たに関節点を追加配置する</a:t>
            </a:r>
            <a:endParaRPr b="0" i="0" u="none">
              <a:solidFill>
                <a:srgbClr val="222222"/>
              </a:solidFill>
              <a:latin typeface="Noto Sans JP"/>
            </a:endParaRPr>
          </a:p>
        </p:txBody>
      </p:sp>
      <p:sp>
        <p:nvSpPr>
          <p:cNvPr id="72" name="TextBox 10">
            <a:extLst>
              <a:ext uri="{FF2B5EF4-FFF2-40B4-BE49-F238E27FC236}">
                <a16:creationId xmlns:a16="http://schemas.microsoft.com/office/drawing/2014/main" id="{DA21506C-9B19-6490-A3A7-959C5053D192}"/>
              </a:ext>
            </a:extLst>
          </p:cNvPr>
          <p:cNvSpPr txBox="1"/>
          <p:nvPr/>
        </p:nvSpPr>
        <p:spPr>
          <a:xfrm>
            <a:off x="4455634" y="1374476"/>
            <a:ext cx="3287129" cy="276999"/>
          </a:xfrm>
          <a:prstGeom prst="rect">
            <a:avLst/>
          </a:prstGeom>
          <a:noFill/>
        </p:spPr>
        <p:txBody>
          <a:bodyPr wrap="square" lIns="0" tIns="0" rIns="0" bIns="0" anchor="t">
            <a:spAutoFit/>
          </a:bodyPr>
          <a:lstStyle/>
          <a:p>
            <a:pPr algn="l"/>
            <a:r>
              <a:rPr b="1" i="0" u="none" err="1">
                <a:solidFill>
                  <a:srgbClr val="000000"/>
                </a:solidFill>
                <a:latin typeface="Noto Sans JP"/>
              </a:rPr>
              <a:t>工程</a:t>
            </a:r>
            <a:r>
              <a:rPr b="1" i="0" u="none">
                <a:solidFill>
                  <a:srgbClr val="000000"/>
                </a:solidFill>
                <a:latin typeface="Noto Sans JP"/>
              </a:rPr>
              <a:t>② </a:t>
            </a:r>
            <a:r>
              <a:rPr b="1" i="0" u="none" err="1">
                <a:solidFill>
                  <a:srgbClr val="000000"/>
                </a:solidFill>
                <a:latin typeface="Noto Sans JP"/>
              </a:rPr>
              <a:t>データ</a:t>
            </a:r>
            <a:r>
              <a:rPr lang="ja-JP" altLang="en-US" b="1">
                <a:solidFill>
                  <a:srgbClr val="000000"/>
                </a:solidFill>
                <a:latin typeface="Noto Sans JP"/>
              </a:rPr>
              <a:t>作成</a:t>
            </a:r>
            <a:r>
              <a:rPr b="1" i="0" u="none">
                <a:solidFill>
                  <a:srgbClr val="000000"/>
                </a:solidFill>
                <a:latin typeface="Noto Sans JP"/>
              </a:rPr>
              <a:t>・</a:t>
            </a:r>
            <a:r>
              <a:rPr b="1" i="0" u="none" err="1">
                <a:solidFill>
                  <a:srgbClr val="000000"/>
                </a:solidFill>
                <a:latin typeface="Noto Sans JP"/>
              </a:rPr>
              <a:t>追加学習</a:t>
            </a:r>
            <a:endParaRPr b="1" i="0" u="none">
              <a:solidFill>
                <a:srgbClr val="000000"/>
              </a:solidFill>
              <a:latin typeface="Noto Sans JP"/>
            </a:endParaRPr>
          </a:p>
        </p:txBody>
      </p:sp>
      <p:sp>
        <p:nvSpPr>
          <p:cNvPr id="74" name="Rectangle 11">
            <a:extLst>
              <a:ext uri="{FF2B5EF4-FFF2-40B4-BE49-F238E27FC236}">
                <a16:creationId xmlns:a16="http://schemas.microsoft.com/office/drawing/2014/main" id="{BB38B52C-7367-5B6E-F513-6657C0E74770}"/>
              </a:ext>
            </a:extLst>
          </p:cNvPr>
          <p:cNvSpPr/>
          <p:nvPr/>
        </p:nvSpPr>
        <p:spPr>
          <a:xfrm>
            <a:off x="4455634" y="1688801"/>
            <a:ext cx="3130599" cy="9525"/>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12">
            <a:extLst>
              <a:ext uri="{FF2B5EF4-FFF2-40B4-BE49-F238E27FC236}">
                <a16:creationId xmlns:a16="http://schemas.microsoft.com/office/drawing/2014/main" id="{D6898660-3BC6-330B-B577-BCD1B73A73F0}"/>
              </a:ext>
            </a:extLst>
          </p:cNvPr>
          <p:cNvSpPr txBox="1"/>
          <p:nvPr/>
        </p:nvSpPr>
        <p:spPr>
          <a:xfrm>
            <a:off x="4455634" y="1793576"/>
            <a:ext cx="3130599" cy="654025"/>
          </a:xfrm>
          <a:prstGeom prst="rect">
            <a:avLst/>
          </a:prstGeom>
          <a:noFill/>
        </p:spPr>
        <p:txBody>
          <a:bodyPr wrap="square" lIns="0" tIns="0" rIns="0" bIns="0" anchor="t">
            <a:spAutoFit/>
          </a:bodyPr>
          <a:lstStyle/>
          <a:p>
            <a:pPr algn="l">
              <a:lnSpc>
                <a:spcPts val="1687"/>
              </a:lnSpc>
            </a:pPr>
            <a:r>
              <a:rPr lang="en-US">
                <a:solidFill>
                  <a:srgbClr val="222222"/>
                </a:solidFill>
                <a:latin typeface="Noto Sans JP"/>
              </a:rPr>
              <a:t>3DCG</a:t>
            </a:r>
            <a:r>
              <a:rPr b="0" i="0" u="none">
                <a:solidFill>
                  <a:srgbClr val="222222"/>
                </a:solidFill>
                <a:latin typeface="Noto Sans JP"/>
              </a:rPr>
              <a:t>を用い</a:t>
            </a:r>
            <a:r>
              <a:rPr lang="ja-JP" altLang="en-US" b="0" i="0" u="none">
                <a:solidFill>
                  <a:srgbClr val="222222"/>
                </a:solidFill>
                <a:latin typeface="Noto Sans JP"/>
              </a:rPr>
              <a:t>て</a:t>
            </a:r>
            <a:r>
              <a:rPr b="0" i="0" u="none">
                <a:solidFill>
                  <a:srgbClr val="222222"/>
                </a:solidFill>
                <a:latin typeface="Noto Sans JP"/>
              </a:rPr>
              <a:t>、</a:t>
            </a:r>
            <a:r>
              <a:rPr b="0" i="0" u="none" err="1">
                <a:solidFill>
                  <a:srgbClr val="222222"/>
                </a:solidFill>
                <a:latin typeface="Noto Sans JP"/>
              </a:rPr>
              <a:t>アノテーションデータを自動生成し追加学習</a:t>
            </a:r>
            <a:endParaRPr b="0" i="0" u="none">
              <a:solidFill>
                <a:srgbClr val="222222"/>
              </a:solidFill>
              <a:latin typeface="Noto Sans JP"/>
            </a:endParaRPr>
          </a:p>
        </p:txBody>
      </p:sp>
      <p:sp>
        <p:nvSpPr>
          <p:cNvPr id="78" name="TextBox 13">
            <a:extLst>
              <a:ext uri="{FF2B5EF4-FFF2-40B4-BE49-F238E27FC236}">
                <a16:creationId xmlns:a16="http://schemas.microsoft.com/office/drawing/2014/main" id="{072A197C-73CE-E770-5CEC-2381075B62A7}"/>
              </a:ext>
            </a:extLst>
          </p:cNvPr>
          <p:cNvSpPr txBox="1"/>
          <p:nvPr/>
        </p:nvSpPr>
        <p:spPr>
          <a:xfrm>
            <a:off x="8195834" y="1374476"/>
            <a:ext cx="3286973" cy="276999"/>
          </a:xfrm>
          <a:prstGeom prst="rect">
            <a:avLst/>
          </a:prstGeom>
          <a:noFill/>
        </p:spPr>
        <p:txBody>
          <a:bodyPr wrap="square" lIns="0" tIns="0" rIns="0" bIns="0" anchor="t">
            <a:spAutoFit/>
          </a:bodyPr>
          <a:lstStyle/>
          <a:p>
            <a:pPr algn="l"/>
            <a:r>
              <a:rPr b="1" i="0" u="none" err="1">
                <a:solidFill>
                  <a:srgbClr val="000000"/>
                </a:solidFill>
                <a:latin typeface="Noto Sans JP"/>
              </a:rPr>
              <a:t>工程</a:t>
            </a:r>
            <a:r>
              <a:rPr b="1" i="0" u="none">
                <a:solidFill>
                  <a:srgbClr val="000000"/>
                </a:solidFill>
                <a:latin typeface="Noto Sans JP"/>
              </a:rPr>
              <a:t>③ </a:t>
            </a:r>
            <a:r>
              <a:rPr b="1" i="0" u="none" err="1">
                <a:solidFill>
                  <a:srgbClr val="000000"/>
                </a:solidFill>
                <a:latin typeface="Noto Sans JP"/>
              </a:rPr>
              <a:t>精度評価</a:t>
            </a:r>
            <a:endParaRPr b="1" i="0" u="none">
              <a:solidFill>
                <a:srgbClr val="000000"/>
              </a:solidFill>
              <a:latin typeface="Noto Sans JP"/>
            </a:endParaRPr>
          </a:p>
        </p:txBody>
      </p:sp>
      <p:sp>
        <p:nvSpPr>
          <p:cNvPr id="80" name="Rectangle 14">
            <a:extLst>
              <a:ext uri="{FF2B5EF4-FFF2-40B4-BE49-F238E27FC236}">
                <a16:creationId xmlns:a16="http://schemas.microsoft.com/office/drawing/2014/main" id="{7A0FDA31-BA45-6351-2E5D-85A2EF181871}"/>
              </a:ext>
            </a:extLst>
          </p:cNvPr>
          <p:cNvSpPr/>
          <p:nvPr/>
        </p:nvSpPr>
        <p:spPr>
          <a:xfrm>
            <a:off x="8195834" y="1688801"/>
            <a:ext cx="3130450" cy="9525"/>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15">
            <a:extLst>
              <a:ext uri="{FF2B5EF4-FFF2-40B4-BE49-F238E27FC236}">
                <a16:creationId xmlns:a16="http://schemas.microsoft.com/office/drawing/2014/main" id="{C4EFB3A5-783B-CB19-CE71-3555A3112621}"/>
              </a:ext>
            </a:extLst>
          </p:cNvPr>
          <p:cNvSpPr txBox="1"/>
          <p:nvPr/>
        </p:nvSpPr>
        <p:spPr>
          <a:xfrm>
            <a:off x="8195834" y="1793576"/>
            <a:ext cx="3130450" cy="654025"/>
          </a:xfrm>
          <a:prstGeom prst="rect">
            <a:avLst/>
          </a:prstGeom>
          <a:noFill/>
        </p:spPr>
        <p:txBody>
          <a:bodyPr wrap="square" lIns="0" tIns="0" rIns="0" bIns="0" anchor="t">
            <a:spAutoFit/>
          </a:bodyPr>
          <a:lstStyle/>
          <a:p>
            <a:pPr algn="l">
              <a:lnSpc>
                <a:spcPts val="1687"/>
              </a:lnSpc>
            </a:pPr>
            <a:r>
              <a:rPr sz="1600" b="0" i="0" u="none" err="1">
                <a:solidFill>
                  <a:srgbClr val="222222"/>
                </a:solidFill>
                <a:latin typeface="Noto Sans JP"/>
              </a:rPr>
              <a:t>テストデータで柔軟性・恒常性</a:t>
            </a:r>
            <a:r>
              <a:rPr lang="ja-JP" altLang="en-US" sz="1600">
                <a:solidFill>
                  <a:srgbClr val="222222"/>
                </a:solidFill>
                <a:latin typeface="Noto Sans JP"/>
              </a:rPr>
              <a:t>、</a:t>
            </a:r>
            <a:r>
              <a:rPr sz="1600" b="0" i="0" u="none" err="1">
                <a:solidFill>
                  <a:srgbClr val="222222"/>
                </a:solidFill>
                <a:latin typeface="Noto Sans JP"/>
              </a:rPr>
              <a:t>およびセルフオクルージョン精度を評価</a:t>
            </a:r>
            <a:r>
              <a:rPr lang="ja-JP" altLang="en-US" sz="1600" b="0" i="0" u="none">
                <a:solidFill>
                  <a:srgbClr val="222222"/>
                </a:solidFill>
                <a:latin typeface="Noto Sans JP"/>
              </a:rPr>
              <a:t>する</a:t>
            </a:r>
            <a:endParaRPr sz="1600" b="0" i="0" u="none">
              <a:solidFill>
                <a:srgbClr val="222222"/>
              </a:solidFill>
              <a:latin typeface="Noto Sans JP"/>
            </a:endParaRPr>
          </a:p>
        </p:txBody>
      </p:sp>
      <p:sp>
        <p:nvSpPr>
          <p:cNvPr id="84" name="TextBox 3">
            <a:extLst>
              <a:ext uri="{FF2B5EF4-FFF2-40B4-BE49-F238E27FC236}">
                <a16:creationId xmlns:a16="http://schemas.microsoft.com/office/drawing/2014/main" id="{E8941C6E-BECC-F19B-0511-0C975E9646F3}"/>
              </a:ext>
            </a:extLst>
          </p:cNvPr>
          <p:cNvSpPr txBox="1"/>
          <p:nvPr/>
        </p:nvSpPr>
        <p:spPr>
          <a:xfrm>
            <a:off x="624569" y="3101843"/>
            <a:ext cx="11029950" cy="634533"/>
          </a:xfrm>
          <a:prstGeom prst="rect">
            <a:avLst/>
          </a:prstGeom>
          <a:noFill/>
        </p:spPr>
        <p:txBody>
          <a:bodyPr wrap="square" lIns="0" tIns="0" rIns="0" bIns="0" anchor="t">
            <a:spAutoFit/>
          </a:bodyPr>
          <a:lstStyle/>
          <a:p>
            <a:pPr>
              <a:lnSpc>
                <a:spcPts val="2550"/>
              </a:lnSpc>
            </a:pPr>
            <a:r>
              <a:rPr lang="en-US" altLang="ja-JP" sz="2000">
                <a:solidFill>
                  <a:srgbClr val="222222"/>
                </a:solidFill>
                <a:latin typeface="Noto Sans JP"/>
              </a:rPr>
              <a:t>3</a:t>
            </a:r>
            <a:r>
              <a:rPr lang="ja-JP" altLang="en-US" sz="2000">
                <a:solidFill>
                  <a:srgbClr val="222222"/>
                </a:solidFill>
                <a:latin typeface="Noto Sans JP"/>
              </a:rPr>
              <a:t>つの工程を繰り返し実施することで、得られたモデル間の推定精度を比較することで、体の柔軟性を再現するのに最適な関節点数を定める</a:t>
            </a:r>
          </a:p>
        </p:txBody>
      </p:sp>
      <p:sp>
        <p:nvSpPr>
          <p:cNvPr id="86" name="正方形/長方形 85">
            <a:extLst>
              <a:ext uri="{FF2B5EF4-FFF2-40B4-BE49-F238E27FC236}">
                <a16:creationId xmlns:a16="http://schemas.microsoft.com/office/drawing/2014/main" id="{8D5CE153-158C-57A3-368D-84BA713A93A3}"/>
              </a:ext>
            </a:extLst>
          </p:cNvPr>
          <p:cNvSpPr/>
          <p:nvPr/>
        </p:nvSpPr>
        <p:spPr>
          <a:xfrm>
            <a:off x="460194" y="1237323"/>
            <a:ext cx="3614073" cy="1556022"/>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88" name="正方形/長方形 87">
            <a:extLst>
              <a:ext uri="{FF2B5EF4-FFF2-40B4-BE49-F238E27FC236}">
                <a16:creationId xmlns:a16="http://schemas.microsoft.com/office/drawing/2014/main" id="{42FC6FB7-167C-242D-6B35-98A9D310C231}"/>
              </a:ext>
            </a:extLst>
          </p:cNvPr>
          <p:cNvSpPr/>
          <p:nvPr/>
        </p:nvSpPr>
        <p:spPr>
          <a:xfrm>
            <a:off x="4223520" y="1237323"/>
            <a:ext cx="3614073" cy="1556022"/>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90" name="正方形/長方形 89">
            <a:extLst>
              <a:ext uri="{FF2B5EF4-FFF2-40B4-BE49-F238E27FC236}">
                <a16:creationId xmlns:a16="http://schemas.microsoft.com/office/drawing/2014/main" id="{AC000FBC-20D8-241D-5CC4-3AFAA158765F}"/>
              </a:ext>
            </a:extLst>
          </p:cNvPr>
          <p:cNvSpPr/>
          <p:nvPr/>
        </p:nvSpPr>
        <p:spPr>
          <a:xfrm>
            <a:off x="8020290" y="1237323"/>
            <a:ext cx="3614073" cy="1556022"/>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2" name="Footer Placeholder 4">
            <a:extLst>
              <a:ext uri="{FF2B5EF4-FFF2-40B4-BE49-F238E27FC236}">
                <a16:creationId xmlns:a16="http://schemas.microsoft.com/office/drawing/2014/main" id="{35ED4072-AF16-FDB2-129E-DDBC8DA231BF}"/>
              </a:ext>
            </a:extLst>
          </p:cNvPr>
          <p:cNvSpPr>
            <a:spLocks noGrp="1"/>
          </p:cNvSpPr>
          <p:nvPr>
            <p:ph type="ftr" sz="quarter" idx="11"/>
          </p:nvPr>
        </p:nvSpPr>
        <p:spPr>
          <a:xfrm>
            <a:off x="4038600" y="6449338"/>
            <a:ext cx="4114800" cy="365125"/>
          </a:xfrm>
        </p:spPr>
        <p:txBody>
          <a:bodyPr/>
          <a:lstStyle/>
          <a:p>
            <a:r>
              <a:rPr lang="en-US"/>
              <a:t>A-14-02</a:t>
            </a:r>
          </a:p>
        </p:txBody>
      </p:sp>
      <p:sp>
        <p:nvSpPr>
          <p:cNvPr id="3" name="Date Placeholder 3">
            <a:extLst>
              <a:ext uri="{FF2B5EF4-FFF2-40B4-BE49-F238E27FC236}">
                <a16:creationId xmlns:a16="http://schemas.microsoft.com/office/drawing/2014/main" id="{924003C7-F022-1A66-9B84-3F2CF60600D8}"/>
              </a:ext>
            </a:extLst>
          </p:cNvPr>
          <p:cNvSpPr>
            <a:spLocks noGrp="1"/>
          </p:cNvSpPr>
          <p:nvPr>
            <p:ph type="dt" sz="half" idx="10"/>
          </p:nvPr>
        </p:nvSpPr>
        <p:spPr>
          <a:xfrm>
            <a:off x="838200" y="6449338"/>
            <a:ext cx="2743200" cy="365125"/>
          </a:xfrm>
        </p:spPr>
        <p:txBody>
          <a:bodyPr/>
          <a:lstStyle/>
          <a:p>
            <a:r>
              <a:rPr lang="en-US"/>
              <a:t>2026/9/24</a:t>
            </a:r>
          </a:p>
        </p:txBody>
      </p:sp>
    </p:spTree>
    <p:extLst>
      <p:ext uri="{BB962C8B-B14F-4D97-AF65-F5344CB8AC3E}">
        <p14:creationId xmlns:p14="http://schemas.microsoft.com/office/powerpoint/2010/main" val="10551577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F277C-C1C3-8BCF-B3F7-3AC6E159D2F7}"/>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17BE49C-C1BF-D84D-FF8D-0D75F404D258}"/>
              </a:ext>
            </a:extLst>
          </p:cNvPr>
          <p:cNvSpPr>
            <a:spLocks noGrp="1"/>
          </p:cNvSpPr>
          <p:nvPr>
            <p:ph type="sldNum" sz="quarter" idx="12"/>
          </p:nvPr>
        </p:nvSpPr>
        <p:spPr/>
        <p:txBody>
          <a:bodyPr/>
          <a:lstStyle/>
          <a:p>
            <a:fld id="{465F6A33-8929-41AA-8A25-00E3AA79F1EE}" type="slidenum">
              <a:rPr lang="en-US" smtClean="0"/>
              <a:t>5</a:t>
            </a:fld>
            <a:endParaRPr lang="en-US"/>
          </a:p>
        </p:txBody>
      </p:sp>
      <p:sp>
        <p:nvSpPr>
          <p:cNvPr id="11" name="テキスト ボックス 10">
            <a:extLst>
              <a:ext uri="{FF2B5EF4-FFF2-40B4-BE49-F238E27FC236}">
                <a16:creationId xmlns:a16="http://schemas.microsoft.com/office/drawing/2014/main" id="{91B4097F-F4DE-7614-E244-523CB55123A3}"/>
              </a:ext>
            </a:extLst>
          </p:cNvPr>
          <p:cNvSpPr txBox="1"/>
          <p:nvPr/>
        </p:nvSpPr>
        <p:spPr>
          <a:xfrm>
            <a:off x="277091" y="258618"/>
            <a:ext cx="6465454" cy="646331"/>
          </a:xfrm>
          <a:prstGeom prst="rect">
            <a:avLst/>
          </a:prstGeom>
          <a:noFill/>
        </p:spPr>
        <p:txBody>
          <a:bodyPr wrap="square" rtlCol="0">
            <a:spAutoFit/>
          </a:bodyPr>
          <a:lstStyle/>
          <a:p>
            <a:r>
              <a:rPr kumimoji="1" lang="ja-JP" altLang="en-US" sz="3600"/>
              <a:t>研究内容</a:t>
            </a:r>
          </a:p>
        </p:txBody>
      </p:sp>
      <p:cxnSp>
        <p:nvCxnSpPr>
          <p:cNvPr id="10" name="直線コネクタ 9">
            <a:extLst>
              <a:ext uri="{FF2B5EF4-FFF2-40B4-BE49-F238E27FC236}">
                <a16:creationId xmlns:a16="http://schemas.microsoft.com/office/drawing/2014/main" id="{A17394FF-A0C8-84E9-201D-7D4A8E67D0F9}"/>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3">
            <a:extLst>
              <a:ext uri="{FF2B5EF4-FFF2-40B4-BE49-F238E27FC236}">
                <a16:creationId xmlns:a16="http://schemas.microsoft.com/office/drawing/2014/main" id="{B536C97C-7F56-9B94-FB59-AC30D5D066EA}"/>
              </a:ext>
            </a:extLst>
          </p:cNvPr>
          <p:cNvSpPr txBox="1"/>
          <p:nvPr/>
        </p:nvSpPr>
        <p:spPr>
          <a:xfrm>
            <a:off x="581025" y="1161334"/>
            <a:ext cx="10772775" cy="2799421"/>
          </a:xfrm>
          <a:prstGeom prst="rect">
            <a:avLst/>
          </a:prstGeom>
          <a:noFill/>
        </p:spPr>
        <p:txBody>
          <a:bodyPr wrap="square" lIns="0" tIns="0" rIns="0" bIns="0" anchor="t">
            <a:spAutoFit/>
          </a:bodyPr>
          <a:lstStyle/>
          <a:p>
            <a:pPr>
              <a:lnSpc>
                <a:spcPts val="2400"/>
              </a:lnSpc>
            </a:pPr>
            <a:r>
              <a:rPr lang="ja-JP" altLang="en-US" sz="2000" b="1">
                <a:solidFill>
                  <a:srgbClr val="222222"/>
                </a:solidFill>
                <a:latin typeface="Noto Sans JP"/>
              </a:rPr>
              <a:t>工程① 人体モデルの拡張</a:t>
            </a:r>
            <a:endParaRPr lang="en-US" altLang="ja-JP" sz="2000" b="1">
              <a:solidFill>
                <a:srgbClr val="222222"/>
              </a:solidFill>
              <a:latin typeface="Noto Sans JP"/>
            </a:endParaRPr>
          </a:p>
          <a:p>
            <a:pPr>
              <a:lnSpc>
                <a:spcPts val="2400"/>
              </a:lnSpc>
            </a:pPr>
            <a:endParaRPr lang="en-US" altLang="ja-JP" sz="2000" b="1">
              <a:solidFill>
                <a:srgbClr val="222222"/>
              </a:solidFill>
              <a:latin typeface="Noto Sans JP"/>
            </a:endParaRPr>
          </a:p>
          <a:p>
            <a:pPr>
              <a:lnSpc>
                <a:spcPts val="2400"/>
              </a:lnSpc>
            </a:pPr>
            <a:r>
              <a:rPr lang="ja-JP" altLang="en-US" sz="2000">
                <a:solidFill>
                  <a:srgbClr val="222222"/>
                </a:solidFill>
                <a:latin typeface="Noto Sans JP"/>
              </a:rPr>
              <a:t>関節点数：首から腰の間に新たに</a:t>
            </a:r>
            <a:r>
              <a:rPr lang="en-US" altLang="ja-JP" sz="2000">
                <a:solidFill>
                  <a:srgbClr val="222222"/>
                </a:solidFill>
                <a:latin typeface="Noto Sans JP"/>
              </a:rPr>
              <a:t>2</a:t>
            </a:r>
            <a:r>
              <a:rPr lang="ja-JP" altLang="en-US" sz="2000">
                <a:solidFill>
                  <a:srgbClr val="222222"/>
                </a:solidFill>
                <a:latin typeface="Noto Sans JP"/>
              </a:rPr>
              <a:t>つのキーポイントを追加（合計</a:t>
            </a:r>
            <a:r>
              <a:rPr lang="en-US" altLang="ja-JP" sz="2000">
                <a:solidFill>
                  <a:srgbClr val="222222"/>
                </a:solidFill>
                <a:latin typeface="Noto Sans JP"/>
              </a:rPr>
              <a:t>19</a:t>
            </a:r>
            <a:r>
              <a:rPr lang="ja-JP" altLang="en-US" sz="2000">
                <a:solidFill>
                  <a:srgbClr val="222222"/>
                </a:solidFill>
                <a:latin typeface="Noto Sans JP"/>
              </a:rPr>
              <a:t>点）</a:t>
            </a:r>
            <a:endParaRPr lang="en-US" altLang="ja-JP" sz="2000">
              <a:solidFill>
                <a:srgbClr val="222222"/>
              </a:solidFill>
              <a:latin typeface="Noto Sans JP"/>
            </a:endParaRPr>
          </a:p>
          <a:p>
            <a:pPr>
              <a:lnSpc>
                <a:spcPts val="2400"/>
              </a:lnSpc>
            </a:pPr>
            <a:br>
              <a:rPr lang="en-US" altLang="ja-JP" sz="2000">
                <a:solidFill>
                  <a:srgbClr val="222222"/>
                </a:solidFill>
                <a:latin typeface="Noto Sans JP"/>
              </a:rPr>
            </a:br>
            <a:r>
              <a:rPr lang="ja-JP" altLang="en-US" sz="2000">
                <a:solidFill>
                  <a:srgbClr val="222222"/>
                </a:solidFill>
                <a:latin typeface="Noto Sans JP"/>
              </a:rPr>
              <a:t>使用する姿勢推定モデル</a:t>
            </a:r>
            <a:endParaRPr lang="en-US" altLang="ja-JP" sz="2000">
              <a:solidFill>
                <a:srgbClr val="222222"/>
              </a:solidFill>
              <a:latin typeface="Noto Sans JP"/>
            </a:endParaRPr>
          </a:p>
          <a:p>
            <a:pPr>
              <a:lnSpc>
                <a:spcPts val="2550"/>
              </a:lnSpc>
            </a:pPr>
            <a:r>
              <a:rPr lang="en-US" altLang="ja-JP" sz="2000">
                <a:solidFill>
                  <a:srgbClr val="000000"/>
                </a:solidFill>
                <a:latin typeface="Noto Sans JP"/>
              </a:rPr>
              <a:t>2</a:t>
            </a:r>
            <a:r>
              <a:rPr lang="ja-JP" altLang="en-US" sz="2000">
                <a:solidFill>
                  <a:srgbClr val="000000"/>
                </a:solidFill>
                <a:latin typeface="Noto Sans JP"/>
              </a:rPr>
              <a:t>次元姿勢推定（</a:t>
            </a:r>
            <a:r>
              <a:rPr lang="en-US" altLang="ja-JP" sz="2000" err="1">
                <a:solidFill>
                  <a:srgbClr val="000000"/>
                </a:solidFill>
                <a:latin typeface="Noto Sans JP"/>
              </a:rPr>
              <a:t>HRNet</a:t>
            </a:r>
            <a:r>
              <a:rPr lang="ja-JP" altLang="en-US" sz="2000">
                <a:solidFill>
                  <a:srgbClr val="000000"/>
                </a:solidFill>
                <a:latin typeface="Noto Sans JP"/>
              </a:rPr>
              <a:t>）：</a:t>
            </a:r>
            <a:r>
              <a:rPr lang="ja-JP" altLang="en-US" sz="2000">
                <a:solidFill>
                  <a:srgbClr val="222222"/>
                </a:solidFill>
                <a:latin typeface="Noto Sans JP"/>
              </a:rPr>
              <a:t> 画像から人物の</a:t>
            </a:r>
            <a:r>
              <a:rPr lang="en-US" altLang="ja-JP" sz="2000">
                <a:solidFill>
                  <a:srgbClr val="222222"/>
                </a:solidFill>
                <a:latin typeface="Noto Sans JP"/>
              </a:rPr>
              <a:t>2D</a:t>
            </a:r>
            <a:r>
              <a:rPr lang="ja-JP" altLang="en-US" sz="2000">
                <a:solidFill>
                  <a:srgbClr val="222222"/>
                </a:solidFill>
                <a:latin typeface="Noto Sans JP"/>
              </a:rPr>
              <a:t>姿勢推定を行う</a:t>
            </a:r>
            <a:endParaRPr lang="en-US" altLang="ja-JP" sz="2000">
              <a:solidFill>
                <a:srgbClr val="222222"/>
              </a:solidFill>
              <a:latin typeface="Noto Sans JP"/>
            </a:endParaRPr>
          </a:p>
          <a:p>
            <a:pPr>
              <a:lnSpc>
                <a:spcPts val="2550"/>
              </a:lnSpc>
            </a:pPr>
            <a:r>
              <a:rPr lang="en-US" altLang="ja-JP" sz="2000">
                <a:solidFill>
                  <a:srgbClr val="000000"/>
                </a:solidFill>
                <a:latin typeface="Noto Sans JP"/>
              </a:rPr>
              <a:t>3</a:t>
            </a:r>
            <a:r>
              <a:rPr lang="ja-JP" altLang="en-US" sz="2000">
                <a:solidFill>
                  <a:srgbClr val="000000"/>
                </a:solidFill>
                <a:latin typeface="Noto Sans JP"/>
              </a:rPr>
              <a:t>次元姿勢変換（</a:t>
            </a:r>
            <a:r>
              <a:rPr lang="en-US" altLang="ja-JP" sz="2000" err="1">
                <a:solidFill>
                  <a:srgbClr val="000000"/>
                </a:solidFill>
                <a:latin typeface="Noto Sans JP"/>
              </a:rPr>
              <a:t>MotionBERT</a:t>
            </a:r>
            <a:r>
              <a:rPr lang="ja-JP" altLang="en-US" sz="2000">
                <a:solidFill>
                  <a:srgbClr val="000000"/>
                </a:solidFill>
                <a:latin typeface="Noto Sans JP"/>
              </a:rPr>
              <a:t>）</a:t>
            </a:r>
            <a:r>
              <a:rPr lang="ja-JP" altLang="en-US" sz="2000" b="1">
                <a:solidFill>
                  <a:srgbClr val="000000"/>
                </a:solidFill>
                <a:latin typeface="Noto Sans JP"/>
              </a:rPr>
              <a:t>：</a:t>
            </a:r>
            <a:r>
              <a:rPr lang="ja-JP" altLang="en-US" sz="2000">
                <a:solidFill>
                  <a:srgbClr val="222222"/>
                </a:solidFill>
                <a:latin typeface="Noto Sans JP"/>
              </a:rPr>
              <a:t> </a:t>
            </a:r>
            <a:r>
              <a:rPr lang="en-US" altLang="ja-JP" sz="2000">
                <a:solidFill>
                  <a:srgbClr val="222222"/>
                </a:solidFill>
                <a:latin typeface="Noto Sans JP"/>
              </a:rPr>
              <a:t>2D</a:t>
            </a:r>
            <a:r>
              <a:rPr lang="ja-JP" altLang="en-US" sz="2000">
                <a:solidFill>
                  <a:srgbClr val="222222"/>
                </a:solidFill>
                <a:latin typeface="Noto Sans JP"/>
              </a:rPr>
              <a:t>座標の座標データと画像からを</a:t>
            </a:r>
            <a:r>
              <a:rPr lang="en-US" altLang="ja-JP" sz="2000">
                <a:solidFill>
                  <a:srgbClr val="222222"/>
                </a:solidFill>
                <a:latin typeface="Noto Sans JP"/>
              </a:rPr>
              <a:t>3D</a:t>
            </a:r>
            <a:r>
              <a:rPr lang="ja-JP" altLang="en-US" sz="2000">
                <a:solidFill>
                  <a:srgbClr val="222222"/>
                </a:solidFill>
                <a:latin typeface="Noto Sans JP"/>
              </a:rPr>
              <a:t>姿勢へ変換する</a:t>
            </a:r>
          </a:p>
          <a:p>
            <a:pPr>
              <a:lnSpc>
                <a:spcPts val="2400"/>
              </a:lnSpc>
            </a:pPr>
            <a:endParaRPr lang="en-US" altLang="ja-JP" b="1">
              <a:solidFill>
                <a:srgbClr val="222222"/>
              </a:solidFill>
              <a:latin typeface="Noto Sans JP"/>
            </a:endParaRPr>
          </a:p>
          <a:p>
            <a:pPr>
              <a:lnSpc>
                <a:spcPts val="2400"/>
              </a:lnSpc>
            </a:pPr>
            <a:endParaRPr lang="en-US" altLang="ja-JP">
              <a:solidFill>
                <a:srgbClr val="222222"/>
              </a:solidFill>
              <a:latin typeface="Noto Sans JP"/>
            </a:endParaRPr>
          </a:p>
        </p:txBody>
      </p:sp>
      <p:sp>
        <p:nvSpPr>
          <p:cNvPr id="12" name="テキスト ボックス 11">
            <a:extLst>
              <a:ext uri="{FF2B5EF4-FFF2-40B4-BE49-F238E27FC236}">
                <a16:creationId xmlns:a16="http://schemas.microsoft.com/office/drawing/2014/main" id="{0226D204-1000-FB7D-DEB6-DED1B3B14525}"/>
              </a:ext>
            </a:extLst>
          </p:cNvPr>
          <p:cNvSpPr txBox="1"/>
          <p:nvPr/>
        </p:nvSpPr>
        <p:spPr>
          <a:xfrm>
            <a:off x="6175026" y="5954095"/>
            <a:ext cx="3724828" cy="338554"/>
          </a:xfrm>
          <a:prstGeom prst="rect">
            <a:avLst/>
          </a:prstGeom>
          <a:noFill/>
        </p:spPr>
        <p:txBody>
          <a:bodyPr vert="horz" wrap="square" rtlCol="0">
            <a:spAutoFit/>
          </a:bodyPr>
          <a:lstStyle/>
          <a:p>
            <a:r>
              <a:rPr lang="ja-JP" altLang="en-US" sz="1600"/>
              <a:t>拡張後のキーポイントの配置（</a:t>
            </a:r>
            <a:r>
              <a:rPr lang="en-US" altLang="ja-JP" sz="1600"/>
              <a:t>19</a:t>
            </a:r>
            <a:r>
              <a:rPr lang="ja-JP" altLang="en-US" sz="1600"/>
              <a:t>点）</a:t>
            </a:r>
            <a:endParaRPr lang="en-US" altLang="ja-JP" sz="1600"/>
          </a:p>
        </p:txBody>
      </p:sp>
      <p:grpSp>
        <p:nvGrpSpPr>
          <p:cNvPr id="36" name="グループ化 35">
            <a:extLst>
              <a:ext uri="{FF2B5EF4-FFF2-40B4-BE49-F238E27FC236}">
                <a16:creationId xmlns:a16="http://schemas.microsoft.com/office/drawing/2014/main" id="{F0049436-56F1-A961-8F07-F7FC92828F94}"/>
              </a:ext>
            </a:extLst>
          </p:cNvPr>
          <p:cNvGrpSpPr>
            <a:grpSpLocks noChangeAspect="1"/>
          </p:cNvGrpSpPr>
          <p:nvPr/>
        </p:nvGrpSpPr>
        <p:grpSpPr>
          <a:xfrm>
            <a:off x="6566344" y="3429000"/>
            <a:ext cx="2261567" cy="2517109"/>
            <a:chOff x="9688657" y="2962364"/>
            <a:chExt cx="1673182" cy="1896407"/>
          </a:xfrm>
        </p:grpSpPr>
        <p:pic>
          <p:nvPicPr>
            <p:cNvPr id="42" name="図 41">
              <a:extLst>
                <a:ext uri="{FF2B5EF4-FFF2-40B4-BE49-F238E27FC236}">
                  <a16:creationId xmlns:a16="http://schemas.microsoft.com/office/drawing/2014/main" id="{09AC1799-4821-BBCD-27E2-90421F7BA6B1}"/>
                </a:ext>
              </a:extLst>
            </p:cNvPr>
            <p:cNvPicPr>
              <a:picLocks noChangeAspect="1"/>
            </p:cNvPicPr>
            <p:nvPr/>
          </p:nvPicPr>
          <p:blipFill>
            <a:blip r:embed="rId3">
              <a:extLst>
                <a:ext uri="{28A0092B-C50C-407E-A947-70E740481C1C}">
                  <a14:useLocalDpi xmlns:a14="http://schemas.microsoft.com/office/drawing/2010/main" val="0"/>
                </a:ext>
              </a:extLst>
            </a:blip>
            <a:srcRect l="8225" t="3337" r="14732" b="47074"/>
            <a:stretch>
              <a:fillRect/>
            </a:stretch>
          </p:blipFill>
          <p:spPr>
            <a:xfrm>
              <a:off x="9688657" y="2962364"/>
              <a:ext cx="1673182" cy="1896407"/>
            </a:xfrm>
            <a:prstGeom prst="rect">
              <a:avLst/>
            </a:prstGeom>
            <a:ln>
              <a:noFill/>
            </a:ln>
          </p:spPr>
        </p:pic>
        <p:sp>
          <p:nvSpPr>
            <p:cNvPr id="43" name="楕円 42">
              <a:extLst>
                <a:ext uri="{FF2B5EF4-FFF2-40B4-BE49-F238E27FC236}">
                  <a16:creationId xmlns:a16="http://schemas.microsoft.com/office/drawing/2014/main" id="{70289AF4-8101-9CA7-9C92-1EB6F0F7FEB8}"/>
                </a:ext>
              </a:extLst>
            </p:cNvPr>
            <p:cNvSpPr/>
            <p:nvPr/>
          </p:nvSpPr>
          <p:spPr>
            <a:xfrm>
              <a:off x="10528923" y="3760878"/>
              <a:ext cx="85725" cy="90487"/>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sp>
          <p:nvSpPr>
            <p:cNvPr id="44" name="楕円 43">
              <a:extLst>
                <a:ext uri="{FF2B5EF4-FFF2-40B4-BE49-F238E27FC236}">
                  <a16:creationId xmlns:a16="http://schemas.microsoft.com/office/drawing/2014/main" id="{E6617186-5B5A-FD44-9FA9-6C258FD79536}"/>
                </a:ext>
              </a:extLst>
            </p:cNvPr>
            <p:cNvSpPr/>
            <p:nvPr/>
          </p:nvSpPr>
          <p:spPr>
            <a:xfrm>
              <a:off x="10472516" y="4223060"/>
              <a:ext cx="85725" cy="90487"/>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grpSp>
      <p:pic>
        <p:nvPicPr>
          <p:cNvPr id="48" name="図 47">
            <a:extLst>
              <a:ext uri="{FF2B5EF4-FFF2-40B4-BE49-F238E27FC236}">
                <a16:creationId xmlns:a16="http://schemas.microsoft.com/office/drawing/2014/main" id="{C416D623-A2BA-BEBA-96D8-2B1DC9CEC280}"/>
              </a:ext>
            </a:extLst>
          </p:cNvPr>
          <p:cNvPicPr>
            <a:picLocks noChangeAspect="1"/>
          </p:cNvPicPr>
          <p:nvPr/>
        </p:nvPicPr>
        <p:blipFill>
          <a:blip r:embed="rId3">
            <a:extLst>
              <a:ext uri="{28A0092B-C50C-407E-A947-70E740481C1C}">
                <a14:useLocalDpi xmlns:a14="http://schemas.microsoft.com/office/drawing/2010/main" val="0"/>
              </a:ext>
            </a:extLst>
          </a:blip>
          <a:srcRect l="8225" t="3336" r="14394" b="2892"/>
          <a:stretch>
            <a:fillRect/>
          </a:stretch>
        </p:blipFill>
        <p:spPr>
          <a:xfrm>
            <a:off x="3565969" y="3421287"/>
            <a:ext cx="1204929" cy="2524822"/>
          </a:xfrm>
          <a:prstGeom prst="rect">
            <a:avLst/>
          </a:prstGeom>
        </p:spPr>
      </p:pic>
      <p:sp>
        <p:nvSpPr>
          <p:cNvPr id="50" name="テキスト ボックス 49">
            <a:extLst>
              <a:ext uri="{FF2B5EF4-FFF2-40B4-BE49-F238E27FC236}">
                <a16:creationId xmlns:a16="http://schemas.microsoft.com/office/drawing/2014/main" id="{52C0885E-08AB-E0F2-0C3F-D656F76CEB64}"/>
              </a:ext>
            </a:extLst>
          </p:cNvPr>
          <p:cNvSpPr txBox="1"/>
          <p:nvPr/>
        </p:nvSpPr>
        <p:spPr>
          <a:xfrm>
            <a:off x="2784599" y="5954252"/>
            <a:ext cx="3502426" cy="338554"/>
          </a:xfrm>
          <a:prstGeom prst="rect">
            <a:avLst/>
          </a:prstGeom>
          <a:noFill/>
        </p:spPr>
        <p:txBody>
          <a:bodyPr vert="horz" wrap="square" rtlCol="0">
            <a:spAutoFit/>
          </a:bodyPr>
          <a:lstStyle/>
          <a:p>
            <a:r>
              <a:rPr lang="ja-JP" altLang="en-US" sz="1600"/>
              <a:t>既存のキーポイントの配置（</a:t>
            </a:r>
            <a:r>
              <a:rPr lang="en-US" altLang="ja-JP" sz="1600"/>
              <a:t>17</a:t>
            </a:r>
            <a:r>
              <a:rPr lang="ja-JP" altLang="en-US" sz="1600"/>
              <a:t>点）</a:t>
            </a:r>
            <a:endParaRPr lang="en-US" altLang="ja-JP" sz="1600"/>
          </a:p>
        </p:txBody>
      </p:sp>
      <p:sp>
        <p:nvSpPr>
          <p:cNvPr id="2" name="Footer Placeholder 4">
            <a:extLst>
              <a:ext uri="{FF2B5EF4-FFF2-40B4-BE49-F238E27FC236}">
                <a16:creationId xmlns:a16="http://schemas.microsoft.com/office/drawing/2014/main" id="{4C010968-A70A-6840-463C-91341CD1493D}"/>
              </a:ext>
            </a:extLst>
          </p:cNvPr>
          <p:cNvSpPr>
            <a:spLocks noGrp="1"/>
          </p:cNvSpPr>
          <p:nvPr>
            <p:ph type="ftr" sz="quarter" idx="11"/>
          </p:nvPr>
        </p:nvSpPr>
        <p:spPr>
          <a:xfrm>
            <a:off x="4038600" y="6449338"/>
            <a:ext cx="4114800" cy="365125"/>
          </a:xfrm>
        </p:spPr>
        <p:txBody>
          <a:bodyPr/>
          <a:lstStyle/>
          <a:p>
            <a:r>
              <a:rPr lang="en-US"/>
              <a:t>A-14-02</a:t>
            </a:r>
          </a:p>
        </p:txBody>
      </p:sp>
      <p:sp>
        <p:nvSpPr>
          <p:cNvPr id="7" name="Date Placeholder 3">
            <a:extLst>
              <a:ext uri="{FF2B5EF4-FFF2-40B4-BE49-F238E27FC236}">
                <a16:creationId xmlns:a16="http://schemas.microsoft.com/office/drawing/2014/main" id="{AA3A0A67-C733-9F44-8C06-C6AB39D2A328}"/>
              </a:ext>
            </a:extLst>
          </p:cNvPr>
          <p:cNvSpPr>
            <a:spLocks noGrp="1"/>
          </p:cNvSpPr>
          <p:nvPr>
            <p:ph type="dt" sz="half" idx="10"/>
          </p:nvPr>
        </p:nvSpPr>
        <p:spPr>
          <a:xfrm>
            <a:off x="838200" y="6449338"/>
            <a:ext cx="2743200" cy="365125"/>
          </a:xfrm>
        </p:spPr>
        <p:txBody>
          <a:bodyPr/>
          <a:lstStyle/>
          <a:p>
            <a:r>
              <a:rPr lang="en-US"/>
              <a:t>2026/9/24</a:t>
            </a:r>
          </a:p>
        </p:txBody>
      </p:sp>
    </p:spTree>
    <p:extLst>
      <p:ext uri="{BB962C8B-B14F-4D97-AF65-F5344CB8AC3E}">
        <p14:creationId xmlns:p14="http://schemas.microsoft.com/office/powerpoint/2010/main" val="27127171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DEE84-7DB5-6FBF-6F72-44EB9302BE6B}"/>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0848730A-E6D6-919E-D12D-039E59F625A3}"/>
              </a:ext>
            </a:extLst>
          </p:cNvPr>
          <p:cNvSpPr>
            <a:spLocks noGrp="1"/>
          </p:cNvSpPr>
          <p:nvPr>
            <p:ph type="sldNum" sz="quarter" idx="12"/>
          </p:nvPr>
        </p:nvSpPr>
        <p:spPr/>
        <p:txBody>
          <a:bodyPr/>
          <a:lstStyle/>
          <a:p>
            <a:fld id="{465F6A33-8929-41AA-8A25-00E3AA79F1EE}" type="slidenum">
              <a:rPr lang="en-US" smtClean="0"/>
              <a:t>6</a:t>
            </a:fld>
            <a:endParaRPr lang="en-US"/>
          </a:p>
        </p:txBody>
      </p:sp>
      <p:sp>
        <p:nvSpPr>
          <p:cNvPr id="11" name="テキスト ボックス 10">
            <a:extLst>
              <a:ext uri="{FF2B5EF4-FFF2-40B4-BE49-F238E27FC236}">
                <a16:creationId xmlns:a16="http://schemas.microsoft.com/office/drawing/2014/main" id="{CF60603F-BF27-4045-80B3-94D352740838}"/>
              </a:ext>
            </a:extLst>
          </p:cNvPr>
          <p:cNvSpPr txBox="1"/>
          <p:nvPr/>
        </p:nvSpPr>
        <p:spPr>
          <a:xfrm>
            <a:off x="277091" y="258618"/>
            <a:ext cx="6465454" cy="646331"/>
          </a:xfrm>
          <a:prstGeom prst="rect">
            <a:avLst/>
          </a:prstGeom>
          <a:noFill/>
        </p:spPr>
        <p:txBody>
          <a:bodyPr wrap="square" rtlCol="0">
            <a:spAutoFit/>
          </a:bodyPr>
          <a:lstStyle/>
          <a:p>
            <a:r>
              <a:rPr kumimoji="1" lang="ja-JP" altLang="en-US" sz="3600"/>
              <a:t>研究内容</a:t>
            </a:r>
          </a:p>
        </p:txBody>
      </p:sp>
      <p:cxnSp>
        <p:nvCxnSpPr>
          <p:cNvPr id="10" name="直線コネクタ 9">
            <a:extLst>
              <a:ext uri="{FF2B5EF4-FFF2-40B4-BE49-F238E27FC236}">
                <a16:creationId xmlns:a16="http://schemas.microsoft.com/office/drawing/2014/main" id="{4C4B02A7-6D72-4096-40E5-B3BFC8527317}"/>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3">
            <a:extLst>
              <a:ext uri="{FF2B5EF4-FFF2-40B4-BE49-F238E27FC236}">
                <a16:creationId xmlns:a16="http://schemas.microsoft.com/office/drawing/2014/main" id="{23904EA7-31DB-C476-4AA8-1F030E901D0B}"/>
              </a:ext>
            </a:extLst>
          </p:cNvPr>
          <p:cNvSpPr txBox="1"/>
          <p:nvPr/>
        </p:nvSpPr>
        <p:spPr>
          <a:xfrm>
            <a:off x="579599" y="1148930"/>
            <a:ext cx="8483399" cy="3979231"/>
          </a:xfrm>
          <a:prstGeom prst="rect">
            <a:avLst/>
          </a:prstGeom>
          <a:noFill/>
        </p:spPr>
        <p:txBody>
          <a:bodyPr wrap="square" lIns="0" tIns="0" rIns="0" bIns="0" anchor="t">
            <a:spAutoFit/>
          </a:bodyPr>
          <a:lstStyle/>
          <a:p>
            <a:pPr>
              <a:lnSpc>
                <a:spcPts val="2400"/>
              </a:lnSpc>
            </a:pPr>
            <a:r>
              <a:rPr lang="ja-JP" altLang="en-US" sz="2000" b="1" dirty="0">
                <a:solidFill>
                  <a:srgbClr val="222222"/>
                </a:solidFill>
                <a:latin typeface="Noto Sans JP"/>
              </a:rPr>
              <a:t>工程② データセットの拡張と追加学習</a:t>
            </a:r>
            <a:endParaRPr lang="en-US" altLang="ja-JP" sz="2000" b="1" dirty="0">
              <a:solidFill>
                <a:srgbClr val="222222"/>
              </a:solidFill>
              <a:latin typeface="Noto Sans JP"/>
            </a:endParaRPr>
          </a:p>
          <a:p>
            <a:pPr>
              <a:lnSpc>
                <a:spcPts val="2400"/>
              </a:lnSpc>
            </a:pPr>
            <a:endParaRPr lang="en-US" altLang="ja-JP" sz="2000" b="1" dirty="0">
              <a:solidFill>
                <a:srgbClr val="222222"/>
              </a:solidFill>
              <a:latin typeface="Noto Sans JP"/>
            </a:endParaRPr>
          </a:p>
          <a:p>
            <a:pPr>
              <a:lnSpc>
                <a:spcPts val="2400"/>
              </a:lnSpc>
            </a:pPr>
            <a:r>
              <a:rPr lang="ja-JP" altLang="en-US" sz="2000" dirty="0">
                <a:solidFill>
                  <a:srgbClr val="222222"/>
                </a:solidFill>
                <a:latin typeface="Noto Sans JP"/>
              </a:rPr>
              <a:t>・データセット</a:t>
            </a:r>
            <a:endParaRPr lang="en-US" altLang="ja-JP" sz="2000" dirty="0">
              <a:solidFill>
                <a:srgbClr val="222222"/>
              </a:solidFill>
              <a:latin typeface="Noto Sans JP"/>
            </a:endParaRPr>
          </a:p>
          <a:p>
            <a:pPr>
              <a:lnSpc>
                <a:spcPts val="2400"/>
              </a:lnSpc>
            </a:pPr>
            <a:r>
              <a:rPr lang="ja-JP" altLang="en-US" sz="2000" dirty="0">
                <a:solidFill>
                  <a:srgbClr val="222222"/>
                </a:solidFill>
                <a:latin typeface="Noto Sans JP"/>
              </a:rPr>
              <a:t>　モーションデータ：</a:t>
            </a:r>
            <a:r>
              <a:rPr lang="en-US" altLang="ja-JP" sz="2000" dirty="0">
                <a:solidFill>
                  <a:srgbClr val="222222"/>
                </a:solidFill>
                <a:latin typeface="Noto Sans JP"/>
              </a:rPr>
              <a:t>330</a:t>
            </a:r>
            <a:r>
              <a:rPr lang="ja-JP" altLang="en-US" sz="2000" dirty="0">
                <a:solidFill>
                  <a:srgbClr val="222222"/>
                </a:solidFill>
                <a:latin typeface="Noto Sans JP"/>
              </a:rPr>
              <a:t>フレーム、アバター：</a:t>
            </a:r>
            <a:r>
              <a:rPr lang="en-US" altLang="ja-JP" sz="2000" dirty="0">
                <a:solidFill>
                  <a:srgbClr val="222222"/>
                </a:solidFill>
                <a:latin typeface="Noto Sans JP"/>
              </a:rPr>
              <a:t>1</a:t>
            </a:r>
            <a:r>
              <a:rPr lang="ja-JP" altLang="en-US" sz="2000" dirty="0">
                <a:solidFill>
                  <a:srgbClr val="222222"/>
                </a:solidFill>
                <a:latin typeface="Noto Sans JP"/>
              </a:rPr>
              <a:t>体、カメラ：１２台</a:t>
            </a:r>
            <a:endParaRPr lang="en-US" altLang="ja-JP" sz="2000" dirty="0">
              <a:solidFill>
                <a:srgbClr val="222222"/>
              </a:solidFill>
              <a:latin typeface="Noto Sans JP"/>
            </a:endParaRPr>
          </a:p>
          <a:p>
            <a:pPr>
              <a:lnSpc>
                <a:spcPts val="2400"/>
              </a:lnSpc>
            </a:pPr>
            <a:r>
              <a:rPr lang="ja-JP" altLang="en-US" sz="2000" dirty="0">
                <a:solidFill>
                  <a:srgbClr val="222222"/>
                </a:solidFill>
                <a:latin typeface="Noto Sans JP"/>
              </a:rPr>
              <a:t>　</a:t>
            </a:r>
            <a:r>
              <a:rPr lang="en-US" altLang="ja-JP" sz="2000" dirty="0">
                <a:solidFill>
                  <a:srgbClr val="222222"/>
                </a:solidFill>
                <a:latin typeface="Noto Sans JP"/>
              </a:rPr>
              <a:t>train</a:t>
            </a:r>
            <a:r>
              <a:rPr lang="ja-JP" altLang="en-US" sz="2000" dirty="0">
                <a:solidFill>
                  <a:srgbClr val="222222"/>
                </a:solidFill>
                <a:latin typeface="Noto Sans JP"/>
              </a:rPr>
              <a:t>：</a:t>
            </a:r>
            <a:r>
              <a:rPr lang="en-US" altLang="ja-JP" sz="2000" dirty="0">
                <a:solidFill>
                  <a:srgbClr val="222222"/>
                </a:solidFill>
                <a:latin typeface="Noto Sans JP"/>
              </a:rPr>
              <a:t>4000</a:t>
            </a:r>
            <a:r>
              <a:rPr lang="ja-JP" altLang="en-US" sz="2000" dirty="0">
                <a:solidFill>
                  <a:srgbClr val="222222"/>
                </a:solidFill>
                <a:latin typeface="Noto Sans JP"/>
              </a:rPr>
              <a:t>組、</a:t>
            </a:r>
            <a:r>
              <a:rPr lang="en-US" altLang="ja-JP" sz="2000" dirty="0" err="1">
                <a:solidFill>
                  <a:srgbClr val="222222"/>
                </a:solidFill>
                <a:latin typeface="Noto Sans JP"/>
              </a:rPr>
              <a:t>val</a:t>
            </a:r>
            <a:r>
              <a:rPr lang="ja-JP" altLang="en-US" sz="2000" dirty="0">
                <a:solidFill>
                  <a:srgbClr val="222222"/>
                </a:solidFill>
                <a:latin typeface="Noto Sans JP"/>
              </a:rPr>
              <a:t>：</a:t>
            </a:r>
            <a:r>
              <a:rPr lang="en-US" altLang="ja-JP" sz="2000" dirty="0">
                <a:solidFill>
                  <a:srgbClr val="222222"/>
                </a:solidFill>
                <a:latin typeface="Noto Sans JP"/>
              </a:rPr>
              <a:t>80</a:t>
            </a:r>
            <a:r>
              <a:rPr lang="ja-JP" altLang="en-US" sz="2000" dirty="0">
                <a:solidFill>
                  <a:srgbClr val="222222"/>
                </a:solidFill>
                <a:latin typeface="Noto Sans JP"/>
              </a:rPr>
              <a:t>組、</a:t>
            </a:r>
            <a:r>
              <a:rPr lang="en-US" altLang="ja-JP" sz="2000" dirty="0">
                <a:solidFill>
                  <a:srgbClr val="222222"/>
                </a:solidFill>
                <a:latin typeface="Noto Sans JP"/>
              </a:rPr>
              <a:t>test</a:t>
            </a:r>
            <a:r>
              <a:rPr lang="ja-JP" altLang="en-US" sz="2000" dirty="0">
                <a:solidFill>
                  <a:srgbClr val="222222"/>
                </a:solidFill>
                <a:latin typeface="Noto Sans JP"/>
              </a:rPr>
              <a:t>：</a:t>
            </a:r>
            <a:r>
              <a:rPr lang="en-US" altLang="ja-JP" sz="2000" dirty="0">
                <a:solidFill>
                  <a:srgbClr val="222222"/>
                </a:solidFill>
                <a:latin typeface="Noto Sans JP"/>
              </a:rPr>
              <a:t>100</a:t>
            </a:r>
            <a:r>
              <a:rPr lang="ja-JP" altLang="en-US" sz="2000" dirty="0">
                <a:solidFill>
                  <a:srgbClr val="222222"/>
                </a:solidFill>
                <a:latin typeface="Noto Sans JP"/>
              </a:rPr>
              <a:t>組</a:t>
            </a:r>
            <a:endParaRPr lang="en-US" altLang="ja-JP" sz="2000" dirty="0">
              <a:solidFill>
                <a:srgbClr val="222222"/>
              </a:solidFill>
              <a:latin typeface="Noto Sans JP"/>
            </a:endParaRPr>
          </a:p>
          <a:p>
            <a:pPr>
              <a:lnSpc>
                <a:spcPts val="2400"/>
              </a:lnSpc>
            </a:pPr>
            <a:endParaRPr lang="en-US" altLang="ja-JP" sz="2000" dirty="0">
              <a:solidFill>
                <a:srgbClr val="222222"/>
              </a:solidFill>
              <a:latin typeface="Noto Sans JP"/>
            </a:endParaRPr>
          </a:p>
          <a:p>
            <a:pPr>
              <a:lnSpc>
                <a:spcPts val="2400"/>
              </a:lnSpc>
            </a:pPr>
            <a:r>
              <a:rPr lang="ja-JP" altLang="en-US" sz="2000" dirty="0">
                <a:solidFill>
                  <a:srgbClr val="222222"/>
                </a:solidFill>
                <a:latin typeface="Noto Sans JP"/>
              </a:rPr>
              <a:t>　アノテーションデータ</a:t>
            </a:r>
            <a:endParaRPr lang="en-US" altLang="ja-JP" sz="2000" dirty="0">
              <a:solidFill>
                <a:srgbClr val="222222"/>
              </a:solidFill>
              <a:latin typeface="Noto Sans JP"/>
            </a:endParaRPr>
          </a:p>
          <a:p>
            <a:r>
              <a:rPr lang="ja-JP" altLang="en-US" sz="2000" dirty="0">
                <a:solidFill>
                  <a:srgbClr val="222222"/>
                </a:solidFill>
                <a:latin typeface="Noto Sans JP"/>
              </a:rPr>
              <a:t>　</a:t>
            </a:r>
            <a:r>
              <a:rPr lang="ja-JP" altLang="en-US" sz="2000" dirty="0">
                <a:latin typeface="+mn-ea"/>
              </a:rPr>
              <a:t>　</a:t>
            </a:r>
            <a:r>
              <a:rPr lang="en-US" altLang="ja-JP" sz="2000" dirty="0">
                <a:latin typeface="+mn-ea"/>
              </a:rPr>
              <a:t>- 19</a:t>
            </a:r>
            <a:r>
              <a:rPr lang="ja-JP" altLang="en-US" sz="2000" dirty="0">
                <a:latin typeface="+mn-ea"/>
              </a:rPr>
              <a:t>点のキーポイントの</a:t>
            </a:r>
            <a:r>
              <a:rPr lang="en-US" altLang="ja-JP" sz="2000" dirty="0">
                <a:latin typeface="+mn-ea"/>
              </a:rPr>
              <a:t>3D</a:t>
            </a:r>
            <a:r>
              <a:rPr lang="ja-JP" altLang="en-US" sz="2000" dirty="0">
                <a:latin typeface="+mn-ea"/>
              </a:rPr>
              <a:t>座標、</a:t>
            </a:r>
            <a:r>
              <a:rPr lang="en-US" altLang="ja-JP" sz="2000" dirty="0">
                <a:latin typeface="+mn-ea"/>
              </a:rPr>
              <a:t>2D</a:t>
            </a:r>
            <a:r>
              <a:rPr lang="ja-JP" altLang="en-US" sz="2000" dirty="0">
                <a:latin typeface="+mn-ea"/>
              </a:rPr>
              <a:t>座標</a:t>
            </a:r>
            <a:endParaRPr lang="en-US" altLang="ja-JP" sz="2000" dirty="0">
              <a:latin typeface="+mn-ea"/>
            </a:endParaRPr>
          </a:p>
          <a:p>
            <a:r>
              <a:rPr lang="ja-JP" altLang="en-US" sz="2000" dirty="0">
                <a:latin typeface="+mn-ea"/>
              </a:rPr>
              <a:t>　　</a:t>
            </a:r>
            <a:r>
              <a:rPr lang="en-US" altLang="ja-JP" sz="2000" dirty="0">
                <a:latin typeface="+mn-ea"/>
              </a:rPr>
              <a:t>- </a:t>
            </a:r>
            <a:r>
              <a:rPr lang="ja-JP" altLang="en-US" sz="2000" dirty="0">
                <a:latin typeface="+mn-ea"/>
              </a:rPr>
              <a:t>各キーポイントの信頼度</a:t>
            </a:r>
            <a:endParaRPr lang="en-US" altLang="ja-JP" sz="2000" dirty="0">
              <a:latin typeface="+mn-ea"/>
            </a:endParaRPr>
          </a:p>
          <a:p>
            <a:r>
              <a:rPr lang="ja-JP" altLang="en-US" sz="2000" dirty="0">
                <a:latin typeface="+mn-ea"/>
              </a:rPr>
              <a:t>　　</a:t>
            </a:r>
            <a:r>
              <a:rPr lang="en-US" altLang="ja-JP" sz="2000" dirty="0">
                <a:latin typeface="+mn-ea"/>
              </a:rPr>
              <a:t>-</a:t>
            </a:r>
            <a:r>
              <a:rPr lang="ja-JP" altLang="en-US" sz="2000" dirty="0">
                <a:latin typeface="+mn-ea"/>
              </a:rPr>
              <a:t> </a:t>
            </a:r>
            <a:r>
              <a:rPr lang="en-US" altLang="ja-JP" sz="2000" dirty="0">
                <a:latin typeface="+mn-ea"/>
              </a:rPr>
              <a:t>BBOX</a:t>
            </a:r>
            <a:r>
              <a:rPr lang="ja-JP" altLang="en-US" sz="2000" dirty="0">
                <a:latin typeface="+mn-ea"/>
              </a:rPr>
              <a:t>の座標</a:t>
            </a:r>
            <a:endParaRPr lang="en-US" altLang="ja-JP" sz="2000" dirty="0">
              <a:latin typeface="+mn-ea"/>
            </a:endParaRPr>
          </a:p>
          <a:p>
            <a:pPr>
              <a:lnSpc>
                <a:spcPts val="2400"/>
              </a:lnSpc>
            </a:pPr>
            <a:endParaRPr lang="en-US" altLang="ja-JP" sz="2000" dirty="0">
              <a:solidFill>
                <a:srgbClr val="222222"/>
              </a:solidFill>
              <a:latin typeface="Noto Sans JP"/>
            </a:endParaRPr>
          </a:p>
          <a:p>
            <a:pPr>
              <a:lnSpc>
                <a:spcPts val="2400"/>
              </a:lnSpc>
            </a:pPr>
            <a:r>
              <a:rPr lang="ja-JP" altLang="en-US" sz="2000" dirty="0">
                <a:solidFill>
                  <a:srgbClr val="222222"/>
                </a:solidFill>
                <a:latin typeface="Noto Sans JP"/>
              </a:rPr>
              <a:t>・追加学習　エポック数：</a:t>
            </a:r>
            <a:r>
              <a:rPr lang="en-US" altLang="ja-JP" sz="2000" dirty="0">
                <a:solidFill>
                  <a:srgbClr val="222222"/>
                </a:solidFill>
                <a:latin typeface="Noto Sans JP"/>
              </a:rPr>
              <a:t>100</a:t>
            </a:r>
            <a:endParaRPr lang="en-US" altLang="ja-JP" sz="2000" b="1" dirty="0">
              <a:solidFill>
                <a:srgbClr val="222222"/>
              </a:solidFill>
              <a:latin typeface="Noto Sans JP"/>
            </a:endParaRPr>
          </a:p>
          <a:p>
            <a:pPr>
              <a:lnSpc>
                <a:spcPts val="2400"/>
              </a:lnSpc>
            </a:pPr>
            <a:endParaRPr lang="en-US" altLang="ja-JP" dirty="0">
              <a:solidFill>
                <a:srgbClr val="222222"/>
              </a:solidFill>
              <a:latin typeface="Noto Sans JP"/>
            </a:endParaRPr>
          </a:p>
        </p:txBody>
      </p:sp>
      <p:pic>
        <p:nvPicPr>
          <p:cNvPr id="46" name="図 45">
            <a:extLst>
              <a:ext uri="{FF2B5EF4-FFF2-40B4-BE49-F238E27FC236}">
                <a16:creationId xmlns:a16="http://schemas.microsoft.com/office/drawing/2014/main" id="{2A04B653-AB5A-88B5-1040-A0F6B0CE5F78}"/>
              </a:ext>
            </a:extLst>
          </p:cNvPr>
          <p:cNvPicPr>
            <a:picLocks noChangeAspect="1"/>
          </p:cNvPicPr>
          <p:nvPr/>
        </p:nvPicPr>
        <p:blipFill>
          <a:blip r:embed="rId3">
            <a:extLst>
              <a:ext uri="{28A0092B-C50C-407E-A947-70E740481C1C}">
                <a14:useLocalDpi xmlns:a14="http://schemas.microsoft.com/office/drawing/2010/main" val="0"/>
              </a:ext>
            </a:extLst>
          </a:blip>
          <a:srcRect l="26994" t="16754" r="27214" b="6648"/>
          <a:stretch>
            <a:fillRect/>
          </a:stretch>
        </p:blipFill>
        <p:spPr>
          <a:xfrm>
            <a:off x="9114525" y="2355328"/>
            <a:ext cx="1904645" cy="3186070"/>
          </a:xfrm>
          <a:prstGeom prst="rect">
            <a:avLst/>
          </a:prstGeom>
        </p:spPr>
      </p:pic>
      <p:sp>
        <p:nvSpPr>
          <p:cNvPr id="2" name="Footer Placeholder 4">
            <a:extLst>
              <a:ext uri="{FF2B5EF4-FFF2-40B4-BE49-F238E27FC236}">
                <a16:creationId xmlns:a16="http://schemas.microsoft.com/office/drawing/2014/main" id="{D63565B0-4E0E-B871-E93A-9E9732A001D1}"/>
              </a:ext>
            </a:extLst>
          </p:cNvPr>
          <p:cNvSpPr>
            <a:spLocks noGrp="1"/>
          </p:cNvSpPr>
          <p:nvPr>
            <p:ph type="ftr" sz="quarter" idx="11"/>
          </p:nvPr>
        </p:nvSpPr>
        <p:spPr>
          <a:xfrm>
            <a:off x="4038600" y="6449338"/>
            <a:ext cx="4114800" cy="365125"/>
          </a:xfrm>
        </p:spPr>
        <p:txBody>
          <a:bodyPr/>
          <a:lstStyle/>
          <a:p>
            <a:r>
              <a:rPr lang="en-US"/>
              <a:t>A-14-02</a:t>
            </a:r>
          </a:p>
        </p:txBody>
      </p:sp>
      <p:sp>
        <p:nvSpPr>
          <p:cNvPr id="7" name="Date Placeholder 3">
            <a:extLst>
              <a:ext uri="{FF2B5EF4-FFF2-40B4-BE49-F238E27FC236}">
                <a16:creationId xmlns:a16="http://schemas.microsoft.com/office/drawing/2014/main" id="{31DDFEB0-3D53-0C61-DBC9-4631B49F9473}"/>
              </a:ext>
            </a:extLst>
          </p:cNvPr>
          <p:cNvSpPr>
            <a:spLocks noGrp="1"/>
          </p:cNvSpPr>
          <p:nvPr>
            <p:ph type="dt" sz="half" idx="10"/>
          </p:nvPr>
        </p:nvSpPr>
        <p:spPr>
          <a:xfrm>
            <a:off x="838200" y="6449338"/>
            <a:ext cx="2743200" cy="365125"/>
          </a:xfrm>
        </p:spPr>
        <p:txBody>
          <a:bodyPr/>
          <a:lstStyle/>
          <a:p>
            <a:r>
              <a:rPr lang="en-US"/>
              <a:t>2026/9/24</a:t>
            </a:r>
          </a:p>
        </p:txBody>
      </p:sp>
      <p:sp>
        <p:nvSpPr>
          <p:cNvPr id="9" name="テキスト ボックス 8">
            <a:extLst>
              <a:ext uri="{FF2B5EF4-FFF2-40B4-BE49-F238E27FC236}">
                <a16:creationId xmlns:a16="http://schemas.microsoft.com/office/drawing/2014/main" id="{4152D576-4069-3725-1005-B656F287913E}"/>
              </a:ext>
            </a:extLst>
          </p:cNvPr>
          <p:cNvSpPr txBox="1"/>
          <p:nvPr/>
        </p:nvSpPr>
        <p:spPr>
          <a:xfrm>
            <a:off x="7123289" y="5619472"/>
            <a:ext cx="4769199" cy="338554"/>
          </a:xfrm>
          <a:prstGeom prst="rect">
            <a:avLst/>
          </a:prstGeom>
          <a:noFill/>
        </p:spPr>
        <p:txBody>
          <a:bodyPr vert="horz" wrap="square" rtlCol="0">
            <a:spAutoFit/>
          </a:bodyPr>
          <a:lstStyle/>
          <a:p>
            <a:r>
              <a:rPr lang="ja-JP" altLang="en-US" sz="1600"/>
              <a:t>データセットの画像とアノテーションデータの例</a:t>
            </a:r>
            <a:endParaRPr lang="en-US" altLang="ja-JP" sz="1600"/>
          </a:p>
        </p:txBody>
      </p:sp>
      <p:graphicFrame>
        <p:nvGraphicFramePr>
          <p:cNvPr id="4" name="表 3">
            <a:extLst>
              <a:ext uri="{FF2B5EF4-FFF2-40B4-BE49-F238E27FC236}">
                <a16:creationId xmlns:a16="http://schemas.microsoft.com/office/drawing/2014/main" id="{20D09AF3-8A14-F111-FDBF-14A2E821E54B}"/>
              </a:ext>
            </a:extLst>
          </p:cNvPr>
          <p:cNvGraphicFramePr>
            <a:graphicFrameLocks noGrp="1"/>
          </p:cNvGraphicFramePr>
          <p:nvPr>
            <p:extLst>
              <p:ext uri="{D42A27DB-BD31-4B8C-83A1-F6EECF244321}">
                <p14:modId xmlns:p14="http://schemas.microsoft.com/office/powerpoint/2010/main" val="2156264922"/>
              </p:ext>
            </p:extLst>
          </p:nvPr>
        </p:nvGraphicFramePr>
        <p:xfrm>
          <a:off x="12822816" y="1011692"/>
          <a:ext cx="1523214" cy="4568190"/>
        </p:xfrm>
        <a:graphic>
          <a:graphicData uri="http://schemas.openxmlformats.org/drawingml/2006/table">
            <a:tbl>
              <a:tblPr>
                <a:tableStyleId>{5C22544A-7EE6-4342-B048-85BDC9FD1C3A}</a:tableStyleId>
              </a:tblPr>
              <a:tblGrid>
                <a:gridCol w="761607">
                  <a:extLst>
                    <a:ext uri="{9D8B030D-6E8A-4147-A177-3AD203B41FA5}">
                      <a16:colId xmlns:a16="http://schemas.microsoft.com/office/drawing/2014/main" val="3360620907"/>
                    </a:ext>
                  </a:extLst>
                </a:gridCol>
                <a:gridCol w="761607">
                  <a:extLst>
                    <a:ext uri="{9D8B030D-6E8A-4147-A177-3AD203B41FA5}">
                      <a16:colId xmlns:a16="http://schemas.microsoft.com/office/drawing/2014/main" val="2452552071"/>
                    </a:ext>
                  </a:extLst>
                </a:gridCol>
              </a:tblGrid>
              <a:tr h="0">
                <a:tc>
                  <a:txBody>
                    <a:bodyPr/>
                    <a:lstStyle/>
                    <a:p>
                      <a:pPr algn="r">
                        <a:buNone/>
                      </a:pPr>
                      <a:r>
                        <a:rPr lang="ja-JP" sz="975">
                          <a:effectLst/>
                        </a:rPr>
                        <a:t>0</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head</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358795095"/>
                  </a:ext>
                </a:extLst>
              </a:tr>
              <a:tr h="0">
                <a:tc>
                  <a:txBody>
                    <a:bodyPr/>
                    <a:lstStyle/>
                    <a:p>
                      <a:pPr algn="r">
                        <a:buNone/>
                      </a:pPr>
                      <a:r>
                        <a:rPr lang="ja-JP" sz="975">
                          <a:effectLst/>
                        </a:rPr>
                        <a:t>1</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left_shoulder</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96491776"/>
                  </a:ext>
                </a:extLst>
              </a:tr>
              <a:tr h="0">
                <a:tc>
                  <a:txBody>
                    <a:bodyPr/>
                    <a:lstStyle/>
                    <a:p>
                      <a:pPr algn="r">
                        <a:buNone/>
                      </a:pPr>
                      <a:r>
                        <a:rPr lang="ja-JP" sz="975">
                          <a:effectLst/>
                        </a:rPr>
                        <a:t>2</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right_shoulder</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518065461"/>
                  </a:ext>
                </a:extLst>
              </a:tr>
              <a:tr h="0">
                <a:tc>
                  <a:txBody>
                    <a:bodyPr/>
                    <a:lstStyle/>
                    <a:p>
                      <a:pPr algn="r">
                        <a:buNone/>
                      </a:pPr>
                      <a:r>
                        <a:rPr lang="ja-JP" sz="975">
                          <a:effectLst/>
                        </a:rPr>
                        <a:t>3</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left_elbow</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087937856"/>
                  </a:ext>
                </a:extLst>
              </a:tr>
              <a:tr h="0">
                <a:tc>
                  <a:txBody>
                    <a:bodyPr/>
                    <a:lstStyle/>
                    <a:p>
                      <a:pPr algn="r">
                        <a:buNone/>
                      </a:pPr>
                      <a:r>
                        <a:rPr lang="ja-JP" sz="975">
                          <a:effectLst/>
                        </a:rPr>
                        <a:t>4</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right_elbow</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77558598"/>
                  </a:ext>
                </a:extLst>
              </a:tr>
              <a:tr h="0">
                <a:tc>
                  <a:txBody>
                    <a:bodyPr/>
                    <a:lstStyle/>
                    <a:p>
                      <a:pPr algn="r">
                        <a:buNone/>
                      </a:pPr>
                      <a:r>
                        <a:rPr lang="ja-JP" sz="975">
                          <a:effectLst/>
                        </a:rPr>
                        <a:t>5</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left_wrist</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739542079"/>
                  </a:ext>
                </a:extLst>
              </a:tr>
              <a:tr h="0">
                <a:tc>
                  <a:txBody>
                    <a:bodyPr/>
                    <a:lstStyle/>
                    <a:p>
                      <a:pPr algn="r">
                        <a:buNone/>
                      </a:pPr>
                      <a:r>
                        <a:rPr lang="ja-JP" sz="975">
                          <a:effectLst/>
                        </a:rPr>
                        <a:t>6</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right_wrist</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098690001"/>
                  </a:ext>
                </a:extLst>
              </a:tr>
              <a:tr h="0">
                <a:tc>
                  <a:txBody>
                    <a:bodyPr/>
                    <a:lstStyle/>
                    <a:p>
                      <a:pPr algn="r">
                        <a:buNone/>
                      </a:pPr>
                      <a:r>
                        <a:rPr lang="ja-JP" sz="975">
                          <a:effectLst/>
                        </a:rPr>
                        <a:t>7</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left_hip</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615444910"/>
                  </a:ext>
                </a:extLst>
              </a:tr>
              <a:tr h="0">
                <a:tc>
                  <a:txBody>
                    <a:bodyPr/>
                    <a:lstStyle/>
                    <a:p>
                      <a:pPr algn="r">
                        <a:buNone/>
                      </a:pPr>
                      <a:r>
                        <a:rPr lang="ja-JP" sz="975">
                          <a:effectLst/>
                        </a:rPr>
                        <a:t>8</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right_hip</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839181075"/>
                  </a:ext>
                </a:extLst>
              </a:tr>
              <a:tr h="0">
                <a:tc>
                  <a:txBody>
                    <a:bodyPr/>
                    <a:lstStyle/>
                    <a:p>
                      <a:pPr algn="r">
                        <a:buNone/>
                      </a:pPr>
                      <a:r>
                        <a:rPr lang="ja-JP" sz="975">
                          <a:effectLst/>
                        </a:rPr>
                        <a:t>9</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left_knee</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360034797"/>
                  </a:ext>
                </a:extLst>
              </a:tr>
              <a:tr h="0">
                <a:tc>
                  <a:txBody>
                    <a:bodyPr/>
                    <a:lstStyle/>
                    <a:p>
                      <a:pPr algn="r">
                        <a:buNone/>
                      </a:pPr>
                      <a:r>
                        <a:rPr lang="ja-JP" sz="975">
                          <a:effectLst/>
                        </a:rPr>
                        <a:t>10</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right_knee</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3168845344"/>
                  </a:ext>
                </a:extLst>
              </a:tr>
              <a:tr h="0">
                <a:tc>
                  <a:txBody>
                    <a:bodyPr/>
                    <a:lstStyle/>
                    <a:p>
                      <a:pPr algn="r">
                        <a:buNone/>
                      </a:pPr>
                      <a:r>
                        <a:rPr lang="ja-JP" sz="975">
                          <a:effectLst/>
                        </a:rPr>
                        <a:t>11</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left_ankle</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3155635102"/>
                  </a:ext>
                </a:extLst>
              </a:tr>
              <a:tr h="0">
                <a:tc>
                  <a:txBody>
                    <a:bodyPr/>
                    <a:lstStyle/>
                    <a:p>
                      <a:pPr algn="r">
                        <a:buNone/>
                      </a:pPr>
                      <a:r>
                        <a:rPr lang="ja-JP" sz="975">
                          <a:effectLst/>
                        </a:rPr>
                        <a:t>12</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right_ankle</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4264139350"/>
                  </a:ext>
                </a:extLst>
              </a:tr>
              <a:tr h="0">
                <a:tc>
                  <a:txBody>
                    <a:bodyPr/>
                    <a:lstStyle/>
                    <a:p>
                      <a:pPr algn="r">
                        <a:buNone/>
                      </a:pPr>
                      <a:r>
                        <a:rPr lang="ja-JP" sz="975">
                          <a:effectLst/>
                        </a:rPr>
                        <a:t>13</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spine0</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4060109477"/>
                  </a:ext>
                </a:extLst>
              </a:tr>
              <a:tr h="0">
                <a:tc>
                  <a:txBody>
                    <a:bodyPr/>
                    <a:lstStyle/>
                    <a:p>
                      <a:pPr algn="r">
                        <a:buNone/>
                      </a:pPr>
                      <a:r>
                        <a:rPr lang="ja-JP" sz="975">
                          <a:effectLst/>
                        </a:rPr>
                        <a:t>14</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spine1</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031755842"/>
                  </a:ext>
                </a:extLst>
              </a:tr>
              <a:tr h="0">
                <a:tc>
                  <a:txBody>
                    <a:bodyPr/>
                    <a:lstStyle/>
                    <a:p>
                      <a:pPr algn="r">
                        <a:buNone/>
                      </a:pPr>
                      <a:r>
                        <a:rPr lang="ja-JP" sz="975">
                          <a:effectLst/>
                        </a:rPr>
                        <a:t>15</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spine2</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56477390"/>
                  </a:ext>
                </a:extLst>
              </a:tr>
              <a:tr h="0">
                <a:tc>
                  <a:txBody>
                    <a:bodyPr/>
                    <a:lstStyle/>
                    <a:p>
                      <a:pPr algn="r">
                        <a:buNone/>
                      </a:pPr>
                      <a:r>
                        <a:rPr lang="ja-JP" sz="975">
                          <a:effectLst/>
                        </a:rPr>
                        <a:t>16</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spine3</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3913122963"/>
                  </a:ext>
                </a:extLst>
              </a:tr>
              <a:tr h="0">
                <a:tc>
                  <a:txBody>
                    <a:bodyPr/>
                    <a:lstStyle/>
                    <a:p>
                      <a:pPr algn="r">
                        <a:buNone/>
                      </a:pPr>
                      <a:r>
                        <a:rPr lang="ja-JP" sz="975">
                          <a:effectLst/>
                        </a:rPr>
                        <a:t>17</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spine4</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35353813"/>
                  </a:ext>
                </a:extLst>
              </a:tr>
              <a:tr h="0">
                <a:tc>
                  <a:txBody>
                    <a:bodyPr/>
                    <a:lstStyle/>
                    <a:p>
                      <a:pPr algn="r">
                        <a:buNone/>
                      </a:pPr>
                      <a:r>
                        <a:rPr lang="ja-JP" sz="975">
                          <a:effectLst/>
                        </a:rPr>
                        <a:t>18</a:t>
                      </a:r>
                      <a:endParaRPr lang="ja-JP" sz="975" b="0" i="0">
                        <a:solidFill>
                          <a:srgbClr val="BFBFBF"/>
                        </a:solidFill>
                        <a:effectLst/>
                        <a:latin typeface="Segoe WPC"/>
                      </a:endParaRPr>
                    </a:p>
                  </a:txBody>
                  <a:tcPr marL="57150" marR="57150" marT="38100" marB="38100" anchor="ctr"/>
                </a:tc>
                <a:tc>
                  <a:txBody>
                    <a:bodyPr/>
                    <a:lstStyle/>
                    <a:p>
                      <a:pPr algn="l">
                        <a:buNone/>
                      </a:pPr>
                      <a:r>
                        <a:rPr lang="ja-JP" sz="975" dirty="0">
                          <a:effectLst/>
                        </a:rPr>
                        <a:t>spine5</a:t>
                      </a:r>
                      <a:endParaRPr lang="ja-JP" sz="975" b="0" i="0" dirty="0">
                        <a:solidFill>
                          <a:srgbClr val="BFBFBF"/>
                        </a:solidFill>
                        <a:effectLst/>
                        <a:latin typeface="Segoe WPC"/>
                      </a:endParaRPr>
                    </a:p>
                  </a:txBody>
                  <a:tcPr marL="57150" marR="57150" marT="38100" marB="38100" anchor="ctr"/>
                </a:tc>
                <a:extLst>
                  <a:ext uri="{0D108BD9-81ED-4DB2-BD59-A6C34878D82A}">
                    <a16:rowId xmlns:a16="http://schemas.microsoft.com/office/drawing/2014/main" val="1029390938"/>
                  </a:ext>
                </a:extLst>
              </a:tr>
            </a:tbl>
          </a:graphicData>
        </a:graphic>
      </p:graphicFrame>
    </p:spTree>
    <p:extLst>
      <p:ext uri="{BB962C8B-B14F-4D97-AF65-F5344CB8AC3E}">
        <p14:creationId xmlns:p14="http://schemas.microsoft.com/office/powerpoint/2010/main" val="34000728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7588A-626F-6E55-B4EC-959B99A97299}"/>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2CA3674-8827-9F3D-2937-AE9DC5842F87}"/>
              </a:ext>
            </a:extLst>
          </p:cNvPr>
          <p:cNvSpPr>
            <a:spLocks noGrp="1"/>
          </p:cNvSpPr>
          <p:nvPr>
            <p:ph type="sldNum" sz="quarter" idx="12"/>
          </p:nvPr>
        </p:nvSpPr>
        <p:spPr/>
        <p:txBody>
          <a:bodyPr/>
          <a:lstStyle/>
          <a:p>
            <a:fld id="{465F6A33-8929-41AA-8A25-00E3AA79F1EE}" type="slidenum">
              <a:rPr lang="en-US" smtClean="0"/>
              <a:t>7</a:t>
            </a:fld>
            <a:endParaRPr lang="en-US"/>
          </a:p>
        </p:txBody>
      </p:sp>
      <p:sp>
        <p:nvSpPr>
          <p:cNvPr id="11" name="テキスト ボックス 10">
            <a:extLst>
              <a:ext uri="{FF2B5EF4-FFF2-40B4-BE49-F238E27FC236}">
                <a16:creationId xmlns:a16="http://schemas.microsoft.com/office/drawing/2014/main" id="{A6877DCE-29EC-16A5-2AE4-9A129DD112BA}"/>
              </a:ext>
            </a:extLst>
          </p:cNvPr>
          <p:cNvSpPr txBox="1"/>
          <p:nvPr/>
        </p:nvSpPr>
        <p:spPr>
          <a:xfrm>
            <a:off x="277091" y="258618"/>
            <a:ext cx="6465454" cy="646331"/>
          </a:xfrm>
          <a:prstGeom prst="rect">
            <a:avLst/>
          </a:prstGeom>
          <a:noFill/>
        </p:spPr>
        <p:txBody>
          <a:bodyPr wrap="square" rtlCol="0">
            <a:spAutoFit/>
          </a:bodyPr>
          <a:lstStyle/>
          <a:p>
            <a:r>
              <a:rPr kumimoji="1" lang="ja-JP" altLang="en-US" sz="3600"/>
              <a:t>研究内容</a:t>
            </a:r>
          </a:p>
        </p:txBody>
      </p:sp>
      <p:cxnSp>
        <p:nvCxnSpPr>
          <p:cNvPr id="10" name="直線コネクタ 9">
            <a:extLst>
              <a:ext uri="{FF2B5EF4-FFF2-40B4-BE49-F238E27FC236}">
                <a16:creationId xmlns:a16="http://schemas.microsoft.com/office/drawing/2014/main" id="{33B1AA4A-2CF0-3B72-0A62-9077CA138E96}"/>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3">
            <a:extLst>
              <a:ext uri="{FF2B5EF4-FFF2-40B4-BE49-F238E27FC236}">
                <a16:creationId xmlns:a16="http://schemas.microsoft.com/office/drawing/2014/main" id="{728020B5-2B10-460C-FAB5-89773203F787}"/>
              </a:ext>
            </a:extLst>
          </p:cNvPr>
          <p:cNvSpPr txBox="1"/>
          <p:nvPr/>
        </p:nvSpPr>
        <p:spPr>
          <a:xfrm>
            <a:off x="579599" y="1148930"/>
            <a:ext cx="8483399" cy="589649"/>
          </a:xfrm>
          <a:prstGeom prst="rect">
            <a:avLst/>
          </a:prstGeom>
          <a:noFill/>
        </p:spPr>
        <p:txBody>
          <a:bodyPr wrap="square" lIns="0" tIns="0" rIns="0" bIns="0" anchor="t">
            <a:spAutoFit/>
          </a:bodyPr>
          <a:lstStyle/>
          <a:p>
            <a:pPr>
              <a:lnSpc>
                <a:spcPts val="2400"/>
              </a:lnSpc>
            </a:pPr>
            <a:r>
              <a:rPr lang="ja-JP" altLang="en-US" sz="2000" b="1" dirty="0">
                <a:solidFill>
                  <a:srgbClr val="222222"/>
                </a:solidFill>
                <a:latin typeface="Noto Sans JP"/>
              </a:rPr>
              <a:t>工程③ 評価</a:t>
            </a:r>
            <a:endParaRPr lang="en-US" altLang="ja-JP" sz="2000" b="1" dirty="0">
              <a:solidFill>
                <a:srgbClr val="222222"/>
              </a:solidFill>
              <a:latin typeface="Noto Sans JP"/>
            </a:endParaRPr>
          </a:p>
          <a:p>
            <a:pPr>
              <a:lnSpc>
                <a:spcPts val="2400"/>
              </a:lnSpc>
            </a:pPr>
            <a:r>
              <a:rPr lang="ja-JP" altLang="en-US" b="1" dirty="0">
                <a:solidFill>
                  <a:srgbClr val="222222"/>
                </a:solidFill>
                <a:latin typeface="Noto Sans JP"/>
              </a:rPr>
              <a:t>テスト用のデータセットの動画に対して追加学習済みのモデルで姿勢推定を行った</a:t>
            </a:r>
            <a:endParaRPr lang="en-US" altLang="ja-JP" b="1" dirty="0">
              <a:solidFill>
                <a:srgbClr val="222222"/>
              </a:solidFill>
              <a:latin typeface="Noto Sans JP"/>
            </a:endParaRPr>
          </a:p>
        </p:txBody>
      </p:sp>
      <p:sp>
        <p:nvSpPr>
          <p:cNvPr id="2" name="Footer Placeholder 4">
            <a:extLst>
              <a:ext uri="{FF2B5EF4-FFF2-40B4-BE49-F238E27FC236}">
                <a16:creationId xmlns:a16="http://schemas.microsoft.com/office/drawing/2014/main" id="{1ACB23B4-9F37-983E-465A-E4B1A9AA948F}"/>
              </a:ext>
            </a:extLst>
          </p:cNvPr>
          <p:cNvSpPr>
            <a:spLocks noGrp="1"/>
          </p:cNvSpPr>
          <p:nvPr>
            <p:ph type="ftr" sz="quarter" idx="11"/>
          </p:nvPr>
        </p:nvSpPr>
        <p:spPr>
          <a:xfrm>
            <a:off x="4038600" y="6449338"/>
            <a:ext cx="4114800" cy="365125"/>
          </a:xfrm>
        </p:spPr>
        <p:txBody>
          <a:bodyPr/>
          <a:lstStyle/>
          <a:p>
            <a:r>
              <a:rPr lang="en-US"/>
              <a:t>A-14-02</a:t>
            </a:r>
          </a:p>
        </p:txBody>
      </p:sp>
      <p:sp>
        <p:nvSpPr>
          <p:cNvPr id="7" name="Date Placeholder 3">
            <a:extLst>
              <a:ext uri="{FF2B5EF4-FFF2-40B4-BE49-F238E27FC236}">
                <a16:creationId xmlns:a16="http://schemas.microsoft.com/office/drawing/2014/main" id="{1036B40F-9A90-FD8E-8ED5-1963F6813666}"/>
              </a:ext>
            </a:extLst>
          </p:cNvPr>
          <p:cNvSpPr>
            <a:spLocks noGrp="1"/>
          </p:cNvSpPr>
          <p:nvPr>
            <p:ph type="dt" sz="half" idx="10"/>
          </p:nvPr>
        </p:nvSpPr>
        <p:spPr>
          <a:xfrm>
            <a:off x="838200" y="6449338"/>
            <a:ext cx="2743200" cy="365125"/>
          </a:xfrm>
        </p:spPr>
        <p:txBody>
          <a:bodyPr/>
          <a:lstStyle/>
          <a:p>
            <a:r>
              <a:rPr lang="en-US"/>
              <a:t>2026/9/24</a:t>
            </a:r>
          </a:p>
        </p:txBody>
      </p:sp>
      <p:graphicFrame>
        <p:nvGraphicFramePr>
          <p:cNvPr id="4" name="表 3">
            <a:extLst>
              <a:ext uri="{FF2B5EF4-FFF2-40B4-BE49-F238E27FC236}">
                <a16:creationId xmlns:a16="http://schemas.microsoft.com/office/drawing/2014/main" id="{C5E9FD4E-BDFD-F780-D69D-5E5971D7E586}"/>
              </a:ext>
            </a:extLst>
          </p:cNvPr>
          <p:cNvGraphicFramePr>
            <a:graphicFrameLocks noGrp="1"/>
          </p:cNvGraphicFramePr>
          <p:nvPr>
            <p:extLst>
              <p:ext uri="{D42A27DB-BD31-4B8C-83A1-F6EECF244321}">
                <p14:modId xmlns:p14="http://schemas.microsoft.com/office/powerpoint/2010/main" val="3263901217"/>
              </p:ext>
            </p:extLst>
          </p:nvPr>
        </p:nvGraphicFramePr>
        <p:xfrm>
          <a:off x="9830586" y="1384861"/>
          <a:ext cx="1523214" cy="4568190"/>
        </p:xfrm>
        <a:graphic>
          <a:graphicData uri="http://schemas.openxmlformats.org/drawingml/2006/table">
            <a:tbl>
              <a:tblPr>
                <a:tableStyleId>{5C22544A-7EE6-4342-B048-85BDC9FD1C3A}</a:tableStyleId>
              </a:tblPr>
              <a:tblGrid>
                <a:gridCol w="761607">
                  <a:extLst>
                    <a:ext uri="{9D8B030D-6E8A-4147-A177-3AD203B41FA5}">
                      <a16:colId xmlns:a16="http://schemas.microsoft.com/office/drawing/2014/main" val="3360620907"/>
                    </a:ext>
                  </a:extLst>
                </a:gridCol>
                <a:gridCol w="761607">
                  <a:extLst>
                    <a:ext uri="{9D8B030D-6E8A-4147-A177-3AD203B41FA5}">
                      <a16:colId xmlns:a16="http://schemas.microsoft.com/office/drawing/2014/main" val="2452552071"/>
                    </a:ext>
                  </a:extLst>
                </a:gridCol>
              </a:tblGrid>
              <a:tr h="0">
                <a:tc>
                  <a:txBody>
                    <a:bodyPr/>
                    <a:lstStyle/>
                    <a:p>
                      <a:pPr algn="r">
                        <a:buNone/>
                      </a:pPr>
                      <a:r>
                        <a:rPr lang="ja-JP" sz="975">
                          <a:effectLst/>
                        </a:rPr>
                        <a:t>0</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head</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358795095"/>
                  </a:ext>
                </a:extLst>
              </a:tr>
              <a:tr h="0">
                <a:tc>
                  <a:txBody>
                    <a:bodyPr/>
                    <a:lstStyle/>
                    <a:p>
                      <a:pPr algn="r">
                        <a:buNone/>
                      </a:pPr>
                      <a:r>
                        <a:rPr lang="ja-JP" sz="975">
                          <a:effectLst/>
                        </a:rPr>
                        <a:t>1</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left_shoulder</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96491776"/>
                  </a:ext>
                </a:extLst>
              </a:tr>
              <a:tr h="0">
                <a:tc>
                  <a:txBody>
                    <a:bodyPr/>
                    <a:lstStyle/>
                    <a:p>
                      <a:pPr algn="r">
                        <a:buNone/>
                      </a:pPr>
                      <a:r>
                        <a:rPr lang="ja-JP" sz="975">
                          <a:effectLst/>
                        </a:rPr>
                        <a:t>2</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right_shoulder</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518065461"/>
                  </a:ext>
                </a:extLst>
              </a:tr>
              <a:tr h="0">
                <a:tc>
                  <a:txBody>
                    <a:bodyPr/>
                    <a:lstStyle/>
                    <a:p>
                      <a:pPr algn="r">
                        <a:buNone/>
                      </a:pPr>
                      <a:r>
                        <a:rPr lang="ja-JP" sz="975">
                          <a:effectLst/>
                        </a:rPr>
                        <a:t>3</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left_elbow</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087937856"/>
                  </a:ext>
                </a:extLst>
              </a:tr>
              <a:tr h="0">
                <a:tc>
                  <a:txBody>
                    <a:bodyPr/>
                    <a:lstStyle/>
                    <a:p>
                      <a:pPr algn="r">
                        <a:buNone/>
                      </a:pPr>
                      <a:r>
                        <a:rPr lang="ja-JP" sz="975">
                          <a:effectLst/>
                        </a:rPr>
                        <a:t>4</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right_elbow</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77558598"/>
                  </a:ext>
                </a:extLst>
              </a:tr>
              <a:tr h="0">
                <a:tc>
                  <a:txBody>
                    <a:bodyPr/>
                    <a:lstStyle/>
                    <a:p>
                      <a:pPr algn="r">
                        <a:buNone/>
                      </a:pPr>
                      <a:r>
                        <a:rPr lang="ja-JP" sz="975">
                          <a:effectLst/>
                        </a:rPr>
                        <a:t>5</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left_wrist</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739542079"/>
                  </a:ext>
                </a:extLst>
              </a:tr>
              <a:tr h="0">
                <a:tc>
                  <a:txBody>
                    <a:bodyPr/>
                    <a:lstStyle/>
                    <a:p>
                      <a:pPr algn="r">
                        <a:buNone/>
                      </a:pPr>
                      <a:r>
                        <a:rPr lang="ja-JP" sz="975">
                          <a:effectLst/>
                        </a:rPr>
                        <a:t>6</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right_wrist</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098690001"/>
                  </a:ext>
                </a:extLst>
              </a:tr>
              <a:tr h="0">
                <a:tc>
                  <a:txBody>
                    <a:bodyPr/>
                    <a:lstStyle/>
                    <a:p>
                      <a:pPr algn="r">
                        <a:buNone/>
                      </a:pPr>
                      <a:r>
                        <a:rPr lang="ja-JP" sz="975">
                          <a:effectLst/>
                        </a:rPr>
                        <a:t>7</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left_hip</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615444910"/>
                  </a:ext>
                </a:extLst>
              </a:tr>
              <a:tr h="0">
                <a:tc>
                  <a:txBody>
                    <a:bodyPr/>
                    <a:lstStyle/>
                    <a:p>
                      <a:pPr algn="r">
                        <a:buNone/>
                      </a:pPr>
                      <a:r>
                        <a:rPr lang="ja-JP" sz="975">
                          <a:effectLst/>
                        </a:rPr>
                        <a:t>8</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right_hip</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839181075"/>
                  </a:ext>
                </a:extLst>
              </a:tr>
              <a:tr h="0">
                <a:tc>
                  <a:txBody>
                    <a:bodyPr/>
                    <a:lstStyle/>
                    <a:p>
                      <a:pPr algn="r">
                        <a:buNone/>
                      </a:pPr>
                      <a:r>
                        <a:rPr lang="ja-JP" sz="975">
                          <a:effectLst/>
                        </a:rPr>
                        <a:t>9</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left_knee</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360034797"/>
                  </a:ext>
                </a:extLst>
              </a:tr>
              <a:tr h="0">
                <a:tc>
                  <a:txBody>
                    <a:bodyPr/>
                    <a:lstStyle/>
                    <a:p>
                      <a:pPr algn="r">
                        <a:buNone/>
                      </a:pPr>
                      <a:r>
                        <a:rPr lang="ja-JP" sz="975">
                          <a:effectLst/>
                        </a:rPr>
                        <a:t>10</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right_knee</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3168845344"/>
                  </a:ext>
                </a:extLst>
              </a:tr>
              <a:tr h="0">
                <a:tc>
                  <a:txBody>
                    <a:bodyPr/>
                    <a:lstStyle/>
                    <a:p>
                      <a:pPr algn="r">
                        <a:buNone/>
                      </a:pPr>
                      <a:r>
                        <a:rPr lang="ja-JP" sz="975">
                          <a:effectLst/>
                        </a:rPr>
                        <a:t>11</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left_ankle</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3155635102"/>
                  </a:ext>
                </a:extLst>
              </a:tr>
              <a:tr h="0">
                <a:tc>
                  <a:txBody>
                    <a:bodyPr/>
                    <a:lstStyle/>
                    <a:p>
                      <a:pPr algn="r">
                        <a:buNone/>
                      </a:pPr>
                      <a:r>
                        <a:rPr lang="ja-JP" sz="975">
                          <a:effectLst/>
                        </a:rPr>
                        <a:t>12</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right_ankle</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4264139350"/>
                  </a:ext>
                </a:extLst>
              </a:tr>
              <a:tr h="0">
                <a:tc>
                  <a:txBody>
                    <a:bodyPr/>
                    <a:lstStyle/>
                    <a:p>
                      <a:pPr algn="r">
                        <a:buNone/>
                      </a:pPr>
                      <a:r>
                        <a:rPr lang="ja-JP" sz="975">
                          <a:effectLst/>
                        </a:rPr>
                        <a:t>13</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spine0</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4060109477"/>
                  </a:ext>
                </a:extLst>
              </a:tr>
              <a:tr h="0">
                <a:tc>
                  <a:txBody>
                    <a:bodyPr/>
                    <a:lstStyle/>
                    <a:p>
                      <a:pPr algn="r">
                        <a:buNone/>
                      </a:pPr>
                      <a:r>
                        <a:rPr lang="ja-JP" sz="975">
                          <a:effectLst/>
                        </a:rPr>
                        <a:t>14</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spine1</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031755842"/>
                  </a:ext>
                </a:extLst>
              </a:tr>
              <a:tr h="0">
                <a:tc>
                  <a:txBody>
                    <a:bodyPr/>
                    <a:lstStyle/>
                    <a:p>
                      <a:pPr algn="r">
                        <a:buNone/>
                      </a:pPr>
                      <a:r>
                        <a:rPr lang="ja-JP" sz="975">
                          <a:effectLst/>
                        </a:rPr>
                        <a:t>15</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spine2</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56477390"/>
                  </a:ext>
                </a:extLst>
              </a:tr>
              <a:tr h="0">
                <a:tc>
                  <a:txBody>
                    <a:bodyPr/>
                    <a:lstStyle/>
                    <a:p>
                      <a:pPr algn="r">
                        <a:buNone/>
                      </a:pPr>
                      <a:r>
                        <a:rPr lang="ja-JP" sz="975">
                          <a:effectLst/>
                        </a:rPr>
                        <a:t>16</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spine3</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3913122963"/>
                  </a:ext>
                </a:extLst>
              </a:tr>
              <a:tr h="0">
                <a:tc>
                  <a:txBody>
                    <a:bodyPr/>
                    <a:lstStyle/>
                    <a:p>
                      <a:pPr algn="r">
                        <a:buNone/>
                      </a:pPr>
                      <a:r>
                        <a:rPr lang="ja-JP" sz="975">
                          <a:effectLst/>
                        </a:rPr>
                        <a:t>17</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spine4</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35353813"/>
                  </a:ext>
                </a:extLst>
              </a:tr>
              <a:tr h="0">
                <a:tc>
                  <a:txBody>
                    <a:bodyPr/>
                    <a:lstStyle/>
                    <a:p>
                      <a:pPr algn="r">
                        <a:buNone/>
                      </a:pPr>
                      <a:r>
                        <a:rPr lang="ja-JP" sz="975">
                          <a:effectLst/>
                        </a:rPr>
                        <a:t>18</a:t>
                      </a:r>
                      <a:endParaRPr lang="ja-JP" sz="975" b="0" i="0">
                        <a:solidFill>
                          <a:srgbClr val="BFBFBF"/>
                        </a:solidFill>
                        <a:effectLst/>
                        <a:latin typeface="Segoe WPC"/>
                      </a:endParaRPr>
                    </a:p>
                  </a:txBody>
                  <a:tcPr marL="57150" marR="57150" marT="38100" marB="38100" anchor="ctr"/>
                </a:tc>
                <a:tc>
                  <a:txBody>
                    <a:bodyPr/>
                    <a:lstStyle/>
                    <a:p>
                      <a:pPr algn="l">
                        <a:buNone/>
                      </a:pPr>
                      <a:r>
                        <a:rPr lang="ja-JP" sz="975" dirty="0">
                          <a:effectLst/>
                        </a:rPr>
                        <a:t>spine5</a:t>
                      </a:r>
                      <a:endParaRPr lang="ja-JP" sz="975" b="0" i="0" dirty="0">
                        <a:solidFill>
                          <a:srgbClr val="BFBFBF"/>
                        </a:solidFill>
                        <a:effectLst/>
                        <a:latin typeface="Segoe WPC"/>
                      </a:endParaRPr>
                    </a:p>
                  </a:txBody>
                  <a:tcPr marL="57150" marR="57150" marT="38100" marB="38100" anchor="ctr"/>
                </a:tc>
                <a:extLst>
                  <a:ext uri="{0D108BD9-81ED-4DB2-BD59-A6C34878D82A}">
                    <a16:rowId xmlns:a16="http://schemas.microsoft.com/office/drawing/2014/main" val="1029390938"/>
                  </a:ext>
                </a:extLst>
              </a:tr>
            </a:tbl>
          </a:graphicData>
        </a:graphic>
      </p:graphicFrame>
      <p:pic>
        <p:nvPicPr>
          <p:cNvPr id="8" name="motion_007_Camera1">
            <a:hlinkClick r:id="" action="ppaction://media"/>
            <a:extLst>
              <a:ext uri="{FF2B5EF4-FFF2-40B4-BE49-F238E27FC236}">
                <a16:creationId xmlns:a16="http://schemas.microsoft.com/office/drawing/2014/main" id="{02107890-68AE-7D72-D7BF-B4499661BC61}"/>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775498" y="1982559"/>
            <a:ext cx="8091600" cy="4045800"/>
          </a:xfrm>
          <a:prstGeom prst="rect">
            <a:avLst/>
          </a:prstGeom>
        </p:spPr>
      </p:pic>
      <p:sp>
        <p:nvSpPr>
          <p:cNvPr id="13" name="テキスト ボックス 12">
            <a:extLst>
              <a:ext uri="{FF2B5EF4-FFF2-40B4-BE49-F238E27FC236}">
                <a16:creationId xmlns:a16="http://schemas.microsoft.com/office/drawing/2014/main" id="{737E4934-9B63-BFD3-76F4-237772BB05D3}"/>
              </a:ext>
            </a:extLst>
          </p:cNvPr>
          <p:cNvSpPr txBox="1"/>
          <p:nvPr/>
        </p:nvSpPr>
        <p:spPr>
          <a:xfrm>
            <a:off x="9115367" y="5958148"/>
            <a:ext cx="2953651" cy="338554"/>
          </a:xfrm>
          <a:prstGeom prst="rect">
            <a:avLst/>
          </a:prstGeom>
          <a:noFill/>
        </p:spPr>
        <p:txBody>
          <a:bodyPr vert="horz" wrap="square" rtlCol="0">
            <a:spAutoFit/>
          </a:bodyPr>
          <a:lstStyle/>
          <a:p>
            <a:r>
              <a:rPr lang="ja-JP" altLang="en-US" sz="1600" dirty="0"/>
              <a:t>推定されるキーポイント一覧</a:t>
            </a:r>
            <a:endParaRPr lang="en-US" altLang="ja-JP" sz="1600" dirty="0"/>
          </a:p>
        </p:txBody>
      </p:sp>
    </p:spTree>
    <p:extLst>
      <p:ext uri="{BB962C8B-B14F-4D97-AF65-F5344CB8AC3E}">
        <p14:creationId xmlns:p14="http://schemas.microsoft.com/office/powerpoint/2010/main" val="3476658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209"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A7671-5DF0-1F91-594A-AA87AB8B16ED}"/>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8CED324-80D9-722D-70D8-E38E41EFB86E}"/>
              </a:ext>
            </a:extLst>
          </p:cNvPr>
          <p:cNvSpPr>
            <a:spLocks noGrp="1"/>
          </p:cNvSpPr>
          <p:nvPr>
            <p:ph type="sldNum" sz="quarter" idx="12"/>
          </p:nvPr>
        </p:nvSpPr>
        <p:spPr/>
        <p:txBody>
          <a:bodyPr/>
          <a:lstStyle/>
          <a:p>
            <a:fld id="{465F6A33-8929-41AA-8A25-00E3AA79F1EE}" type="slidenum">
              <a:rPr lang="en-US" smtClean="0"/>
              <a:t>8</a:t>
            </a:fld>
            <a:endParaRPr lang="en-US"/>
          </a:p>
        </p:txBody>
      </p:sp>
      <p:sp>
        <p:nvSpPr>
          <p:cNvPr id="11" name="テキスト ボックス 10">
            <a:extLst>
              <a:ext uri="{FF2B5EF4-FFF2-40B4-BE49-F238E27FC236}">
                <a16:creationId xmlns:a16="http://schemas.microsoft.com/office/drawing/2014/main" id="{1873C7D6-14F4-DE90-DBA0-3C748C542061}"/>
              </a:ext>
            </a:extLst>
          </p:cNvPr>
          <p:cNvSpPr txBox="1"/>
          <p:nvPr/>
        </p:nvSpPr>
        <p:spPr>
          <a:xfrm>
            <a:off x="277091" y="258618"/>
            <a:ext cx="6465454" cy="646331"/>
          </a:xfrm>
          <a:prstGeom prst="rect">
            <a:avLst/>
          </a:prstGeom>
          <a:noFill/>
        </p:spPr>
        <p:txBody>
          <a:bodyPr wrap="square" rtlCol="0">
            <a:spAutoFit/>
          </a:bodyPr>
          <a:lstStyle/>
          <a:p>
            <a:r>
              <a:rPr kumimoji="1" lang="ja-JP" altLang="en-US" sz="3600"/>
              <a:t>実験</a:t>
            </a:r>
          </a:p>
        </p:txBody>
      </p:sp>
      <p:cxnSp>
        <p:nvCxnSpPr>
          <p:cNvPr id="10" name="直線コネクタ 9">
            <a:extLst>
              <a:ext uri="{FF2B5EF4-FFF2-40B4-BE49-F238E27FC236}">
                <a16:creationId xmlns:a16="http://schemas.microsoft.com/office/drawing/2014/main" id="{682CD847-AF34-AAE5-7A96-B26DE81DCBC0}"/>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3">
            <a:extLst>
              <a:ext uri="{FF2B5EF4-FFF2-40B4-BE49-F238E27FC236}">
                <a16:creationId xmlns:a16="http://schemas.microsoft.com/office/drawing/2014/main" id="{9110F28A-CA9B-779F-0836-DA711CD3014F}"/>
              </a:ext>
            </a:extLst>
          </p:cNvPr>
          <p:cNvSpPr txBox="1"/>
          <p:nvPr/>
        </p:nvSpPr>
        <p:spPr>
          <a:xfrm>
            <a:off x="581025" y="1533525"/>
            <a:ext cx="10772775" cy="923330"/>
          </a:xfrm>
          <a:prstGeom prst="rect">
            <a:avLst/>
          </a:prstGeom>
          <a:noFill/>
        </p:spPr>
        <p:txBody>
          <a:bodyPr wrap="square" lIns="0" tIns="0" rIns="0" bIns="0" anchor="t">
            <a:spAutoFit/>
          </a:bodyPr>
          <a:lstStyle/>
          <a:p>
            <a:pPr>
              <a:lnSpc>
                <a:spcPts val="2400"/>
              </a:lnSpc>
            </a:pPr>
            <a:r>
              <a:rPr lang="ja-JP" altLang="en-US" sz="2000" b="1" dirty="0">
                <a:solidFill>
                  <a:srgbClr val="222222"/>
                </a:solidFill>
                <a:latin typeface="Noto Sans JP"/>
              </a:rPr>
              <a:t>工程③</a:t>
            </a:r>
            <a:r>
              <a:rPr lang="en-US" altLang="ja-JP" sz="2000" b="1" dirty="0">
                <a:solidFill>
                  <a:srgbClr val="222222"/>
                </a:solidFill>
                <a:latin typeface="Noto Sans JP"/>
              </a:rPr>
              <a:t> </a:t>
            </a:r>
            <a:r>
              <a:rPr lang="ja-JP" altLang="en-US" sz="2000" b="1" dirty="0">
                <a:solidFill>
                  <a:srgbClr val="222222"/>
                </a:solidFill>
                <a:latin typeface="Noto Sans JP"/>
              </a:rPr>
              <a:t>恒常性の評価</a:t>
            </a:r>
            <a:endParaRPr lang="en-US" altLang="ja-JP" sz="2000" b="1" dirty="0">
              <a:solidFill>
                <a:srgbClr val="222222"/>
              </a:solidFill>
              <a:latin typeface="Noto Sans JP"/>
            </a:endParaRPr>
          </a:p>
          <a:p>
            <a:pPr>
              <a:lnSpc>
                <a:spcPts val="2400"/>
              </a:lnSpc>
            </a:pPr>
            <a:r>
              <a:rPr lang="en-US" altLang="ja-JP" sz="2000" dirty="0">
                <a:solidFill>
                  <a:srgbClr val="222222"/>
                </a:solidFill>
                <a:latin typeface="Noto Sans JP"/>
              </a:rPr>
              <a:t>head〜spine5</a:t>
            </a:r>
            <a:r>
              <a:rPr lang="ja-JP" altLang="en-US" sz="2000" dirty="0">
                <a:solidFill>
                  <a:srgbClr val="222222"/>
                </a:solidFill>
                <a:latin typeface="Noto Sans JP"/>
              </a:rPr>
              <a:t>の</a:t>
            </a:r>
            <a:r>
              <a:rPr lang="en-US" altLang="ja-JP" sz="2000" dirty="0">
                <a:solidFill>
                  <a:srgbClr val="222222"/>
                </a:solidFill>
                <a:latin typeface="Noto Sans JP"/>
              </a:rPr>
              <a:t>6</a:t>
            </a:r>
            <a:r>
              <a:rPr lang="ja-JP" altLang="en-US" sz="2000" dirty="0">
                <a:solidFill>
                  <a:srgbClr val="222222"/>
                </a:solidFill>
                <a:latin typeface="Noto Sans JP"/>
              </a:rPr>
              <a:t>区間の長さを算出、フレーム間の変動係数</a:t>
            </a:r>
            <a:r>
              <a:rPr lang="en-US" altLang="ja-JP" sz="2000" dirty="0">
                <a:solidFill>
                  <a:srgbClr val="222222"/>
                </a:solidFill>
                <a:latin typeface="Noto Sans JP"/>
              </a:rPr>
              <a:t>(CV</a:t>
            </a:r>
            <a:r>
              <a:rPr lang="ja-JP" altLang="en-US" sz="2000" dirty="0">
                <a:solidFill>
                  <a:srgbClr val="222222"/>
                </a:solidFill>
                <a:latin typeface="Noto Sans JP"/>
              </a:rPr>
              <a:t>＝標準偏差</a:t>
            </a:r>
            <a:r>
              <a:rPr lang="en-US" altLang="ja-JP" sz="2000" dirty="0">
                <a:solidFill>
                  <a:srgbClr val="222222"/>
                </a:solidFill>
                <a:latin typeface="Noto Sans JP"/>
              </a:rPr>
              <a:t>/</a:t>
            </a:r>
            <a:r>
              <a:rPr lang="ja-JP" altLang="en-US" sz="2000" dirty="0">
                <a:solidFill>
                  <a:srgbClr val="222222"/>
                </a:solidFill>
                <a:latin typeface="Noto Sans JP"/>
              </a:rPr>
              <a:t>平均値</a:t>
            </a:r>
            <a:r>
              <a:rPr lang="en-US" altLang="ja-JP" sz="2000" dirty="0">
                <a:solidFill>
                  <a:srgbClr val="222222"/>
                </a:solidFill>
                <a:latin typeface="Noto Sans JP"/>
              </a:rPr>
              <a:t>)</a:t>
            </a:r>
            <a:r>
              <a:rPr lang="ja-JP" altLang="en-US" sz="2000" dirty="0">
                <a:solidFill>
                  <a:srgbClr val="222222"/>
                </a:solidFill>
                <a:latin typeface="Noto Sans JP"/>
              </a:rPr>
              <a:t>を推定結果と正解データで比較</a:t>
            </a:r>
            <a:endParaRPr lang="en-US" altLang="ja-JP" sz="2000" b="1" dirty="0">
              <a:solidFill>
                <a:srgbClr val="222222"/>
              </a:solidFill>
              <a:latin typeface="Noto Sans JP"/>
            </a:endParaRPr>
          </a:p>
        </p:txBody>
      </p:sp>
      <p:sp>
        <p:nvSpPr>
          <p:cNvPr id="2" name="Footer Placeholder 4">
            <a:extLst>
              <a:ext uri="{FF2B5EF4-FFF2-40B4-BE49-F238E27FC236}">
                <a16:creationId xmlns:a16="http://schemas.microsoft.com/office/drawing/2014/main" id="{32E2AF87-0EC3-81D9-4AB2-86BBF2557BA4}"/>
              </a:ext>
            </a:extLst>
          </p:cNvPr>
          <p:cNvSpPr>
            <a:spLocks noGrp="1"/>
          </p:cNvSpPr>
          <p:nvPr>
            <p:ph type="ftr" sz="quarter" idx="11"/>
          </p:nvPr>
        </p:nvSpPr>
        <p:spPr>
          <a:xfrm>
            <a:off x="4038600" y="6449338"/>
            <a:ext cx="4114800" cy="365125"/>
          </a:xfrm>
        </p:spPr>
        <p:txBody>
          <a:bodyPr/>
          <a:lstStyle/>
          <a:p>
            <a:r>
              <a:rPr lang="en-US"/>
              <a:t>A-14-02</a:t>
            </a:r>
          </a:p>
        </p:txBody>
      </p:sp>
      <p:sp>
        <p:nvSpPr>
          <p:cNvPr id="7" name="Date Placeholder 3">
            <a:extLst>
              <a:ext uri="{FF2B5EF4-FFF2-40B4-BE49-F238E27FC236}">
                <a16:creationId xmlns:a16="http://schemas.microsoft.com/office/drawing/2014/main" id="{32B42386-14B6-9B33-E60A-EDA2DB02D5AF}"/>
              </a:ext>
            </a:extLst>
          </p:cNvPr>
          <p:cNvSpPr>
            <a:spLocks noGrp="1"/>
          </p:cNvSpPr>
          <p:nvPr>
            <p:ph type="dt" sz="half" idx="10"/>
          </p:nvPr>
        </p:nvSpPr>
        <p:spPr>
          <a:xfrm>
            <a:off x="838200" y="6449338"/>
            <a:ext cx="2743200" cy="365125"/>
          </a:xfrm>
        </p:spPr>
        <p:txBody>
          <a:bodyPr/>
          <a:lstStyle/>
          <a:p>
            <a:r>
              <a:rPr lang="en-US"/>
              <a:t>2026/9/24</a:t>
            </a:r>
          </a:p>
        </p:txBody>
      </p:sp>
      <p:graphicFrame>
        <p:nvGraphicFramePr>
          <p:cNvPr id="5" name="表 4">
            <a:extLst>
              <a:ext uri="{FF2B5EF4-FFF2-40B4-BE49-F238E27FC236}">
                <a16:creationId xmlns:a16="http://schemas.microsoft.com/office/drawing/2014/main" id="{7D3E0524-4E5C-5B35-8AE1-E739784470A0}"/>
              </a:ext>
            </a:extLst>
          </p:cNvPr>
          <p:cNvGraphicFramePr>
            <a:graphicFrameLocks noGrp="1"/>
          </p:cNvGraphicFramePr>
          <p:nvPr>
            <p:extLst>
              <p:ext uri="{D42A27DB-BD31-4B8C-83A1-F6EECF244321}">
                <p14:modId xmlns:p14="http://schemas.microsoft.com/office/powerpoint/2010/main" val="2334010940"/>
              </p:ext>
            </p:extLst>
          </p:nvPr>
        </p:nvGraphicFramePr>
        <p:xfrm>
          <a:off x="581025" y="2992432"/>
          <a:ext cx="6946211" cy="1905000"/>
        </p:xfrm>
        <a:graphic>
          <a:graphicData uri="http://schemas.openxmlformats.org/drawingml/2006/table">
            <a:tbl>
              <a:tblPr>
                <a:tableStyleId>{5C22544A-7EE6-4342-B048-85BDC9FD1C3A}</a:tableStyleId>
              </a:tblPr>
              <a:tblGrid>
                <a:gridCol w="1373976">
                  <a:extLst>
                    <a:ext uri="{9D8B030D-6E8A-4147-A177-3AD203B41FA5}">
                      <a16:colId xmlns:a16="http://schemas.microsoft.com/office/drawing/2014/main" val="131584671"/>
                    </a:ext>
                  </a:extLst>
                </a:gridCol>
                <a:gridCol w="1373976">
                  <a:extLst>
                    <a:ext uri="{9D8B030D-6E8A-4147-A177-3AD203B41FA5}">
                      <a16:colId xmlns:a16="http://schemas.microsoft.com/office/drawing/2014/main" val="1832913597"/>
                    </a:ext>
                  </a:extLst>
                </a:gridCol>
                <a:gridCol w="1373976">
                  <a:extLst>
                    <a:ext uri="{9D8B030D-6E8A-4147-A177-3AD203B41FA5}">
                      <a16:colId xmlns:a16="http://schemas.microsoft.com/office/drawing/2014/main" val="232248877"/>
                    </a:ext>
                  </a:extLst>
                </a:gridCol>
                <a:gridCol w="1373976">
                  <a:extLst>
                    <a:ext uri="{9D8B030D-6E8A-4147-A177-3AD203B41FA5}">
                      <a16:colId xmlns:a16="http://schemas.microsoft.com/office/drawing/2014/main" val="1987147256"/>
                    </a:ext>
                  </a:extLst>
                </a:gridCol>
                <a:gridCol w="1450307">
                  <a:extLst>
                    <a:ext uri="{9D8B030D-6E8A-4147-A177-3AD203B41FA5}">
                      <a16:colId xmlns:a16="http://schemas.microsoft.com/office/drawing/2014/main" val="3899767615"/>
                    </a:ext>
                  </a:extLst>
                </a:gridCol>
              </a:tblGrid>
              <a:tr h="238125">
                <a:tc>
                  <a:txBody>
                    <a:bodyPr/>
                    <a:lstStyle/>
                    <a:p>
                      <a:pPr algn="l" fontAlgn="ctr">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gridSpan="2">
                  <a:txBody>
                    <a:bodyPr/>
                    <a:lstStyle/>
                    <a:p>
                      <a:pPr algn="ctr" fontAlgn="ctr">
                        <a:buNone/>
                      </a:pPr>
                      <a:r>
                        <a:rPr lang="ja-JP" sz="1100" u="none" strike="noStrike">
                          <a:effectLst/>
                        </a:rPr>
                        <a:t>2D</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hMerge="1">
                  <a:txBody>
                    <a:bodyPr/>
                    <a:lstStyle/>
                    <a:p>
                      <a:endParaRPr kumimoji="1" lang="ja-JP" altLang="en-US"/>
                    </a:p>
                  </a:txBody>
                  <a:tcPr/>
                </a:tc>
                <a:tc gridSpan="2">
                  <a:txBody>
                    <a:bodyPr/>
                    <a:lstStyle/>
                    <a:p>
                      <a:pPr algn="ctr" fontAlgn="ctr">
                        <a:buNone/>
                      </a:pPr>
                      <a:r>
                        <a:rPr lang="ja-JP" sz="1100" u="none" strike="noStrike">
                          <a:effectLst/>
                        </a:rPr>
                        <a:t>3D</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hMerge="1">
                  <a:txBody>
                    <a:bodyPr/>
                    <a:lstStyle/>
                    <a:p>
                      <a:endParaRPr kumimoji="1" lang="ja-JP" altLang="en-US"/>
                    </a:p>
                  </a:txBody>
                  <a:tcPr/>
                </a:tc>
                <a:extLst>
                  <a:ext uri="{0D108BD9-81ED-4DB2-BD59-A6C34878D82A}">
                    <a16:rowId xmlns:a16="http://schemas.microsoft.com/office/drawing/2014/main" val="1965092773"/>
                  </a:ext>
                </a:extLst>
              </a:tr>
              <a:tr h="238125">
                <a:tc>
                  <a:txBody>
                    <a:bodyPr/>
                    <a:lstStyle/>
                    <a:p>
                      <a:pPr algn="l" fontAlgn="ctr">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100" u="none" strike="noStrike">
                          <a:effectLst/>
                        </a:rPr>
                        <a:t>推定結果</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100" u="none" strike="noStrike">
                          <a:effectLst/>
                        </a:rPr>
                        <a:t>正解データ</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100" u="none" strike="noStrike">
                          <a:effectLst/>
                        </a:rPr>
                        <a:t>推定結果</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100" u="none" strike="noStrike">
                          <a:effectLst/>
                        </a:rPr>
                        <a:t>正解データ</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165427711"/>
                  </a:ext>
                </a:extLst>
              </a:tr>
              <a:tr h="238125">
                <a:tc>
                  <a:txBody>
                    <a:bodyPr/>
                    <a:lstStyle/>
                    <a:p>
                      <a:pPr algn="l" fontAlgn="ctr">
                        <a:buNone/>
                      </a:pPr>
                      <a:r>
                        <a:rPr lang="ja-JP" sz="1100" u="none" strike="noStrike">
                          <a:effectLst/>
                        </a:rPr>
                        <a:t>head-spine0</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0.116</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0.070</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0.041</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0.042</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3669775235"/>
                  </a:ext>
                </a:extLst>
              </a:tr>
              <a:tr h="238125">
                <a:tc>
                  <a:txBody>
                    <a:bodyPr/>
                    <a:lstStyle/>
                    <a:p>
                      <a:pPr algn="l" fontAlgn="ctr">
                        <a:buNone/>
                      </a:pPr>
                      <a:r>
                        <a:rPr lang="ja-JP" sz="1100" u="none" strike="noStrike">
                          <a:effectLst/>
                        </a:rPr>
                        <a:t>spine0-spine1</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0.225</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0.032</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0.214</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en-US" altLang="ja-JP" sz="1100" u="none" strike="noStrike" dirty="0">
                          <a:effectLst/>
                        </a:rPr>
                        <a:t>0</a:t>
                      </a:r>
                    </a:p>
                  </a:txBody>
                  <a:tcPr marL="9525" marR="9525" marT="9525" marB="0" anchor="ctr"/>
                </a:tc>
                <a:extLst>
                  <a:ext uri="{0D108BD9-81ED-4DB2-BD59-A6C34878D82A}">
                    <a16:rowId xmlns:a16="http://schemas.microsoft.com/office/drawing/2014/main" val="2434114802"/>
                  </a:ext>
                </a:extLst>
              </a:tr>
              <a:tr h="238125">
                <a:tc>
                  <a:txBody>
                    <a:bodyPr/>
                    <a:lstStyle/>
                    <a:p>
                      <a:pPr algn="l" fontAlgn="ctr">
                        <a:buNone/>
                      </a:pPr>
                      <a:r>
                        <a:rPr lang="ja-JP" sz="1100" u="none" strike="noStrike">
                          <a:effectLst/>
                        </a:rPr>
                        <a:t>spine1-spine2</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0.254</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0.034</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0.267</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effectLst/>
                        </a:rPr>
                        <a:t>0</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3410134177"/>
                  </a:ext>
                </a:extLst>
              </a:tr>
              <a:tr h="238125">
                <a:tc>
                  <a:txBody>
                    <a:bodyPr/>
                    <a:lstStyle/>
                    <a:p>
                      <a:pPr algn="l" fontAlgn="ctr">
                        <a:buNone/>
                      </a:pPr>
                      <a:r>
                        <a:rPr lang="ja-JP" sz="1100" u="none" strike="noStrike">
                          <a:effectLst/>
                        </a:rPr>
                        <a:t>spine2-spine3</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0.245</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0.037</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0.251</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effectLst/>
                        </a:rPr>
                        <a:t>0</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3180302177"/>
                  </a:ext>
                </a:extLst>
              </a:tr>
              <a:tr h="238125">
                <a:tc>
                  <a:txBody>
                    <a:bodyPr/>
                    <a:lstStyle/>
                    <a:p>
                      <a:pPr algn="l" fontAlgn="ctr">
                        <a:buNone/>
                      </a:pPr>
                      <a:r>
                        <a:rPr lang="ja-JP" sz="1100" u="none" strike="noStrike">
                          <a:effectLst/>
                        </a:rPr>
                        <a:t>spine3-spine4</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0.284</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0.036</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0.281</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effectLst/>
                        </a:rPr>
                        <a:t>0</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2365821666"/>
                  </a:ext>
                </a:extLst>
              </a:tr>
              <a:tr h="238125">
                <a:tc>
                  <a:txBody>
                    <a:bodyPr/>
                    <a:lstStyle/>
                    <a:p>
                      <a:pPr algn="l" fontAlgn="ctr">
                        <a:buNone/>
                      </a:pPr>
                      <a:r>
                        <a:rPr lang="ja-JP" sz="1100" u="none" strike="noStrike">
                          <a:effectLst/>
                        </a:rPr>
                        <a:t>spine4-spine5</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0.189</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0.031</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0.296</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effectLst/>
                        </a:rPr>
                        <a:t>0</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3412474982"/>
                  </a:ext>
                </a:extLst>
              </a:tr>
            </a:tbl>
          </a:graphicData>
        </a:graphic>
      </p:graphicFrame>
      <p:sp>
        <p:nvSpPr>
          <p:cNvPr id="17" name="TextBox 11">
            <a:extLst>
              <a:ext uri="{FF2B5EF4-FFF2-40B4-BE49-F238E27FC236}">
                <a16:creationId xmlns:a16="http://schemas.microsoft.com/office/drawing/2014/main" id="{B09F0192-B95E-3FAA-855E-9F21C371D09D}"/>
              </a:ext>
            </a:extLst>
          </p:cNvPr>
          <p:cNvSpPr txBox="1"/>
          <p:nvPr/>
        </p:nvSpPr>
        <p:spPr>
          <a:xfrm>
            <a:off x="1384588" y="2685746"/>
            <a:ext cx="5357957" cy="215444"/>
          </a:xfrm>
          <a:prstGeom prst="rect">
            <a:avLst/>
          </a:prstGeom>
          <a:noFill/>
        </p:spPr>
        <p:txBody>
          <a:bodyPr wrap="square" lIns="0" tIns="0" rIns="0" bIns="0">
            <a:spAutoFit/>
          </a:bodyPr>
          <a:lstStyle/>
          <a:p>
            <a:pPr algn="ctr">
              <a:spcAft>
                <a:spcPts val="400"/>
              </a:spcAft>
            </a:pPr>
            <a:r>
              <a:rPr lang="ja-JP" altLang="en-US" sz="1400" dirty="0">
                <a:solidFill>
                  <a:srgbClr val="222222"/>
                </a:solidFill>
                <a:latin typeface="Noto Sans JP"/>
              </a:rPr>
              <a:t>各キーポイント間の距離の</a:t>
            </a:r>
            <a:r>
              <a:rPr lang="en-US" altLang="ja-JP" sz="1400" dirty="0">
                <a:solidFill>
                  <a:srgbClr val="222222"/>
                </a:solidFill>
                <a:latin typeface="Noto Sans JP"/>
              </a:rPr>
              <a:t>CV</a:t>
            </a:r>
            <a:r>
              <a:rPr lang="ja-JP" altLang="en-US" sz="1400" dirty="0">
                <a:solidFill>
                  <a:srgbClr val="222222"/>
                </a:solidFill>
                <a:latin typeface="Noto Sans JP"/>
              </a:rPr>
              <a:t>の比較</a:t>
            </a:r>
            <a:endParaRPr sz="1400" b="0" dirty="0">
              <a:solidFill>
                <a:srgbClr val="222222"/>
              </a:solidFill>
              <a:latin typeface="Noto Sans JP"/>
            </a:endParaRPr>
          </a:p>
        </p:txBody>
      </p:sp>
      <p:graphicFrame>
        <p:nvGraphicFramePr>
          <p:cNvPr id="25" name="表 24">
            <a:extLst>
              <a:ext uri="{FF2B5EF4-FFF2-40B4-BE49-F238E27FC236}">
                <a16:creationId xmlns:a16="http://schemas.microsoft.com/office/drawing/2014/main" id="{E522F15E-05FD-82FE-FAC9-294D6FDF2987}"/>
              </a:ext>
            </a:extLst>
          </p:cNvPr>
          <p:cNvGraphicFramePr>
            <a:graphicFrameLocks noGrp="1"/>
          </p:cNvGraphicFramePr>
          <p:nvPr>
            <p:extLst>
              <p:ext uri="{D42A27DB-BD31-4B8C-83A1-F6EECF244321}">
                <p14:modId xmlns:p14="http://schemas.microsoft.com/office/powerpoint/2010/main" val="1680692964"/>
              </p:ext>
            </p:extLst>
          </p:nvPr>
        </p:nvGraphicFramePr>
        <p:xfrm>
          <a:off x="1653830" y="5587551"/>
          <a:ext cx="4800600" cy="476250"/>
        </p:xfrm>
        <a:graphic>
          <a:graphicData uri="http://schemas.openxmlformats.org/drawingml/2006/table">
            <a:tbl>
              <a:tblPr>
                <a:tableStyleId>{5C22544A-7EE6-4342-B048-85BDC9FD1C3A}</a:tableStyleId>
              </a:tblPr>
              <a:tblGrid>
                <a:gridCol w="685800">
                  <a:extLst>
                    <a:ext uri="{9D8B030D-6E8A-4147-A177-3AD203B41FA5}">
                      <a16:colId xmlns:a16="http://schemas.microsoft.com/office/drawing/2014/main" val="885978800"/>
                    </a:ext>
                  </a:extLst>
                </a:gridCol>
                <a:gridCol w="685800">
                  <a:extLst>
                    <a:ext uri="{9D8B030D-6E8A-4147-A177-3AD203B41FA5}">
                      <a16:colId xmlns:a16="http://schemas.microsoft.com/office/drawing/2014/main" val="10208993"/>
                    </a:ext>
                  </a:extLst>
                </a:gridCol>
                <a:gridCol w="685800">
                  <a:extLst>
                    <a:ext uri="{9D8B030D-6E8A-4147-A177-3AD203B41FA5}">
                      <a16:colId xmlns:a16="http://schemas.microsoft.com/office/drawing/2014/main" val="185737865"/>
                    </a:ext>
                  </a:extLst>
                </a:gridCol>
                <a:gridCol w="685800">
                  <a:extLst>
                    <a:ext uri="{9D8B030D-6E8A-4147-A177-3AD203B41FA5}">
                      <a16:colId xmlns:a16="http://schemas.microsoft.com/office/drawing/2014/main" val="1798385464"/>
                    </a:ext>
                  </a:extLst>
                </a:gridCol>
                <a:gridCol w="685800">
                  <a:extLst>
                    <a:ext uri="{9D8B030D-6E8A-4147-A177-3AD203B41FA5}">
                      <a16:colId xmlns:a16="http://schemas.microsoft.com/office/drawing/2014/main" val="1710688064"/>
                    </a:ext>
                  </a:extLst>
                </a:gridCol>
                <a:gridCol w="685800">
                  <a:extLst>
                    <a:ext uri="{9D8B030D-6E8A-4147-A177-3AD203B41FA5}">
                      <a16:colId xmlns:a16="http://schemas.microsoft.com/office/drawing/2014/main" val="3231828641"/>
                    </a:ext>
                  </a:extLst>
                </a:gridCol>
                <a:gridCol w="685800">
                  <a:extLst>
                    <a:ext uri="{9D8B030D-6E8A-4147-A177-3AD203B41FA5}">
                      <a16:colId xmlns:a16="http://schemas.microsoft.com/office/drawing/2014/main" val="4272011520"/>
                    </a:ext>
                  </a:extLst>
                </a:gridCol>
              </a:tblGrid>
              <a:tr h="238125">
                <a:tc>
                  <a:txBody>
                    <a:bodyPr/>
                    <a:lstStyle/>
                    <a:p>
                      <a:pPr algn="l" fontAlgn="ctr">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100" u="none" strike="noStrike">
                          <a:effectLst/>
                        </a:rPr>
                        <a:t>2D_17点</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100" u="none" strike="noStrike">
                          <a:effectLst/>
                        </a:rPr>
                        <a:t>2D_19点</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100" u="none" strike="noStrike">
                          <a:effectLst/>
                        </a:rPr>
                        <a:t>2D_正解</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100" u="none" strike="noStrike">
                          <a:effectLst/>
                        </a:rPr>
                        <a:t>3D_17点</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100" u="none" strike="noStrike">
                          <a:effectLst/>
                        </a:rPr>
                        <a:t>3D_19点</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100" u="none" strike="noStrike">
                          <a:effectLst/>
                        </a:rPr>
                        <a:t>3D_正解</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2441351124"/>
                  </a:ext>
                </a:extLst>
              </a:tr>
              <a:tr h="238125">
                <a:tc>
                  <a:txBody>
                    <a:bodyPr/>
                    <a:lstStyle/>
                    <a:p>
                      <a:pPr algn="l" fontAlgn="ctr">
                        <a:buNone/>
                      </a:pPr>
                      <a:r>
                        <a:rPr lang="ja-JP" sz="1100" u="none" strike="noStrike">
                          <a:effectLst/>
                        </a:rPr>
                        <a:t>CV</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0.172</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0.161</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0.051</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0.131</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0.143</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effectLst/>
                        </a:rPr>
                        <a:t>0.018</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2275321092"/>
                  </a:ext>
                </a:extLst>
              </a:tr>
            </a:tbl>
          </a:graphicData>
        </a:graphic>
      </p:graphicFrame>
      <p:sp>
        <p:nvSpPr>
          <p:cNvPr id="27" name="TextBox 11">
            <a:extLst>
              <a:ext uri="{FF2B5EF4-FFF2-40B4-BE49-F238E27FC236}">
                <a16:creationId xmlns:a16="http://schemas.microsoft.com/office/drawing/2014/main" id="{9F4087BC-9E2C-ECB0-D83B-A1E21230B45D}"/>
              </a:ext>
            </a:extLst>
          </p:cNvPr>
          <p:cNvSpPr txBox="1"/>
          <p:nvPr/>
        </p:nvSpPr>
        <p:spPr>
          <a:xfrm>
            <a:off x="1359621" y="5253905"/>
            <a:ext cx="5357957" cy="215444"/>
          </a:xfrm>
          <a:prstGeom prst="rect">
            <a:avLst/>
          </a:prstGeom>
          <a:noFill/>
        </p:spPr>
        <p:txBody>
          <a:bodyPr wrap="square" lIns="0" tIns="0" rIns="0" bIns="0">
            <a:spAutoFit/>
          </a:bodyPr>
          <a:lstStyle/>
          <a:p>
            <a:pPr algn="ctr">
              <a:spcAft>
                <a:spcPts val="400"/>
              </a:spcAft>
            </a:pPr>
            <a:r>
              <a:rPr lang="en-US" altLang="ja-JP" sz="1400" dirty="0">
                <a:solidFill>
                  <a:srgbClr val="222222"/>
                </a:solidFill>
                <a:latin typeface="Noto Sans JP"/>
              </a:rPr>
              <a:t>spine0</a:t>
            </a:r>
            <a:r>
              <a:rPr lang="ja-JP" altLang="en-US" sz="1400" dirty="0">
                <a:solidFill>
                  <a:srgbClr val="222222"/>
                </a:solidFill>
                <a:latin typeface="Noto Sans JP"/>
              </a:rPr>
              <a:t>から</a:t>
            </a:r>
            <a:r>
              <a:rPr lang="en-US" altLang="ja-JP" sz="1400" dirty="0">
                <a:solidFill>
                  <a:srgbClr val="222222"/>
                </a:solidFill>
                <a:latin typeface="Noto Sans JP"/>
              </a:rPr>
              <a:t>spine5</a:t>
            </a:r>
            <a:r>
              <a:rPr lang="ja-JP" altLang="en-US" sz="1400" dirty="0">
                <a:solidFill>
                  <a:srgbClr val="222222"/>
                </a:solidFill>
                <a:latin typeface="Noto Sans JP"/>
              </a:rPr>
              <a:t>までの長さの</a:t>
            </a:r>
            <a:r>
              <a:rPr lang="en-US" altLang="ja-JP" sz="1400" dirty="0">
                <a:solidFill>
                  <a:srgbClr val="222222"/>
                </a:solidFill>
                <a:latin typeface="Noto Sans JP"/>
              </a:rPr>
              <a:t>CV</a:t>
            </a:r>
            <a:r>
              <a:rPr lang="ja-JP" altLang="en-US" sz="1400" dirty="0">
                <a:solidFill>
                  <a:srgbClr val="222222"/>
                </a:solidFill>
                <a:latin typeface="Noto Sans JP"/>
              </a:rPr>
              <a:t>の比較</a:t>
            </a:r>
            <a:endParaRPr sz="1400" b="0" dirty="0">
              <a:solidFill>
                <a:srgbClr val="222222"/>
              </a:solidFill>
              <a:latin typeface="Noto Sans JP"/>
            </a:endParaRPr>
          </a:p>
        </p:txBody>
      </p:sp>
    </p:spTree>
    <p:extLst>
      <p:ext uri="{BB962C8B-B14F-4D97-AF65-F5344CB8AC3E}">
        <p14:creationId xmlns:p14="http://schemas.microsoft.com/office/powerpoint/2010/main" val="6838921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9A4C4-F4D0-CED7-1AC7-1DC77F646006}"/>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AB81B4F-CD3E-0ED0-7F29-64FCD2ADB687}"/>
              </a:ext>
            </a:extLst>
          </p:cNvPr>
          <p:cNvSpPr>
            <a:spLocks noGrp="1"/>
          </p:cNvSpPr>
          <p:nvPr>
            <p:ph type="sldNum" sz="quarter" idx="12"/>
          </p:nvPr>
        </p:nvSpPr>
        <p:spPr/>
        <p:txBody>
          <a:bodyPr/>
          <a:lstStyle/>
          <a:p>
            <a:fld id="{465F6A33-8929-41AA-8A25-00E3AA79F1EE}" type="slidenum">
              <a:rPr lang="en-US" smtClean="0"/>
              <a:t>9</a:t>
            </a:fld>
            <a:endParaRPr lang="en-US"/>
          </a:p>
        </p:txBody>
      </p:sp>
      <p:sp>
        <p:nvSpPr>
          <p:cNvPr id="11" name="テキスト ボックス 10">
            <a:extLst>
              <a:ext uri="{FF2B5EF4-FFF2-40B4-BE49-F238E27FC236}">
                <a16:creationId xmlns:a16="http://schemas.microsoft.com/office/drawing/2014/main" id="{FD94D171-437F-84EB-FB8C-B6ADAF6C0BAF}"/>
              </a:ext>
            </a:extLst>
          </p:cNvPr>
          <p:cNvSpPr txBox="1"/>
          <p:nvPr/>
        </p:nvSpPr>
        <p:spPr>
          <a:xfrm>
            <a:off x="277091" y="258618"/>
            <a:ext cx="6465454" cy="646331"/>
          </a:xfrm>
          <a:prstGeom prst="rect">
            <a:avLst/>
          </a:prstGeom>
          <a:noFill/>
        </p:spPr>
        <p:txBody>
          <a:bodyPr wrap="square" rtlCol="0">
            <a:spAutoFit/>
          </a:bodyPr>
          <a:lstStyle/>
          <a:p>
            <a:r>
              <a:rPr kumimoji="1" lang="ja-JP" altLang="en-US" sz="3600"/>
              <a:t>実験</a:t>
            </a:r>
          </a:p>
        </p:txBody>
      </p:sp>
      <p:cxnSp>
        <p:nvCxnSpPr>
          <p:cNvPr id="10" name="直線コネクタ 9">
            <a:extLst>
              <a:ext uri="{FF2B5EF4-FFF2-40B4-BE49-F238E27FC236}">
                <a16:creationId xmlns:a16="http://schemas.microsoft.com/office/drawing/2014/main" id="{BA6A8275-5487-D86A-20E9-CB482C8C73F9}"/>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3">
            <a:extLst>
              <a:ext uri="{FF2B5EF4-FFF2-40B4-BE49-F238E27FC236}">
                <a16:creationId xmlns:a16="http://schemas.microsoft.com/office/drawing/2014/main" id="{3802E31C-8F6B-DF03-DF2C-7DE164EEEE5A}"/>
              </a:ext>
            </a:extLst>
          </p:cNvPr>
          <p:cNvSpPr txBox="1"/>
          <p:nvPr/>
        </p:nvSpPr>
        <p:spPr>
          <a:xfrm>
            <a:off x="581025" y="1533525"/>
            <a:ext cx="8483399" cy="615553"/>
          </a:xfrm>
          <a:prstGeom prst="rect">
            <a:avLst/>
          </a:prstGeom>
          <a:noFill/>
        </p:spPr>
        <p:txBody>
          <a:bodyPr wrap="square" lIns="0" tIns="0" rIns="0" bIns="0" anchor="t">
            <a:spAutoFit/>
          </a:bodyPr>
          <a:lstStyle/>
          <a:p>
            <a:pPr>
              <a:lnSpc>
                <a:spcPts val="2400"/>
              </a:lnSpc>
            </a:pPr>
            <a:r>
              <a:rPr lang="ja-JP" altLang="en-US" sz="2000" b="1" dirty="0">
                <a:solidFill>
                  <a:srgbClr val="222222"/>
                </a:solidFill>
                <a:latin typeface="Noto Sans JP"/>
              </a:rPr>
              <a:t>工程③</a:t>
            </a:r>
            <a:r>
              <a:rPr lang="en-US" altLang="ja-JP" sz="2000" b="1" dirty="0">
                <a:solidFill>
                  <a:srgbClr val="222222"/>
                </a:solidFill>
                <a:latin typeface="Noto Sans JP"/>
              </a:rPr>
              <a:t> </a:t>
            </a:r>
            <a:r>
              <a:rPr lang="ja-JP" altLang="en-US" sz="2000" b="1" dirty="0">
                <a:solidFill>
                  <a:srgbClr val="222222"/>
                </a:solidFill>
                <a:latin typeface="Noto Sans JP"/>
              </a:rPr>
              <a:t>柔軟性の評価</a:t>
            </a:r>
            <a:br>
              <a:rPr lang="en-US" altLang="ja-JP" sz="2000" b="1" dirty="0">
                <a:solidFill>
                  <a:srgbClr val="222222"/>
                </a:solidFill>
                <a:latin typeface="Noto Sans JP"/>
              </a:rPr>
            </a:br>
            <a:r>
              <a:rPr lang="ja-JP" altLang="en-US" sz="2000" b="1" dirty="0">
                <a:solidFill>
                  <a:srgbClr val="222222"/>
                </a:solidFill>
                <a:latin typeface="Noto Sans JP"/>
              </a:rPr>
              <a:t>背骨の関節</a:t>
            </a:r>
            <a:r>
              <a:rPr lang="en-US" altLang="ja-JP" sz="2000" b="1" dirty="0">
                <a:solidFill>
                  <a:srgbClr val="222222"/>
                </a:solidFill>
                <a:latin typeface="Noto Sans JP"/>
              </a:rPr>
              <a:t>4</a:t>
            </a:r>
            <a:r>
              <a:rPr lang="ja-JP" altLang="en-US" sz="2000" b="1" dirty="0">
                <a:solidFill>
                  <a:srgbClr val="222222"/>
                </a:solidFill>
                <a:latin typeface="Noto Sans JP"/>
              </a:rPr>
              <a:t>点と肘、膝の関節</a:t>
            </a:r>
            <a:r>
              <a:rPr lang="en-US" altLang="ja-JP" sz="2000" b="1" dirty="0">
                <a:solidFill>
                  <a:srgbClr val="222222"/>
                </a:solidFill>
                <a:latin typeface="Noto Sans JP"/>
              </a:rPr>
              <a:t>4</a:t>
            </a:r>
            <a:r>
              <a:rPr lang="ja-JP" altLang="en-US" sz="2000" b="1" dirty="0">
                <a:solidFill>
                  <a:srgbClr val="222222"/>
                </a:solidFill>
                <a:latin typeface="Noto Sans JP"/>
              </a:rPr>
              <a:t>点の角度を算出</a:t>
            </a:r>
            <a:endParaRPr lang="en-US" altLang="ja-JP" sz="2000" b="1" dirty="0">
              <a:solidFill>
                <a:srgbClr val="222222"/>
              </a:solidFill>
              <a:latin typeface="Noto Sans JP"/>
            </a:endParaRPr>
          </a:p>
        </p:txBody>
      </p:sp>
      <p:sp>
        <p:nvSpPr>
          <p:cNvPr id="2" name="Footer Placeholder 4">
            <a:extLst>
              <a:ext uri="{FF2B5EF4-FFF2-40B4-BE49-F238E27FC236}">
                <a16:creationId xmlns:a16="http://schemas.microsoft.com/office/drawing/2014/main" id="{40CDACBD-827E-74F7-BCCB-18A9D0502884}"/>
              </a:ext>
            </a:extLst>
          </p:cNvPr>
          <p:cNvSpPr>
            <a:spLocks noGrp="1"/>
          </p:cNvSpPr>
          <p:nvPr>
            <p:ph type="ftr" sz="quarter" idx="11"/>
          </p:nvPr>
        </p:nvSpPr>
        <p:spPr>
          <a:xfrm>
            <a:off x="4038600" y="6449338"/>
            <a:ext cx="4114800" cy="365125"/>
          </a:xfrm>
        </p:spPr>
        <p:txBody>
          <a:bodyPr/>
          <a:lstStyle/>
          <a:p>
            <a:r>
              <a:rPr lang="en-US"/>
              <a:t>A-14-02</a:t>
            </a:r>
          </a:p>
        </p:txBody>
      </p:sp>
      <p:sp>
        <p:nvSpPr>
          <p:cNvPr id="7" name="Date Placeholder 3">
            <a:extLst>
              <a:ext uri="{FF2B5EF4-FFF2-40B4-BE49-F238E27FC236}">
                <a16:creationId xmlns:a16="http://schemas.microsoft.com/office/drawing/2014/main" id="{CCE1159D-73A4-C6BE-8AA8-0E95B7339D30}"/>
              </a:ext>
            </a:extLst>
          </p:cNvPr>
          <p:cNvSpPr>
            <a:spLocks noGrp="1"/>
          </p:cNvSpPr>
          <p:nvPr>
            <p:ph type="dt" sz="half" idx="10"/>
          </p:nvPr>
        </p:nvSpPr>
        <p:spPr>
          <a:xfrm>
            <a:off x="838200" y="6449338"/>
            <a:ext cx="2743200" cy="365125"/>
          </a:xfrm>
        </p:spPr>
        <p:txBody>
          <a:bodyPr/>
          <a:lstStyle/>
          <a:p>
            <a:r>
              <a:rPr lang="en-US"/>
              <a:t>2026/9/24</a:t>
            </a:r>
          </a:p>
        </p:txBody>
      </p:sp>
      <p:graphicFrame>
        <p:nvGraphicFramePr>
          <p:cNvPr id="4" name="表 3">
            <a:extLst>
              <a:ext uri="{FF2B5EF4-FFF2-40B4-BE49-F238E27FC236}">
                <a16:creationId xmlns:a16="http://schemas.microsoft.com/office/drawing/2014/main" id="{1B9112EA-FC60-B916-8C1C-030FFDA3A5C1}"/>
              </a:ext>
            </a:extLst>
          </p:cNvPr>
          <p:cNvGraphicFramePr>
            <a:graphicFrameLocks noGrp="1"/>
          </p:cNvGraphicFramePr>
          <p:nvPr>
            <p:extLst>
              <p:ext uri="{D42A27DB-BD31-4B8C-83A1-F6EECF244321}">
                <p14:modId xmlns:p14="http://schemas.microsoft.com/office/powerpoint/2010/main" val="3972902675"/>
              </p:ext>
            </p:extLst>
          </p:nvPr>
        </p:nvGraphicFramePr>
        <p:xfrm>
          <a:off x="581025" y="2716017"/>
          <a:ext cx="5975926" cy="2381250"/>
        </p:xfrm>
        <a:graphic>
          <a:graphicData uri="http://schemas.openxmlformats.org/drawingml/2006/table">
            <a:tbl>
              <a:tblPr>
                <a:tableStyleId>{5C22544A-7EE6-4342-B048-85BDC9FD1C3A}</a:tableStyleId>
              </a:tblPr>
              <a:tblGrid>
                <a:gridCol w="1493982">
                  <a:extLst>
                    <a:ext uri="{9D8B030D-6E8A-4147-A177-3AD203B41FA5}">
                      <a16:colId xmlns:a16="http://schemas.microsoft.com/office/drawing/2014/main" val="3794419874"/>
                    </a:ext>
                  </a:extLst>
                </a:gridCol>
                <a:gridCol w="2255983">
                  <a:extLst>
                    <a:ext uri="{9D8B030D-6E8A-4147-A177-3AD203B41FA5}">
                      <a16:colId xmlns:a16="http://schemas.microsoft.com/office/drawing/2014/main" val="4021257913"/>
                    </a:ext>
                  </a:extLst>
                </a:gridCol>
                <a:gridCol w="2225961">
                  <a:extLst>
                    <a:ext uri="{9D8B030D-6E8A-4147-A177-3AD203B41FA5}">
                      <a16:colId xmlns:a16="http://schemas.microsoft.com/office/drawing/2014/main" val="283051849"/>
                    </a:ext>
                  </a:extLst>
                </a:gridCol>
              </a:tblGrid>
              <a:tr h="238125">
                <a:tc>
                  <a:txBody>
                    <a:bodyPr/>
                    <a:lstStyle/>
                    <a:p>
                      <a:pPr algn="l" fontAlgn="ctr">
                        <a:buNone/>
                      </a:pPr>
                      <a:r>
                        <a:rPr lang="ja-JP" sz="1100" u="none" strike="noStrike">
                          <a:effectLst/>
                        </a:rPr>
                        <a:t>関節</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en-US" altLang="ja-JP" sz="1100" b="0" i="0" u="none" strike="noStrike" dirty="0">
                          <a:solidFill>
                            <a:srgbClr val="000000"/>
                          </a:solidFill>
                          <a:effectLst/>
                          <a:latin typeface="游ゴシック" panose="020B0400000000000000" pitchFamily="50" charset="-128"/>
                          <a:ea typeface="游ゴシック" panose="020B0400000000000000" pitchFamily="50" charset="-128"/>
                        </a:rPr>
                        <a:t>2D</a:t>
                      </a:r>
                      <a:r>
                        <a:rPr lang="ja-JP" altLang="en-US" sz="1100" b="0" i="0" u="none" strike="noStrike" dirty="0">
                          <a:solidFill>
                            <a:srgbClr val="000000"/>
                          </a:solidFill>
                          <a:effectLst/>
                          <a:latin typeface="游ゴシック" panose="020B0400000000000000" pitchFamily="50" charset="-128"/>
                          <a:ea typeface="游ゴシック" panose="020B0400000000000000" pitchFamily="50" charset="-128"/>
                        </a:rPr>
                        <a:t>の関節の稼働域</a:t>
                      </a:r>
                      <a:r>
                        <a:rPr lang="en-US" altLang="ja-JP" sz="1100" b="0" i="0" u="none" strike="noStrike" dirty="0">
                          <a:solidFill>
                            <a:srgbClr val="000000"/>
                          </a:solidFill>
                          <a:effectLst/>
                          <a:latin typeface="游ゴシック" panose="020B0400000000000000" pitchFamily="50" charset="-128"/>
                          <a:ea typeface="游ゴシック" panose="020B0400000000000000" pitchFamily="50" charset="-128"/>
                        </a:rPr>
                        <a:t>[°]</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en-US" altLang="ja-JP" sz="1100" b="0" i="0" u="none" strike="noStrike" dirty="0">
                          <a:solidFill>
                            <a:srgbClr val="000000"/>
                          </a:solidFill>
                          <a:effectLst/>
                          <a:latin typeface="游ゴシック" panose="020B0400000000000000" pitchFamily="50" charset="-128"/>
                          <a:ea typeface="游ゴシック" panose="020B0400000000000000" pitchFamily="50" charset="-128"/>
                        </a:rPr>
                        <a:t>3D</a:t>
                      </a:r>
                      <a:r>
                        <a:rPr lang="ja-JP" altLang="en-US" sz="1100" b="0" i="0" u="none" strike="noStrike" dirty="0">
                          <a:solidFill>
                            <a:srgbClr val="000000"/>
                          </a:solidFill>
                          <a:effectLst/>
                          <a:latin typeface="游ゴシック" panose="020B0400000000000000" pitchFamily="50" charset="-128"/>
                          <a:ea typeface="游ゴシック" panose="020B0400000000000000" pitchFamily="50" charset="-128"/>
                        </a:rPr>
                        <a:t>の関節の稼働域</a:t>
                      </a:r>
                      <a:r>
                        <a:rPr lang="en-US" altLang="ja-JP" sz="1100" b="0" i="0" u="none" strike="noStrike" dirty="0">
                          <a:solidFill>
                            <a:srgbClr val="000000"/>
                          </a:solidFill>
                          <a:effectLst/>
                          <a:latin typeface="游ゴシック" panose="020B0400000000000000" pitchFamily="50" charset="-128"/>
                          <a:ea typeface="游ゴシック" panose="020B0400000000000000" pitchFamily="50" charset="-128"/>
                        </a:rPr>
                        <a:t>[°]</a:t>
                      </a:r>
                      <a:endParaRPr lang="ja-JP" alt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2630660130"/>
                  </a:ext>
                </a:extLst>
              </a:tr>
              <a:tr h="238125">
                <a:tc>
                  <a:txBody>
                    <a:bodyPr/>
                    <a:lstStyle/>
                    <a:p>
                      <a:pPr algn="l" fontAlgn="ctr">
                        <a:buNone/>
                      </a:pPr>
                      <a:r>
                        <a:rPr lang="ja-JP" sz="1100" u="none" strike="noStrike">
                          <a:effectLst/>
                        </a:rPr>
                        <a:t>spine0</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effectLst/>
                        </a:rPr>
                        <a:t>0°〜32.6°</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effectLst/>
                        </a:rPr>
                        <a:t>1.9°〜14.7°</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3040575470"/>
                  </a:ext>
                </a:extLst>
              </a:tr>
              <a:tr h="238125">
                <a:tc>
                  <a:txBody>
                    <a:bodyPr/>
                    <a:lstStyle/>
                    <a:p>
                      <a:pPr algn="l" fontAlgn="ctr">
                        <a:buNone/>
                      </a:pPr>
                      <a:r>
                        <a:rPr lang="ja-JP" sz="1100" u="none" strike="noStrike">
                          <a:effectLst/>
                        </a:rPr>
                        <a:t>spine1</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effectLst/>
                        </a:rPr>
                        <a:t>112.5°〜179.5°</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164.4°〜177.8°</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951355627"/>
                  </a:ext>
                </a:extLst>
              </a:tr>
              <a:tr h="238125">
                <a:tc>
                  <a:txBody>
                    <a:bodyPr/>
                    <a:lstStyle/>
                    <a:p>
                      <a:pPr algn="l" fontAlgn="ctr">
                        <a:buNone/>
                      </a:pPr>
                      <a:r>
                        <a:rPr lang="ja-JP" sz="1100" u="none" strike="noStrike">
                          <a:effectLst/>
                        </a:rPr>
                        <a:t>spine2</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effectLst/>
                        </a:rPr>
                        <a:t>106.2°〜179.4°</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effectLst/>
                        </a:rPr>
                        <a:t>164.8°〜178.9°</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2406626250"/>
                  </a:ext>
                </a:extLst>
              </a:tr>
              <a:tr h="238125">
                <a:tc>
                  <a:txBody>
                    <a:bodyPr/>
                    <a:lstStyle/>
                    <a:p>
                      <a:pPr algn="l" fontAlgn="ctr">
                        <a:buNone/>
                      </a:pPr>
                      <a:r>
                        <a:rPr lang="ja-JP" sz="1100" u="none" strike="noStrike">
                          <a:effectLst/>
                        </a:rPr>
                        <a:t>spine3</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133.9°〜177.9°</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effectLst/>
                        </a:rPr>
                        <a:t>162.6°〜179.7°</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2678326109"/>
                  </a:ext>
                </a:extLst>
              </a:tr>
              <a:tr h="238125">
                <a:tc>
                  <a:txBody>
                    <a:bodyPr/>
                    <a:lstStyle/>
                    <a:p>
                      <a:pPr algn="l" fontAlgn="ctr">
                        <a:buNone/>
                      </a:pPr>
                      <a:r>
                        <a:rPr lang="ja-JP" sz="1100" u="none" strike="noStrike">
                          <a:effectLst/>
                        </a:rPr>
                        <a:t>spine4</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146.1°〜177.7°</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effectLst/>
                        </a:rPr>
                        <a:t>168.5°〜176.6°</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3872001076"/>
                  </a:ext>
                </a:extLst>
              </a:tr>
              <a:tr h="238125">
                <a:tc>
                  <a:txBody>
                    <a:bodyPr/>
                    <a:lstStyle/>
                    <a:p>
                      <a:pPr algn="l" fontAlgn="ctr">
                        <a:buNone/>
                      </a:pPr>
                      <a:r>
                        <a:rPr lang="ja-JP" sz="1100" u="none" strike="noStrike">
                          <a:effectLst/>
                        </a:rPr>
                        <a:t>left_elbow</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effectLst/>
                        </a:rPr>
                        <a:t>83.9°〜179.2°</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effectLst/>
                        </a:rPr>
                        <a:t>71.4°〜131°</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3500201943"/>
                  </a:ext>
                </a:extLst>
              </a:tr>
              <a:tr h="238125">
                <a:tc>
                  <a:txBody>
                    <a:bodyPr/>
                    <a:lstStyle/>
                    <a:p>
                      <a:pPr algn="l" fontAlgn="ctr">
                        <a:buNone/>
                      </a:pPr>
                      <a:r>
                        <a:rPr lang="ja-JP" sz="1100" u="none" strike="noStrike">
                          <a:effectLst/>
                        </a:rPr>
                        <a:t>right_elbow</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effectLst/>
                        </a:rPr>
                        <a:t>2.9°〜179.2°</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a:effectLst/>
                        </a:rPr>
                        <a:t>78.3°〜145.4°</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371603016"/>
                  </a:ext>
                </a:extLst>
              </a:tr>
              <a:tr h="238125">
                <a:tc>
                  <a:txBody>
                    <a:bodyPr/>
                    <a:lstStyle/>
                    <a:p>
                      <a:pPr algn="l" fontAlgn="ctr">
                        <a:buNone/>
                      </a:pPr>
                      <a:r>
                        <a:rPr lang="ja-JP" sz="1100" u="none" strike="noStrike">
                          <a:effectLst/>
                        </a:rPr>
                        <a:t>left_knee</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effectLst/>
                        </a:rPr>
                        <a:t>130.8°〜179.7°</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effectLst/>
                        </a:rPr>
                        <a:t>11.8°〜149.4°</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2812665521"/>
                  </a:ext>
                </a:extLst>
              </a:tr>
              <a:tr h="238125">
                <a:tc>
                  <a:txBody>
                    <a:bodyPr/>
                    <a:lstStyle/>
                    <a:p>
                      <a:pPr algn="l" fontAlgn="ctr">
                        <a:buNone/>
                      </a:pPr>
                      <a:r>
                        <a:rPr lang="ja-JP" sz="1100" u="none" strike="noStrike">
                          <a:effectLst/>
                        </a:rPr>
                        <a:t>right_knee</a:t>
                      </a: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effectLst/>
                        </a:rPr>
                        <a:t>56.7°〜167.4°</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100" u="none" strike="noStrike" dirty="0">
                          <a:effectLst/>
                        </a:rPr>
                        <a:t>21.8°〜141.7°</a:t>
                      </a: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3384987336"/>
                  </a:ext>
                </a:extLst>
              </a:tr>
            </a:tbl>
          </a:graphicData>
        </a:graphic>
      </p:graphicFrame>
      <p:sp>
        <p:nvSpPr>
          <p:cNvPr id="8" name="TextBox 11">
            <a:extLst>
              <a:ext uri="{FF2B5EF4-FFF2-40B4-BE49-F238E27FC236}">
                <a16:creationId xmlns:a16="http://schemas.microsoft.com/office/drawing/2014/main" id="{3A6FE374-2385-8827-DA85-2588C1F9CB7C}"/>
              </a:ext>
            </a:extLst>
          </p:cNvPr>
          <p:cNvSpPr txBox="1"/>
          <p:nvPr/>
        </p:nvSpPr>
        <p:spPr>
          <a:xfrm>
            <a:off x="890009" y="2433525"/>
            <a:ext cx="5357957" cy="215444"/>
          </a:xfrm>
          <a:prstGeom prst="rect">
            <a:avLst/>
          </a:prstGeom>
          <a:noFill/>
        </p:spPr>
        <p:txBody>
          <a:bodyPr wrap="square" lIns="0" tIns="0" rIns="0" bIns="0">
            <a:spAutoFit/>
          </a:bodyPr>
          <a:lstStyle/>
          <a:p>
            <a:pPr algn="ctr">
              <a:spcAft>
                <a:spcPts val="400"/>
              </a:spcAft>
            </a:pPr>
            <a:r>
              <a:rPr lang="ja-JP" altLang="en-US" sz="1400" dirty="0">
                <a:solidFill>
                  <a:srgbClr val="222222"/>
                </a:solidFill>
                <a:latin typeface="Noto Sans JP"/>
              </a:rPr>
              <a:t>表タイトル</a:t>
            </a:r>
            <a:endParaRPr sz="1400" b="0" dirty="0">
              <a:solidFill>
                <a:srgbClr val="222222"/>
              </a:solidFill>
              <a:latin typeface="Noto Sans JP"/>
            </a:endParaRPr>
          </a:p>
        </p:txBody>
      </p:sp>
      <p:sp>
        <p:nvSpPr>
          <p:cNvPr id="15" name="TextBox 3">
            <a:extLst>
              <a:ext uri="{FF2B5EF4-FFF2-40B4-BE49-F238E27FC236}">
                <a16:creationId xmlns:a16="http://schemas.microsoft.com/office/drawing/2014/main" id="{681461BF-7D13-7710-51C3-1497DB6446D0}"/>
              </a:ext>
            </a:extLst>
          </p:cNvPr>
          <p:cNvSpPr txBox="1"/>
          <p:nvPr/>
        </p:nvSpPr>
        <p:spPr>
          <a:xfrm>
            <a:off x="7369452" y="3501149"/>
            <a:ext cx="3984348" cy="615553"/>
          </a:xfrm>
          <a:prstGeom prst="rect">
            <a:avLst/>
          </a:prstGeom>
          <a:noFill/>
        </p:spPr>
        <p:txBody>
          <a:bodyPr wrap="square" lIns="0" tIns="0" rIns="0" bIns="0" anchor="t">
            <a:spAutoFit/>
          </a:bodyPr>
          <a:lstStyle/>
          <a:p>
            <a:pPr>
              <a:lnSpc>
                <a:spcPts val="2400"/>
              </a:lnSpc>
            </a:pPr>
            <a:r>
              <a:rPr lang="ja-JP" altLang="en-US" sz="2000" b="1" dirty="0">
                <a:solidFill>
                  <a:srgbClr val="222222"/>
                </a:solidFill>
                <a:latin typeface="Noto Sans JP"/>
              </a:rPr>
              <a:t>胴体が伸び縮しているフレームに注目した解析もしたい</a:t>
            </a:r>
            <a:endParaRPr lang="en-US" altLang="ja-JP" sz="2000" b="1" dirty="0">
              <a:solidFill>
                <a:srgbClr val="222222"/>
              </a:solidFill>
              <a:latin typeface="Noto Sans JP"/>
            </a:endParaRPr>
          </a:p>
        </p:txBody>
      </p:sp>
    </p:spTree>
    <p:extLst>
      <p:ext uri="{BB962C8B-B14F-4D97-AF65-F5344CB8AC3E}">
        <p14:creationId xmlns:p14="http://schemas.microsoft.com/office/powerpoint/2010/main" val="15783212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F9495-881B-22D2-8C7A-107E45E50961}"/>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493BC1D-3A25-B0B1-6CAB-E93C3EC2883A}"/>
              </a:ext>
            </a:extLst>
          </p:cNvPr>
          <p:cNvSpPr>
            <a:spLocks noGrp="1"/>
          </p:cNvSpPr>
          <p:nvPr>
            <p:ph type="sldNum" sz="quarter" idx="12"/>
          </p:nvPr>
        </p:nvSpPr>
        <p:spPr/>
        <p:txBody>
          <a:bodyPr/>
          <a:lstStyle/>
          <a:p>
            <a:fld id="{465F6A33-8929-41AA-8A25-00E3AA79F1EE}" type="slidenum">
              <a:rPr lang="en-US" smtClean="0"/>
              <a:t>10</a:t>
            </a:fld>
            <a:endParaRPr lang="en-US"/>
          </a:p>
        </p:txBody>
      </p:sp>
      <p:sp>
        <p:nvSpPr>
          <p:cNvPr id="11" name="テキスト ボックス 10">
            <a:extLst>
              <a:ext uri="{FF2B5EF4-FFF2-40B4-BE49-F238E27FC236}">
                <a16:creationId xmlns:a16="http://schemas.microsoft.com/office/drawing/2014/main" id="{06140BCD-47BF-7E01-E735-469E650F861A}"/>
              </a:ext>
            </a:extLst>
          </p:cNvPr>
          <p:cNvSpPr txBox="1"/>
          <p:nvPr/>
        </p:nvSpPr>
        <p:spPr>
          <a:xfrm>
            <a:off x="277091" y="258618"/>
            <a:ext cx="6465454" cy="646331"/>
          </a:xfrm>
          <a:prstGeom prst="rect">
            <a:avLst/>
          </a:prstGeom>
          <a:noFill/>
        </p:spPr>
        <p:txBody>
          <a:bodyPr wrap="square" rtlCol="0">
            <a:spAutoFit/>
          </a:bodyPr>
          <a:lstStyle/>
          <a:p>
            <a:r>
              <a:rPr kumimoji="1" lang="ja-JP" altLang="en-US" sz="3600"/>
              <a:t>実験</a:t>
            </a:r>
          </a:p>
        </p:txBody>
      </p:sp>
      <p:cxnSp>
        <p:nvCxnSpPr>
          <p:cNvPr id="10" name="直線コネクタ 9">
            <a:extLst>
              <a:ext uri="{FF2B5EF4-FFF2-40B4-BE49-F238E27FC236}">
                <a16:creationId xmlns:a16="http://schemas.microsoft.com/office/drawing/2014/main" id="{DAC74646-5ACF-0BF0-66BF-81D5BBB8BDA6}"/>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3">
            <a:extLst>
              <a:ext uri="{FF2B5EF4-FFF2-40B4-BE49-F238E27FC236}">
                <a16:creationId xmlns:a16="http://schemas.microsoft.com/office/drawing/2014/main" id="{7E9B7D47-1870-8229-8CBE-909BEDF1AE23}"/>
              </a:ext>
            </a:extLst>
          </p:cNvPr>
          <p:cNvSpPr txBox="1"/>
          <p:nvPr/>
        </p:nvSpPr>
        <p:spPr>
          <a:xfrm>
            <a:off x="581025" y="1533525"/>
            <a:ext cx="8483399" cy="307777"/>
          </a:xfrm>
          <a:prstGeom prst="rect">
            <a:avLst/>
          </a:prstGeom>
          <a:noFill/>
        </p:spPr>
        <p:txBody>
          <a:bodyPr wrap="square" lIns="0" tIns="0" rIns="0" bIns="0" anchor="t">
            <a:spAutoFit/>
          </a:bodyPr>
          <a:lstStyle/>
          <a:p>
            <a:pPr>
              <a:lnSpc>
                <a:spcPts val="2400"/>
              </a:lnSpc>
            </a:pPr>
            <a:r>
              <a:rPr lang="ja-JP" altLang="en-US" sz="2000" b="1" dirty="0">
                <a:solidFill>
                  <a:srgbClr val="222222"/>
                </a:solidFill>
                <a:latin typeface="Noto Sans JP"/>
              </a:rPr>
              <a:t>工程③</a:t>
            </a:r>
            <a:r>
              <a:rPr lang="en-US" altLang="ja-JP" sz="2000" b="1" dirty="0">
                <a:solidFill>
                  <a:srgbClr val="222222"/>
                </a:solidFill>
                <a:latin typeface="Noto Sans JP"/>
              </a:rPr>
              <a:t> </a:t>
            </a:r>
            <a:r>
              <a:rPr lang="ja-JP" altLang="en-US" sz="2000" b="1" dirty="0">
                <a:solidFill>
                  <a:srgbClr val="222222"/>
                </a:solidFill>
                <a:latin typeface="Noto Sans JP"/>
              </a:rPr>
              <a:t>セルフオクルージョンに対する精度の評価</a:t>
            </a:r>
            <a:endParaRPr lang="en-US" altLang="ja-JP" sz="2000" b="1" dirty="0">
              <a:solidFill>
                <a:srgbClr val="222222"/>
              </a:solidFill>
              <a:latin typeface="Noto Sans JP"/>
            </a:endParaRPr>
          </a:p>
        </p:txBody>
      </p:sp>
      <p:sp>
        <p:nvSpPr>
          <p:cNvPr id="2" name="Footer Placeholder 4">
            <a:extLst>
              <a:ext uri="{FF2B5EF4-FFF2-40B4-BE49-F238E27FC236}">
                <a16:creationId xmlns:a16="http://schemas.microsoft.com/office/drawing/2014/main" id="{28A44BE0-645D-98CB-ADC1-1261899A37A0}"/>
              </a:ext>
            </a:extLst>
          </p:cNvPr>
          <p:cNvSpPr>
            <a:spLocks noGrp="1"/>
          </p:cNvSpPr>
          <p:nvPr>
            <p:ph type="ftr" sz="quarter" idx="11"/>
          </p:nvPr>
        </p:nvSpPr>
        <p:spPr>
          <a:xfrm>
            <a:off x="4038600" y="6449338"/>
            <a:ext cx="4114800" cy="365125"/>
          </a:xfrm>
        </p:spPr>
        <p:txBody>
          <a:bodyPr/>
          <a:lstStyle/>
          <a:p>
            <a:r>
              <a:rPr lang="en-US"/>
              <a:t>A-14-02</a:t>
            </a:r>
          </a:p>
        </p:txBody>
      </p:sp>
      <p:sp>
        <p:nvSpPr>
          <p:cNvPr id="7" name="Date Placeholder 3">
            <a:extLst>
              <a:ext uri="{FF2B5EF4-FFF2-40B4-BE49-F238E27FC236}">
                <a16:creationId xmlns:a16="http://schemas.microsoft.com/office/drawing/2014/main" id="{11456585-B97F-5D86-4B3D-03E5C00CF854}"/>
              </a:ext>
            </a:extLst>
          </p:cNvPr>
          <p:cNvSpPr>
            <a:spLocks noGrp="1"/>
          </p:cNvSpPr>
          <p:nvPr>
            <p:ph type="dt" sz="half" idx="10"/>
          </p:nvPr>
        </p:nvSpPr>
        <p:spPr>
          <a:xfrm>
            <a:off x="838200" y="6449338"/>
            <a:ext cx="2743200" cy="365125"/>
          </a:xfrm>
        </p:spPr>
        <p:txBody>
          <a:bodyPr/>
          <a:lstStyle/>
          <a:p>
            <a:r>
              <a:rPr lang="en-US"/>
              <a:t>2026/9/24</a:t>
            </a:r>
          </a:p>
        </p:txBody>
      </p:sp>
    </p:spTree>
    <p:extLst>
      <p:ext uri="{BB962C8B-B14F-4D97-AF65-F5344CB8AC3E}">
        <p14:creationId xmlns:p14="http://schemas.microsoft.com/office/powerpoint/2010/main" val="36303995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6B0FE-A1A1-06AE-2D81-C963CB1E2EE2}"/>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4C073CD-4D6D-0621-0A21-D259886898A0}"/>
              </a:ext>
            </a:extLst>
          </p:cNvPr>
          <p:cNvSpPr>
            <a:spLocks noGrp="1"/>
          </p:cNvSpPr>
          <p:nvPr>
            <p:ph type="sldNum" sz="quarter" idx="12"/>
          </p:nvPr>
        </p:nvSpPr>
        <p:spPr/>
        <p:txBody>
          <a:bodyPr/>
          <a:lstStyle/>
          <a:p>
            <a:fld id="{465F6A33-8929-41AA-8A25-00E3AA79F1EE}" type="slidenum">
              <a:rPr lang="en-US" smtClean="0"/>
              <a:t>11</a:t>
            </a:fld>
            <a:endParaRPr lang="en-US"/>
          </a:p>
        </p:txBody>
      </p:sp>
      <p:sp>
        <p:nvSpPr>
          <p:cNvPr id="11" name="テキスト ボックス 10">
            <a:extLst>
              <a:ext uri="{FF2B5EF4-FFF2-40B4-BE49-F238E27FC236}">
                <a16:creationId xmlns:a16="http://schemas.microsoft.com/office/drawing/2014/main" id="{9E5FE734-2C81-70A9-D956-53DD4D6CA57F}"/>
              </a:ext>
            </a:extLst>
          </p:cNvPr>
          <p:cNvSpPr txBox="1"/>
          <p:nvPr/>
        </p:nvSpPr>
        <p:spPr>
          <a:xfrm>
            <a:off x="277091" y="258618"/>
            <a:ext cx="6465454" cy="646331"/>
          </a:xfrm>
          <a:prstGeom prst="rect">
            <a:avLst/>
          </a:prstGeom>
          <a:noFill/>
        </p:spPr>
        <p:txBody>
          <a:bodyPr wrap="square" rtlCol="0">
            <a:spAutoFit/>
          </a:bodyPr>
          <a:lstStyle/>
          <a:p>
            <a:r>
              <a:rPr kumimoji="1" lang="ja-JP" altLang="en-US" sz="3600"/>
              <a:t>考察</a:t>
            </a:r>
          </a:p>
        </p:txBody>
      </p:sp>
      <p:cxnSp>
        <p:nvCxnSpPr>
          <p:cNvPr id="10" name="直線コネクタ 9">
            <a:extLst>
              <a:ext uri="{FF2B5EF4-FFF2-40B4-BE49-F238E27FC236}">
                <a16:creationId xmlns:a16="http://schemas.microsoft.com/office/drawing/2014/main" id="{8D7E516D-3198-45E6-AABD-EABDCC1C4D73}"/>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Footer Placeholder 4">
            <a:extLst>
              <a:ext uri="{FF2B5EF4-FFF2-40B4-BE49-F238E27FC236}">
                <a16:creationId xmlns:a16="http://schemas.microsoft.com/office/drawing/2014/main" id="{8D96C00F-C0E9-4723-28E2-A1DA56B9AAE1}"/>
              </a:ext>
            </a:extLst>
          </p:cNvPr>
          <p:cNvSpPr>
            <a:spLocks noGrp="1"/>
          </p:cNvSpPr>
          <p:nvPr>
            <p:ph type="ftr" sz="quarter" idx="11"/>
          </p:nvPr>
        </p:nvSpPr>
        <p:spPr>
          <a:xfrm>
            <a:off x="4038600" y="6449338"/>
            <a:ext cx="4114800" cy="365125"/>
          </a:xfrm>
        </p:spPr>
        <p:txBody>
          <a:bodyPr/>
          <a:lstStyle/>
          <a:p>
            <a:r>
              <a:rPr lang="en-US"/>
              <a:t>A-14-02</a:t>
            </a:r>
          </a:p>
        </p:txBody>
      </p:sp>
      <p:sp>
        <p:nvSpPr>
          <p:cNvPr id="3" name="Date Placeholder 3">
            <a:extLst>
              <a:ext uri="{FF2B5EF4-FFF2-40B4-BE49-F238E27FC236}">
                <a16:creationId xmlns:a16="http://schemas.microsoft.com/office/drawing/2014/main" id="{65C8397C-050A-7DFC-D467-56BB3A44A129}"/>
              </a:ext>
            </a:extLst>
          </p:cNvPr>
          <p:cNvSpPr>
            <a:spLocks noGrp="1"/>
          </p:cNvSpPr>
          <p:nvPr>
            <p:ph type="dt" sz="half" idx="10"/>
          </p:nvPr>
        </p:nvSpPr>
        <p:spPr>
          <a:xfrm>
            <a:off x="838200" y="6449338"/>
            <a:ext cx="2743200" cy="365125"/>
          </a:xfrm>
        </p:spPr>
        <p:txBody>
          <a:bodyPr/>
          <a:lstStyle/>
          <a:p>
            <a:r>
              <a:rPr lang="en-US"/>
              <a:t>2026/9/24</a:t>
            </a:r>
          </a:p>
        </p:txBody>
      </p:sp>
      <p:sp>
        <p:nvSpPr>
          <p:cNvPr id="5" name="TextBox 3">
            <a:extLst>
              <a:ext uri="{FF2B5EF4-FFF2-40B4-BE49-F238E27FC236}">
                <a16:creationId xmlns:a16="http://schemas.microsoft.com/office/drawing/2014/main" id="{FCDC865E-4ACC-17DF-588B-C80C695FF7B9}"/>
              </a:ext>
            </a:extLst>
          </p:cNvPr>
          <p:cNvSpPr txBox="1"/>
          <p:nvPr/>
        </p:nvSpPr>
        <p:spPr>
          <a:xfrm>
            <a:off x="581025" y="1533525"/>
            <a:ext cx="9119566" cy="307777"/>
          </a:xfrm>
          <a:prstGeom prst="rect">
            <a:avLst/>
          </a:prstGeom>
          <a:noFill/>
        </p:spPr>
        <p:txBody>
          <a:bodyPr wrap="square" lIns="0" tIns="0" rIns="0" bIns="0" anchor="t">
            <a:spAutoFit/>
          </a:bodyPr>
          <a:lstStyle/>
          <a:p>
            <a:pPr>
              <a:lnSpc>
                <a:spcPts val="2400"/>
              </a:lnSpc>
            </a:pPr>
            <a:r>
              <a:rPr lang="ja-JP" altLang="en-US" sz="2000" b="1" dirty="0">
                <a:solidFill>
                  <a:srgbClr val="222222"/>
                </a:solidFill>
                <a:latin typeface="Noto Sans JP"/>
              </a:rPr>
              <a:t>・</a:t>
            </a:r>
            <a:r>
              <a:rPr lang="en-US" altLang="ja-JP" sz="2000" b="1" dirty="0">
                <a:solidFill>
                  <a:srgbClr val="222222"/>
                </a:solidFill>
                <a:latin typeface="Noto Sans JP"/>
              </a:rPr>
              <a:t>3DCG</a:t>
            </a:r>
            <a:r>
              <a:rPr lang="ja-JP" altLang="en-US" sz="2000" b="1" dirty="0">
                <a:solidFill>
                  <a:srgbClr val="222222"/>
                </a:solidFill>
                <a:latin typeface="Noto Sans JP"/>
              </a:rPr>
              <a:t>によって作成したデータセットを使用して追加学習を正しく行えた</a:t>
            </a:r>
            <a:endParaRPr lang="en-US" altLang="ja-JP" sz="2000" b="1" dirty="0">
              <a:solidFill>
                <a:srgbClr val="222222"/>
              </a:solidFill>
              <a:latin typeface="Noto Sans JP"/>
            </a:endParaRPr>
          </a:p>
        </p:txBody>
      </p:sp>
    </p:spTree>
    <p:extLst>
      <p:ext uri="{BB962C8B-B14F-4D97-AF65-F5344CB8AC3E}">
        <p14:creationId xmlns:p14="http://schemas.microsoft.com/office/powerpoint/2010/main" val="6421737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ECFB3-69BB-49C5-C3E4-41BBAA939F23}"/>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CAEC1B1-F6B9-B6C4-782C-3C61B4C2C948}"/>
              </a:ext>
            </a:extLst>
          </p:cNvPr>
          <p:cNvSpPr>
            <a:spLocks noGrp="1"/>
          </p:cNvSpPr>
          <p:nvPr>
            <p:ph type="sldNum" sz="quarter" idx="12"/>
          </p:nvPr>
        </p:nvSpPr>
        <p:spPr/>
        <p:txBody>
          <a:bodyPr/>
          <a:lstStyle/>
          <a:p>
            <a:fld id="{465F6A33-8929-41AA-8A25-00E3AA79F1EE}" type="slidenum">
              <a:rPr lang="en-US" smtClean="0"/>
              <a:t>12</a:t>
            </a:fld>
            <a:endParaRPr lang="en-US"/>
          </a:p>
        </p:txBody>
      </p:sp>
      <p:sp>
        <p:nvSpPr>
          <p:cNvPr id="11" name="テキスト ボックス 10">
            <a:extLst>
              <a:ext uri="{FF2B5EF4-FFF2-40B4-BE49-F238E27FC236}">
                <a16:creationId xmlns:a16="http://schemas.microsoft.com/office/drawing/2014/main" id="{BD7F2914-19A2-0536-564A-DD3721539646}"/>
              </a:ext>
            </a:extLst>
          </p:cNvPr>
          <p:cNvSpPr txBox="1"/>
          <p:nvPr/>
        </p:nvSpPr>
        <p:spPr>
          <a:xfrm>
            <a:off x="277091" y="258618"/>
            <a:ext cx="6465454" cy="646331"/>
          </a:xfrm>
          <a:prstGeom prst="rect">
            <a:avLst/>
          </a:prstGeom>
          <a:noFill/>
        </p:spPr>
        <p:txBody>
          <a:bodyPr wrap="square" rtlCol="0">
            <a:spAutoFit/>
          </a:bodyPr>
          <a:lstStyle/>
          <a:p>
            <a:r>
              <a:rPr kumimoji="1" lang="ja-JP" altLang="en-US" sz="3600"/>
              <a:t>まとめ・今後の課題</a:t>
            </a:r>
          </a:p>
        </p:txBody>
      </p:sp>
      <p:cxnSp>
        <p:nvCxnSpPr>
          <p:cNvPr id="10" name="直線コネクタ 9">
            <a:extLst>
              <a:ext uri="{FF2B5EF4-FFF2-40B4-BE49-F238E27FC236}">
                <a16:creationId xmlns:a16="http://schemas.microsoft.com/office/drawing/2014/main" id="{BC9A0A62-72AF-FDD0-BB97-BC53C8910D69}"/>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Footer Placeholder 4">
            <a:extLst>
              <a:ext uri="{FF2B5EF4-FFF2-40B4-BE49-F238E27FC236}">
                <a16:creationId xmlns:a16="http://schemas.microsoft.com/office/drawing/2014/main" id="{AFE01174-DB34-5F27-EDE1-8C2E45A7CC3B}"/>
              </a:ext>
            </a:extLst>
          </p:cNvPr>
          <p:cNvSpPr>
            <a:spLocks noGrp="1"/>
          </p:cNvSpPr>
          <p:nvPr>
            <p:ph type="ftr" sz="quarter" idx="11"/>
          </p:nvPr>
        </p:nvSpPr>
        <p:spPr>
          <a:xfrm>
            <a:off x="4038600" y="6449338"/>
            <a:ext cx="4114800" cy="365125"/>
          </a:xfrm>
        </p:spPr>
        <p:txBody>
          <a:bodyPr/>
          <a:lstStyle/>
          <a:p>
            <a:r>
              <a:rPr lang="en-US"/>
              <a:t>A-14-02</a:t>
            </a:r>
          </a:p>
        </p:txBody>
      </p:sp>
      <p:sp>
        <p:nvSpPr>
          <p:cNvPr id="3" name="Date Placeholder 3">
            <a:extLst>
              <a:ext uri="{FF2B5EF4-FFF2-40B4-BE49-F238E27FC236}">
                <a16:creationId xmlns:a16="http://schemas.microsoft.com/office/drawing/2014/main" id="{106AF545-2C35-05AA-B323-A7AD4089A0DC}"/>
              </a:ext>
            </a:extLst>
          </p:cNvPr>
          <p:cNvSpPr>
            <a:spLocks noGrp="1"/>
          </p:cNvSpPr>
          <p:nvPr>
            <p:ph type="dt" sz="half" idx="10"/>
          </p:nvPr>
        </p:nvSpPr>
        <p:spPr>
          <a:xfrm>
            <a:off x="838200" y="6449338"/>
            <a:ext cx="2743200" cy="365125"/>
          </a:xfrm>
        </p:spPr>
        <p:txBody>
          <a:bodyPr/>
          <a:lstStyle/>
          <a:p>
            <a:r>
              <a:rPr lang="en-US"/>
              <a:t>2026/9/24</a:t>
            </a:r>
          </a:p>
        </p:txBody>
      </p:sp>
      <p:sp>
        <p:nvSpPr>
          <p:cNvPr id="5" name="TextBox 3">
            <a:extLst>
              <a:ext uri="{FF2B5EF4-FFF2-40B4-BE49-F238E27FC236}">
                <a16:creationId xmlns:a16="http://schemas.microsoft.com/office/drawing/2014/main" id="{481F3886-3DE3-76F0-1C75-EB43A3572131}"/>
              </a:ext>
            </a:extLst>
          </p:cNvPr>
          <p:cNvSpPr txBox="1"/>
          <p:nvPr/>
        </p:nvSpPr>
        <p:spPr>
          <a:xfrm>
            <a:off x="581025" y="1533525"/>
            <a:ext cx="9966902" cy="307777"/>
          </a:xfrm>
          <a:prstGeom prst="rect">
            <a:avLst/>
          </a:prstGeom>
          <a:noFill/>
        </p:spPr>
        <p:txBody>
          <a:bodyPr wrap="square" lIns="0" tIns="0" rIns="0" bIns="0" anchor="t">
            <a:spAutoFit/>
          </a:bodyPr>
          <a:lstStyle/>
          <a:p>
            <a:pPr>
              <a:lnSpc>
                <a:spcPts val="2400"/>
              </a:lnSpc>
            </a:pPr>
            <a:r>
              <a:rPr lang="ja-JP" altLang="en-US" sz="2000" b="1" dirty="0">
                <a:solidFill>
                  <a:srgbClr val="222222"/>
                </a:solidFill>
                <a:latin typeface="Noto Sans JP"/>
              </a:rPr>
              <a:t>まとめ</a:t>
            </a:r>
            <a:endParaRPr lang="en-US" altLang="ja-JP" sz="2000" b="1" dirty="0">
              <a:solidFill>
                <a:srgbClr val="222222"/>
              </a:solidFill>
              <a:latin typeface="Noto Sans JP"/>
            </a:endParaRPr>
          </a:p>
        </p:txBody>
      </p:sp>
      <p:sp>
        <p:nvSpPr>
          <p:cNvPr id="12" name="TextBox 11"/>
          <p:cNvSpPr txBox="1"/>
          <p:nvPr/>
        </p:nvSpPr>
        <p:spPr>
          <a:xfrm>
            <a:off x="581025" y="3518852"/>
            <a:ext cx="8483399" cy="369332"/>
          </a:xfrm>
          <a:prstGeom prst="rect">
            <a:avLst/>
          </a:prstGeom>
          <a:noFill/>
        </p:spPr>
        <p:txBody>
          <a:bodyPr wrap="square" lIns="0" tIns="0" rIns="0" bIns="0">
            <a:spAutoFit/>
          </a:bodyPr>
          <a:lstStyle/>
          <a:p>
            <a:pPr>
              <a:spcAft>
                <a:spcPts val="400"/>
              </a:spcAft>
            </a:pPr>
            <a:r>
              <a:rPr lang="ja-JP" altLang="en-US" sz="2400" dirty="0">
                <a:solidFill>
                  <a:srgbClr val="222222"/>
                </a:solidFill>
                <a:latin typeface="Noto Sans JP"/>
              </a:rPr>
              <a:t>今後の課題</a:t>
            </a:r>
            <a:endParaRPr lang="en-US" sz="2000" dirty="0">
              <a:solidFill>
                <a:srgbClr val="222222"/>
              </a:solidFill>
              <a:latin typeface="Noto Sans JP"/>
            </a:endParaRPr>
          </a:p>
        </p:txBody>
      </p:sp>
    </p:spTree>
    <p:extLst>
      <p:ext uri="{BB962C8B-B14F-4D97-AF65-F5344CB8AC3E}">
        <p14:creationId xmlns:p14="http://schemas.microsoft.com/office/powerpoint/2010/main" val="1265696255"/>
      </p:ext>
    </p:extLst>
  </p:cSld>
  <p:clrMapOvr>
    <a:masterClrMapping/>
  </p:clrMapOvr>
</p:sld>
</file>

<file path=ppt/theme/theme1.xml><?xml version="1.0" encoding="utf-8"?>
<a:theme xmlns:a="http://schemas.openxmlformats.org/drawingml/2006/main" name="Office Theme">
  <a:themeElements>
    <a:clrScheme name="ataka">
      <a:dk1>
        <a:sysClr val="windowText" lastClr="000000"/>
      </a:dk1>
      <a:lt1>
        <a:sysClr val="window" lastClr="FFFFFF"/>
      </a:lt1>
      <a:dk2>
        <a:srgbClr val="44546A"/>
      </a:dk2>
      <a:lt2>
        <a:srgbClr val="E7E6E6"/>
      </a:lt2>
      <a:accent1>
        <a:srgbClr val="006699"/>
      </a:accent1>
      <a:accent2>
        <a:srgbClr val="FF3300"/>
      </a:accent2>
      <a:accent3>
        <a:srgbClr val="A5A5A5"/>
      </a:accent3>
      <a:accent4>
        <a:srgbClr val="FFC000"/>
      </a:accent4>
      <a:accent5>
        <a:srgbClr val="5B9BD5"/>
      </a:accent5>
      <a:accent6>
        <a:srgbClr val="70AD47"/>
      </a:accent6>
      <a:hlink>
        <a:srgbClr val="0563C1"/>
      </a:hlink>
      <a:folHlink>
        <a:srgbClr val="954F72"/>
      </a:folHlink>
    </a:clrScheme>
    <a:fontScheme name="UD Slide">
      <a:majorFont>
        <a:latin typeface="Segoe UI"/>
        <a:ea typeface="BIZ UDGothic"/>
        <a:cs typeface=""/>
      </a:majorFont>
      <a:minorFont>
        <a:latin typeface="Segoe UI"/>
        <a:ea typeface="BIZ UDGothic"/>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981a6398-a7c7-453b-b7c7-722cd86c103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AC48C65AB480B74A898A96065A706975" ma:contentTypeVersion="16" ma:contentTypeDescription="新しいドキュメントを作成します。" ma:contentTypeScope="" ma:versionID="302ce235408e83e8265b158f2a6fb236">
  <xsd:schema xmlns:xsd="http://www.w3.org/2001/XMLSchema" xmlns:xs="http://www.w3.org/2001/XMLSchema" xmlns:p="http://schemas.microsoft.com/office/2006/metadata/properties" xmlns:ns3="981a6398-a7c7-453b-b7c7-722cd86c1035" xmlns:ns4="755413fb-6b5e-4a11-9108-91cec50f39ba" targetNamespace="http://schemas.microsoft.com/office/2006/metadata/properties" ma:root="true" ma:fieldsID="f549494a49d89a2ae1fb954d479086d8" ns3:_="" ns4:_="">
    <xsd:import namespace="981a6398-a7c7-453b-b7c7-722cd86c1035"/>
    <xsd:import namespace="755413fb-6b5e-4a11-9108-91cec50f39ba"/>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4:SharedWithDetails" minOccurs="0"/>
                <xsd:element ref="ns4:SharingHintHash" minOccurs="0"/>
                <xsd:element ref="ns4:SharedWithUsers" minOccurs="0"/>
                <xsd:element ref="ns3:MediaServiceDateTaken" minOccurs="0"/>
                <xsd:element ref="ns3:MediaLengthInSeconds" minOccurs="0"/>
                <xsd:element ref="ns3:_activity" minOccurs="0"/>
                <xsd:element ref="ns3:MediaServiceLocation"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81a6398-a7c7-453b-b7c7-722cd86c103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_activity" ma:index="19" nillable="true" ma:displayName="_activity" ma:hidden="true" ma:internalName="_activity">
      <xsd:simpleType>
        <xsd:restriction base="dms:Note"/>
      </xsd:simpleType>
    </xsd:element>
    <xsd:element name="MediaServiceLocation" ma:index="20" nillable="true" ma:displayName="Location" ma:indexed="true" ma:internalName="MediaServiceLocatio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ystemTags" ma:index="22" nillable="true" ma:displayName="MediaServiceSystemTags" ma:hidden="true" ma:internalName="MediaServiceSystemTags" ma:readOnly="true">
      <xsd:simpleType>
        <xsd:restriction base="dms:Note"/>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55413fb-6b5e-4a11-9108-91cec50f39ba" elementFormDefault="qualified">
    <xsd:import namespace="http://schemas.microsoft.com/office/2006/documentManagement/types"/>
    <xsd:import namespace="http://schemas.microsoft.com/office/infopath/2007/PartnerControls"/>
    <xsd:element name="SharedWithDetails" ma:index="14" nillable="true" ma:displayName="共有相手の詳細情報" ma:internalName="SharedWithDetails" ma:readOnly="true">
      <xsd:simpleType>
        <xsd:restriction base="dms:Note">
          <xsd:maxLength value="255"/>
        </xsd:restriction>
      </xsd:simpleType>
    </xsd:element>
    <xsd:element name="SharingHintHash" ma:index="15" nillable="true" ma:displayName="共有のヒントのハッシュ" ma:hidden="true" ma:internalName="SharingHintHash" ma:readOnly="true">
      <xsd:simpleType>
        <xsd:restriction base="dms:Text"/>
      </xsd:simpleType>
    </xsd:element>
    <xsd:element name="SharedWithUsers" ma:index="16"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B3F2EDB-B8FA-4ECB-9B99-E00F8C796FB7}">
  <ds:schemaRefs>
    <ds:schemaRef ds:uri="http://schemas.microsoft.com/sharepoint/v3/contenttype/forms"/>
  </ds:schemaRefs>
</ds:datastoreItem>
</file>

<file path=customXml/itemProps2.xml><?xml version="1.0" encoding="utf-8"?>
<ds:datastoreItem xmlns:ds="http://schemas.openxmlformats.org/officeDocument/2006/customXml" ds:itemID="{B097FFD5-1240-413C-A802-68446FC40684}">
  <ds:schemaRefs>
    <ds:schemaRef ds:uri="http://schemas.microsoft.com/office/2006/documentManagement/types"/>
    <ds:schemaRef ds:uri="http://purl.org/dc/dcmitype/"/>
    <ds:schemaRef ds:uri="http://www.w3.org/XML/1998/namespace"/>
    <ds:schemaRef ds:uri="http://purl.org/dc/elements/1.1/"/>
    <ds:schemaRef ds:uri="http://schemas.openxmlformats.org/package/2006/metadata/core-properties"/>
    <ds:schemaRef ds:uri="981a6398-a7c7-453b-b7c7-722cd86c1035"/>
    <ds:schemaRef ds:uri="755413fb-6b5e-4a11-9108-91cec50f39ba"/>
    <ds:schemaRef ds:uri="http://schemas.microsoft.com/office/2006/metadata/properties"/>
    <ds:schemaRef ds:uri="http://schemas.microsoft.com/office/infopath/2007/PartnerControls"/>
    <ds:schemaRef ds:uri="http://purl.org/dc/terms/"/>
  </ds:schemaRefs>
</ds:datastoreItem>
</file>

<file path=customXml/itemProps3.xml><?xml version="1.0" encoding="utf-8"?>
<ds:datastoreItem xmlns:ds="http://schemas.openxmlformats.org/officeDocument/2006/customXml" ds:itemID="{AC3AC93D-4E71-4252-83D1-BD51B3C2E1A8}">
  <ds:schemaRefs>
    <ds:schemaRef ds:uri="755413fb-6b5e-4a11-9108-91cec50f39ba"/>
    <ds:schemaRef ds:uri="981a6398-a7c7-453b-b7c7-722cd86c103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72fe835d-5e95-4512-8ae0-a7b38af25fc8}" enabled="0" method="" siteId="{72fe835d-5e95-4512-8ae0-a7b38af25fc8}" removed="1"/>
</clbl:labelList>
</file>

<file path=docProps/app.xml><?xml version="1.0" encoding="utf-8"?>
<Properties xmlns="http://schemas.openxmlformats.org/officeDocument/2006/extended-properties" xmlns:vt="http://schemas.openxmlformats.org/officeDocument/2006/docPropsVTypes">
  <Template>TM02900769[[fn=Retrospect]]</Template>
  <TotalTime>94</TotalTime>
  <Words>2647</Words>
  <Application>Microsoft Office PowerPoint</Application>
  <PresentationFormat>ワイド画面</PresentationFormat>
  <Paragraphs>336</Paragraphs>
  <Slides>12</Slides>
  <Notes>12</Notes>
  <HiddenSlides>0</HiddenSlides>
  <MMClips>1</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12</vt:i4>
      </vt:variant>
    </vt:vector>
  </HeadingPairs>
  <TitlesOfParts>
    <vt:vector size="20" baseType="lpstr">
      <vt:lpstr>Arial</vt:lpstr>
      <vt:lpstr>Segoe UI</vt:lpstr>
      <vt:lpstr>Noto Sans JP</vt:lpstr>
      <vt:lpstr>Calibri</vt:lpstr>
      <vt:lpstr>Segoe WPC</vt:lpstr>
      <vt:lpstr>BIZ UDGothic</vt:lpstr>
      <vt:lpstr>游ゴシック</vt:lpstr>
      <vt:lpstr>Office Theme</vt:lpstr>
      <vt:lpstr> スポーツの姿勢推定のための 人体モデル拡張と追加学習</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タイトル</dc:title>
  <dc:creator>ACEM2-15 ac32814x(長岡高専)</dc:creator>
  <cp:lastModifiedBy>ACEM2-21 ac37822m(長岡高専)</cp:lastModifiedBy>
  <cp:revision>1</cp:revision>
  <dcterms:created xsi:type="dcterms:W3CDTF">2022-01-28T04:44:58Z</dcterms:created>
  <dcterms:modified xsi:type="dcterms:W3CDTF">2026-08-28T03:33:42Z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0x010100AC48C65AB480B74A898A96065A706975</vt:lpwstr>
  </property>
</Properties>
</file>