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1"/>
  </p:notesMasterIdLst>
  <p:sldIdLst>
    <p:sldId id="256" r:id="rId5"/>
    <p:sldId id="257" r:id="rId6"/>
    <p:sldId id="260" r:id="rId7"/>
    <p:sldId id="261" r:id="rId8"/>
    <p:sldId id="267" r:id="rId9"/>
    <p:sldId id="275" r:id="rId10"/>
    <p:sldId id="276" r:id="rId11"/>
    <p:sldId id="271" r:id="rId12"/>
    <p:sldId id="270" r:id="rId13"/>
    <p:sldId id="263" r:id="rId14"/>
    <p:sldId id="272" r:id="rId15"/>
    <p:sldId id="266" r:id="rId16"/>
    <p:sldId id="274" r:id="rId17"/>
    <p:sldId id="268" r:id="rId18"/>
    <p:sldId id="269" r:id="rId19"/>
    <p:sldId id="273" r:id="rId20"/>
  </p:sldIdLst>
  <p:sldSz cx="12192000" cy="6858000"/>
  <p:notesSz cx="6858000" cy="9144000"/>
  <p:embeddedFontLst>
    <p:embeddedFont>
      <p:font typeface="BIZ UDP明朝 Medium" panose="02020500000000000000" pitchFamily="18" charset="-128"/>
      <p:regular r:id="rId22"/>
    </p:embeddedFont>
    <p:embeddedFont>
      <p:font typeface="BIZ UDGothic" panose="020B0400000000000000" pitchFamily="49" charset="-128"/>
      <p:regular r:id="rId23"/>
      <p:bold r:id="rId24"/>
    </p:embeddedFont>
    <p:embeddedFont>
      <p:font typeface="Noto Sans JP" panose="020B0200000000000000" pitchFamily="50" charset="-128"/>
      <p:regular r:id="rId25"/>
      <p:bold r:id="rId26"/>
    </p:embeddedFont>
    <p:embeddedFont>
      <p:font typeface="Segoe UI" panose="020B0502040204020203" pitchFamily="34" charset="0"/>
      <p:regular r:id="rId27"/>
      <p:bold r:id="rId28"/>
      <p:italic r:id="rId29"/>
      <p:boldItalic r:id="rId30"/>
    </p:embeddedFont>
    <p:embeddedFont>
      <p:font typeface="游ゴシック" panose="020B0400000000000000" pitchFamily="50" charset="-128"/>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765E26-6AAA-4C2F-BECD-88FB4E09031D}" v="216" dt="2026-09-15T15:09:21.798"/>
    <p1510:client id="{DDDA06C3-0803-413A-B3D5-8B85D8A1FA71}" v="73" dt="2026-09-15T09:45:51.96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485" autoAdjust="0"/>
  </p:normalViewPr>
  <p:slideViewPr>
    <p:cSldViewPr snapToGrid="0">
      <p:cViewPr>
        <p:scale>
          <a:sx n="66" d="100"/>
          <a:sy n="66" d="100"/>
        </p:scale>
        <p:origin x="1301" y="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 Id="rId30" Type="http://schemas.openxmlformats.org/officeDocument/2006/relationships/font" Target="fonts/font9.fntdata"/><Relationship Id="rId31" Type="http://schemas.openxmlformats.org/officeDocument/2006/relationships/font" Target="fonts/font10.fntdata"/><Relationship Id="rId32" Type="http://schemas.openxmlformats.org/officeDocument/2006/relationships/font" Target="fonts/font11.fntdata"/><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 Id="rId3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CEM2-21 ac37822m(長岡高専)" userId="45dd5a03-675d-49d7-a16d-8a5974401386" providerId="ADAL" clId="{0A89F58A-4406-444B-99B4-2490481C0A91}"/>
    <pc:docChg chg="undo custSel addSld delSld modSld sldOrd">
      <pc:chgData name="ACEM2-21 ac37822m(長岡高専)" userId="45dd5a03-675d-49d7-a16d-8a5974401386" providerId="ADAL" clId="{0A89F58A-4406-444B-99B4-2490481C0A91}" dt="2026-09-15T12:33:56.979" v="9028" actId="404"/>
      <pc:docMkLst>
        <pc:docMk/>
      </pc:docMkLst>
      <pc:sldChg chg="addSp delSp modSp mod modNotesTx">
        <pc:chgData name="ACEM2-21 ac37822m(長岡高専)" userId="45dd5a03-675d-49d7-a16d-8a5974401386" providerId="ADAL" clId="{0A89F58A-4406-444B-99B4-2490481C0A91}" dt="2026-09-15T06:07:39.850" v="5496" actId="20577"/>
        <pc:sldMkLst>
          <pc:docMk/>
          <pc:sldMk cId="1614531952" sldId="257"/>
        </pc:sldMkLst>
        <pc:spChg chg="add mod">
          <ac:chgData name="ACEM2-21 ac37822m(長岡高専)" userId="45dd5a03-675d-49d7-a16d-8a5974401386" providerId="ADAL" clId="{0A89F58A-4406-444B-99B4-2490481C0A91}" dt="2026-09-15T06:06:49.426" v="5381" actId="1076"/>
          <ac:spMkLst>
            <pc:docMk/>
            <pc:sldMk cId="1614531952" sldId="257"/>
            <ac:spMk id="5" creationId="{9AFBE4A5-540F-DB94-200A-F3AB038EC9B7}"/>
          </ac:spMkLst>
        </pc:spChg>
        <pc:spChg chg="mod">
          <ac:chgData name="ACEM2-21 ac37822m(長岡高専)" userId="45dd5a03-675d-49d7-a16d-8a5974401386" providerId="ADAL" clId="{0A89F58A-4406-444B-99B4-2490481C0A91}" dt="2026-09-15T06:07:39.850" v="5496" actId="20577"/>
          <ac:spMkLst>
            <pc:docMk/>
            <pc:sldMk cId="1614531952" sldId="257"/>
            <ac:spMk id="9" creationId="{EF829B69-4BE3-6BE4-CA40-1DF293AB198C}"/>
          </ac:spMkLst>
        </pc:spChg>
        <pc:spChg chg="add mod">
          <ac:chgData name="ACEM2-21 ac37822m(長岡高専)" userId="45dd5a03-675d-49d7-a16d-8a5974401386" providerId="ADAL" clId="{0A89F58A-4406-444B-99B4-2490481C0A91}" dt="2026-09-15T06:06:49.426" v="5381" actId="1076"/>
          <ac:spMkLst>
            <pc:docMk/>
            <pc:sldMk cId="1614531952" sldId="257"/>
            <ac:spMk id="15" creationId="{9DF309D7-8066-4BCF-F224-DD4B07D50978}"/>
          </ac:spMkLst>
        </pc:spChg>
        <pc:cxnChg chg="add del mod">
          <ac:chgData name="ACEM2-21 ac37822m(長岡高専)" userId="45dd5a03-675d-49d7-a16d-8a5974401386" providerId="ADAL" clId="{0A89F58A-4406-444B-99B4-2490481C0A91}" dt="2026-09-15T06:02:48.532" v="5365" actId="21"/>
          <ac:cxnSpMkLst>
            <pc:docMk/>
            <pc:sldMk cId="1614531952" sldId="257"/>
            <ac:cxnSpMk id="3" creationId="{32862BB1-C65E-94B1-E5DC-69F5ED93E6F8}"/>
          </ac:cxnSpMkLst>
        </pc:cxnChg>
      </pc:sldChg>
      <pc:sldChg chg="addSp delSp modSp mod modNotesTx">
        <pc:chgData name="ACEM2-21 ac37822m(長岡高専)" userId="45dd5a03-675d-49d7-a16d-8a5974401386" providerId="ADAL" clId="{0A89F58A-4406-444B-99B4-2490481C0A91}" dt="2026-09-15T08:38:15.872" v="8190" actId="1076"/>
        <pc:sldMkLst>
          <pc:docMk/>
          <pc:sldMk cId="1055157735" sldId="260"/>
        </pc:sldMkLst>
        <pc:spChg chg="add mod">
          <ac:chgData name="ACEM2-21 ac37822m(長岡高専)" userId="45dd5a03-675d-49d7-a16d-8a5974401386" providerId="ADAL" clId="{0A89F58A-4406-444B-99B4-2490481C0A91}" dt="2026-09-15T05:53:53.659" v="5211" actId="1076"/>
          <ac:spMkLst>
            <pc:docMk/>
            <pc:sldMk cId="1055157735" sldId="260"/>
            <ac:spMk id="5" creationId="{AD4B93DA-AF29-193A-F094-D63E8629C823}"/>
          </ac:spMkLst>
        </pc:spChg>
        <pc:spChg chg="add mod">
          <ac:chgData name="ACEM2-21 ac37822m(長岡高専)" userId="45dd5a03-675d-49d7-a16d-8a5974401386" providerId="ADAL" clId="{0A89F58A-4406-444B-99B4-2490481C0A91}" dt="2026-09-15T06:02:28.707" v="5364" actId="1076"/>
          <ac:spMkLst>
            <pc:docMk/>
            <pc:sldMk cId="1055157735" sldId="260"/>
            <ac:spMk id="7" creationId="{DC082922-1D49-FAC9-532D-7221F102641D}"/>
          </ac:spMkLst>
        </pc:spChg>
        <pc:spChg chg="add mod">
          <ac:chgData name="ACEM2-21 ac37822m(長岡高専)" userId="45dd5a03-675d-49d7-a16d-8a5974401386" providerId="ADAL" clId="{0A89F58A-4406-444B-99B4-2490481C0A91}" dt="2026-09-15T08:37:53.761" v="8184" actId="1076"/>
          <ac:spMkLst>
            <pc:docMk/>
            <pc:sldMk cId="1055157735" sldId="260"/>
            <ac:spMk id="9" creationId="{D97F9CAE-777A-5AF6-089E-173899D147A4}"/>
          </ac:spMkLst>
        </pc:spChg>
        <pc:spChg chg="mod">
          <ac:chgData name="ACEM2-21 ac37822m(長岡高専)" userId="45dd5a03-675d-49d7-a16d-8a5974401386" providerId="ADAL" clId="{0A89F58A-4406-444B-99B4-2490481C0A91}" dt="2026-09-15T08:38:15.872" v="8190" actId="1076"/>
          <ac:spMkLst>
            <pc:docMk/>
            <pc:sldMk cId="1055157735" sldId="260"/>
            <ac:spMk id="66" creationId="{56F4D455-195A-0CA6-59C6-FCEF7AB895E8}"/>
          </ac:spMkLst>
        </pc:spChg>
        <pc:spChg chg="mod">
          <ac:chgData name="ACEM2-21 ac37822m(長岡高専)" userId="45dd5a03-675d-49d7-a16d-8a5974401386" providerId="ADAL" clId="{0A89F58A-4406-444B-99B4-2490481C0A91}" dt="2026-09-15T08:38:04.659" v="8187" actId="1076"/>
          <ac:spMkLst>
            <pc:docMk/>
            <pc:sldMk cId="1055157735" sldId="260"/>
            <ac:spMk id="72" creationId="{DA21506C-9B19-6490-A3A7-959C5053D192}"/>
          </ac:spMkLst>
        </pc:spChg>
        <pc:spChg chg="mod">
          <ac:chgData name="ACEM2-21 ac37822m(長岡高専)" userId="45dd5a03-675d-49d7-a16d-8a5974401386" providerId="ADAL" clId="{0A89F58A-4406-444B-99B4-2490481C0A91}" dt="2026-09-15T08:38:10.471" v="8189" actId="1076"/>
          <ac:spMkLst>
            <pc:docMk/>
            <pc:sldMk cId="1055157735" sldId="260"/>
            <ac:spMk id="78" creationId="{072A197C-73CE-E770-5CEC-2381075B62A7}"/>
          </ac:spMkLst>
        </pc:spChg>
        <pc:spChg chg="del mod">
          <ac:chgData name="ACEM2-21 ac37822m(長岡高専)" userId="45dd5a03-675d-49d7-a16d-8a5974401386" providerId="ADAL" clId="{0A89F58A-4406-444B-99B4-2490481C0A91}" dt="2026-09-15T05:55:55.626" v="5292"/>
          <ac:spMkLst>
            <pc:docMk/>
            <pc:sldMk cId="1055157735" sldId="260"/>
            <ac:spMk id="82" creationId="{C4EFB3A5-783B-CB19-CE71-3555A3112621}"/>
          </ac:spMkLst>
        </pc:spChg>
        <pc:spChg chg="mod">
          <ac:chgData name="ACEM2-21 ac37822m(長岡高専)" userId="45dd5a03-675d-49d7-a16d-8a5974401386" providerId="ADAL" clId="{0A89F58A-4406-444B-99B4-2490481C0A91}" dt="2026-09-15T06:02:28.707" v="5364" actId="1076"/>
          <ac:spMkLst>
            <pc:docMk/>
            <pc:sldMk cId="1055157735" sldId="260"/>
            <ac:spMk id="86" creationId="{8D5CE153-158C-57A3-368D-84BA713A93A3}"/>
          </ac:spMkLst>
        </pc:spChg>
        <pc:spChg chg="mod">
          <ac:chgData name="ACEM2-21 ac37822m(長岡高専)" userId="45dd5a03-675d-49d7-a16d-8a5974401386" providerId="ADAL" clId="{0A89F58A-4406-444B-99B4-2490481C0A91}" dt="2026-09-15T06:02:28.707" v="5364" actId="1076"/>
          <ac:spMkLst>
            <pc:docMk/>
            <pc:sldMk cId="1055157735" sldId="260"/>
            <ac:spMk id="88" creationId="{42FC6FB7-167C-242D-6B35-98A9D310C231}"/>
          </ac:spMkLst>
        </pc:spChg>
        <pc:spChg chg="mod">
          <ac:chgData name="ACEM2-21 ac37822m(長岡高専)" userId="45dd5a03-675d-49d7-a16d-8a5974401386" providerId="ADAL" clId="{0A89F58A-4406-444B-99B4-2490481C0A91}" dt="2026-09-15T06:02:28.707" v="5364" actId="1076"/>
          <ac:spMkLst>
            <pc:docMk/>
            <pc:sldMk cId="1055157735" sldId="260"/>
            <ac:spMk id="90" creationId="{AC000FBC-20D8-241D-5CC4-3AFAA158765F}"/>
          </ac:spMkLst>
        </pc:spChg>
        <pc:cxnChg chg="add mod">
          <ac:chgData name="ACEM2-21 ac37822m(長岡高専)" userId="45dd5a03-675d-49d7-a16d-8a5974401386" providerId="ADAL" clId="{0A89F58A-4406-444B-99B4-2490481C0A91}" dt="2026-09-15T06:01:23.937" v="5350" actId="1076"/>
          <ac:cxnSpMkLst>
            <pc:docMk/>
            <pc:sldMk cId="1055157735" sldId="260"/>
            <ac:cxnSpMk id="13" creationId="{60F486FD-DD1E-8CD1-F07F-4D40A0AA9D81}"/>
          </ac:cxnSpMkLst>
        </pc:cxnChg>
        <pc:cxnChg chg="add mod">
          <ac:chgData name="ACEM2-21 ac37822m(長岡高専)" userId="45dd5a03-675d-49d7-a16d-8a5974401386" providerId="ADAL" clId="{0A89F58A-4406-444B-99B4-2490481C0A91}" dt="2026-09-15T06:02:28.707" v="5364" actId="1076"/>
          <ac:cxnSpMkLst>
            <pc:docMk/>
            <pc:sldMk cId="1055157735" sldId="260"/>
            <ac:cxnSpMk id="14" creationId="{12D3D0BD-B094-F1DD-F1DB-2A8EFEEC92A4}"/>
          </ac:cxnSpMkLst>
        </pc:cxnChg>
        <pc:cxnChg chg="add del mod">
          <ac:chgData name="ACEM2-21 ac37822m(長岡高専)" userId="45dd5a03-675d-49d7-a16d-8a5974401386" providerId="ADAL" clId="{0A89F58A-4406-444B-99B4-2490481C0A91}" dt="2026-09-15T06:00:51.885" v="5338" actId="478"/>
          <ac:cxnSpMkLst>
            <pc:docMk/>
            <pc:sldMk cId="1055157735" sldId="260"/>
            <ac:cxnSpMk id="16" creationId="{224AF70C-A607-DC5F-6809-C85BE39D9C27}"/>
          </ac:cxnSpMkLst>
        </pc:cxnChg>
        <pc:cxnChg chg="add mod">
          <ac:chgData name="ACEM2-21 ac37822m(長岡高専)" userId="45dd5a03-675d-49d7-a16d-8a5974401386" providerId="ADAL" clId="{0A89F58A-4406-444B-99B4-2490481C0A91}" dt="2026-09-15T06:02:28.707" v="5364" actId="1076"/>
          <ac:cxnSpMkLst>
            <pc:docMk/>
            <pc:sldMk cId="1055157735" sldId="260"/>
            <ac:cxnSpMk id="26" creationId="{7E2F2DE5-7877-40E6-136B-F7285928ACE3}"/>
          </ac:cxnSpMkLst>
        </pc:cxnChg>
        <pc:cxnChg chg="add mod">
          <ac:chgData name="ACEM2-21 ac37822m(長岡高専)" userId="45dd5a03-675d-49d7-a16d-8a5974401386" providerId="ADAL" clId="{0A89F58A-4406-444B-99B4-2490481C0A91}" dt="2026-09-15T06:01:50.417" v="5363" actId="14100"/>
          <ac:cxnSpMkLst>
            <pc:docMk/>
            <pc:sldMk cId="1055157735" sldId="260"/>
            <ac:cxnSpMk id="28" creationId="{7AB91F90-6F37-05B3-A647-02083EF53F3D}"/>
          </ac:cxnSpMkLst>
        </pc:cxnChg>
      </pc:sldChg>
      <pc:sldChg chg="addSp delSp modSp mod ord modNotesTx">
        <pc:chgData name="ACEM2-21 ac37822m(長岡高専)" userId="45dd5a03-675d-49d7-a16d-8a5974401386" providerId="ADAL" clId="{0A89F58A-4406-444B-99B4-2490481C0A91}" dt="2026-09-15T09:46:25.248" v="8728" actId="1076"/>
        <pc:sldMkLst>
          <pc:docMk/>
          <pc:sldMk cId="2712717103" sldId="261"/>
        </pc:sldMkLst>
        <pc:spChg chg="del mod">
          <ac:chgData name="ACEM2-21 ac37822m(長岡高専)" userId="45dd5a03-675d-49d7-a16d-8a5974401386" providerId="ADAL" clId="{0A89F58A-4406-444B-99B4-2490481C0A91}" dt="2026-09-15T09:46:08.540" v="8724" actId="21"/>
          <ac:spMkLst>
            <pc:docMk/>
            <pc:sldMk cId="2712717103" sldId="261"/>
            <ac:spMk id="3" creationId="{B536C97C-7F56-9B94-FB59-AC30D5D066EA}"/>
          </ac:spMkLst>
        </pc:spChg>
        <pc:spChg chg="add del mod">
          <ac:chgData name="ACEM2-21 ac37822m(長岡高専)" userId="45dd5a03-675d-49d7-a16d-8a5974401386" providerId="ADAL" clId="{0A89F58A-4406-444B-99B4-2490481C0A91}" dt="2026-09-15T09:46:04.582" v="8723" actId="21"/>
          <ac:spMkLst>
            <pc:docMk/>
            <pc:sldMk cId="2712717103" sldId="261"/>
            <ac:spMk id="9" creationId="{10C0EFF0-7E0D-1071-9DCF-3971BEF0377F}"/>
          </ac:spMkLst>
        </pc:spChg>
        <pc:spChg chg="add del mod">
          <ac:chgData name="ACEM2-21 ac37822m(長岡高専)" userId="45dd5a03-675d-49d7-a16d-8a5974401386" providerId="ADAL" clId="{0A89F58A-4406-444B-99B4-2490481C0A91}" dt="2026-09-15T09:46:14.996" v="8725" actId="21"/>
          <ac:spMkLst>
            <pc:docMk/>
            <pc:sldMk cId="2712717103" sldId="261"/>
            <ac:spMk id="12" creationId="{0226D204-1000-FB7D-DEB6-DED1B3B14525}"/>
          </ac:spMkLst>
        </pc:spChg>
        <pc:spChg chg="add del mod">
          <ac:chgData name="ACEM2-21 ac37822m(長岡高専)" userId="45dd5a03-675d-49d7-a16d-8a5974401386" providerId="ADAL" clId="{0A89F58A-4406-444B-99B4-2490481C0A91}" dt="2026-09-15T09:46:14.996" v="8725" actId="21"/>
          <ac:spMkLst>
            <pc:docMk/>
            <pc:sldMk cId="2712717103" sldId="261"/>
            <ac:spMk id="14" creationId="{9C05658B-85FE-FC50-AD8F-8FF018151443}"/>
          </ac:spMkLst>
        </pc:spChg>
        <pc:spChg chg="add del mod">
          <ac:chgData name="ACEM2-21 ac37822m(長岡高専)" userId="45dd5a03-675d-49d7-a16d-8a5974401386" providerId="ADAL" clId="{0A89F58A-4406-444B-99B4-2490481C0A91}" dt="2026-09-15T09:31:45.250" v="8596" actId="21"/>
          <ac:spMkLst>
            <pc:docMk/>
            <pc:sldMk cId="2712717103" sldId="261"/>
            <ac:spMk id="16" creationId="{DDBC87F8-511F-34C2-77D6-6457820409F8}"/>
          </ac:spMkLst>
        </pc:spChg>
        <pc:spChg chg="add del mod">
          <ac:chgData name="ACEM2-21 ac37822m(長岡高専)" userId="45dd5a03-675d-49d7-a16d-8a5974401386" providerId="ADAL" clId="{0A89F58A-4406-444B-99B4-2490481C0A91}" dt="2026-09-15T09:46:14.996" v="8725" actId="21"/>
          <ac:spMkLst>
            <pc:docMk/>
            <pc:sldMk cId="2712717103" sldId="261"/>
            <ac:spMk id="18" creationId="{9780845C-2F3D-72AD-B000-881FD6773B2D}"/>
          </ac:spMkLst>
        </pc:spChg>
        <pc:spChg chg="add del mod">
          <ac:chgData name="ACEM2-21 ac37822m(長岡高専)" userId="45dd5a03-675d-49d7-a16d-8a5974401386" providerId="ADAL" clId="{0A89F58A-4406-444B-99B4-2490481C0A91}" dt="2026-09-15T09:46:21.198" v="8726" actId="1076"/>
          <ac:spMkLst>
            <pc:docMk/>
            <pc:sldMk cId="2712717103" sldId="261"/>
            <ac:spMk id="50" creationId="{52C0885E-08AB-E0F2-0C3F-D656F76CEB64}"/>
          </ac:spMkLst>
        </pc:spChg>
        <pc:grpChg chg="add del mod">
          <ac:chgData name="ACEM2-21 ac37822m(長岡高専)" userId="45dd5a03-675d-49d7-a16d-8a5974401386" providerId="ADAL" clId="{0A89F58A-4406-444B-99B4-2490481C0A91}" dt="2026-09-15T09:46:14.996" v="8725" actId="21"/>
          <ac:grpSpMkLst>
            <pc:docMk/>
            <pc:sldMk cId="2712717103" sldId="261"/>
            <ac:grpSpMk id="36" creationId="{F0049436-56F1-A961-8F07-F7FC92828F94}"/>
          </ac:grpSpMkLst>
        </pc:grpChg>
        <pc:graphicFrameChg chg="add mod modGraphic">
          <ac:chgData name="ACEM2-21 ac37822m(長岡高専)" userId="45dd5a03-675d-49d7-a16d-8a5974401386" providerId="ADAL" clId="{0A89F58A-4406-444B-99B4-2490481C0A91}" dt="2026-09-15T09:46:25.248" v="8728" actId="1076"/>
          <ac:graphicFrameMkLst>
            <pc:docMk/>
            <pc:sldMk cId="2712717103" sldId="261"/>
            <ac:graphicFrameMk id="4" creationId="{5306B373-9934-7D67-33BB-3E29DF33BC98}"/>
          </ac:graphicFrameMkLst>
        </pc:graphicFrameChg>
        <pc:picChg chg="add del mod">
          <ac:chgData name="ACEM2-21 ac37822m(長岡高専)" userId="45dd5a03-675d-49d7-a16d-8a5974401386" providerId="ADAL" clId="{0A89F58A-4406-444B-99B4-2490481C0A91}" dt="2026-09-15T09:46:04.582" v="8723" actId="21"/>
          <ac:picMkLst>
            <pc:docMk/>
            <pc:sldMk cId="2712717103" sldId="261"/>
            <ac:picMk id="5" creationId="{D64F8FBB-511A-A0FE-35DE-87319C5408D3}"/>
          </ac:picMkLst>
        </pc:picChg>
        <pc:picChg chg="add del mod">
          <ac:chgData name="ACEM2-21 ac37822m(長岡高専)" userId="45dd5a03-675d-49d7-a16d-8a5974401386" providerId="ADAL" clId="{0A89F58A-4406-444B-99B4-2490481C0A91}" dt="2026-09-15T09:46:21.198" v="8726" actId="1076"/>
          <ac:picMkLst>
            <pc:docMk/>
            <pc:sldMk cId="2712717103" sldId="261"/>
            <ac:picMk id="48" creationId="{C416D623-A2BA-BEBA-96D8-2B1DC9CEC280}"/>
          </ac:picMkLst>
        </pc:picChg>
        <pc:cxnChg chg="add del mod">
          <ac:chgData name="ACEM2-21 ac37822m(長岡高専)" userId="45dd5a03-675d-49d7-a16d-8a5974401386" providerId="ADAL" clId="{0A89F58A-4406-444B-99B4-2490481C0A91}" dt="2026-09-15T06:10:49.248" v="5630" actId="21"/>
          <ac:cxnSpMkLst>
            <pc:docMk/>
            <pc:sldMk cId="2712717103" sldId="261"/>
            <ac:cxnSpMk id="8" creationId="{CCEA0419-F049-D2EB-D82E-F132DEDBC853}"/>
          </ac:cxnSpMkLst>
        </pc:cxnChg>
      </pc:sldChg>
      <pc:sldChg chg="addSp delSp modSp del mod modNotesTx">
        <pc:chgData name="ACEM2-21 ac37822m(長岡高専)" userId="45dd5a03-675d-49d7-a16d-8a5974401386" providerId="ADAL" clId="{0A89F58A-4406-444B-99B4-2490481C0A91}" dt="2026-09-15T06:54:17.018" v="6744" actId="2696"/>
        <pc:sldMkLst>
          <pc:docMk/>
          <pc:sldMk cId="642173746" sldId="262"/>
        </pc:sldMkLst>
        <pc:spChg chg="add del mod">
          <ac:chgData name="ACEM2-21 ac37822m(長岡高専)" userId="45dd5a03-675d-49d7-a16d-8a5974401386" providerId="ADAL" clId="{0A89F58A-4406-444B-99B4-2490481C0A91}" dt="2026-09-15T06:54:13.767" v="6743" actId="21"/>
          <ac:spMkLst>
            <pc:docMk/>
            <pc:sldMk cId="642173746" sldId="262"/>
            <ac:spMk id="5" creationId="{FCDC865E-4ACC-17DF-588B-C80C695FF7B9}"/>
          </ac:spMkLst>
        </pc:spChg>
      </pc:sldChg>
      <pc:sldChg chg="addSp delSp modSp mod modNotesTx">
        <pc:chgData name="ACEM2-21 ac37822m(長岡高専)" userId="45dd5a03-675d-49d7-a16d-8a5974401386" providerId="ADAL" clId="{0A89F58A-4406-444B-99B4-2490481C0A91}" dt="2026-09-15T09:55:55.278" v="8781" actId="1076"/>
        <pc:sldMkLst>
          <pc:docMk/>
          <pc:sldMk cId="683892195" sldId="263"/>
        </pc:sldMkLst>
        <pc:spChg chg="mod">
          <ac:chgData name="ACEM2-21 ac37822m(長岡高専)" userId="45dd5a03-675d-49d7-a16d-8a5974401386" providerId="ADAL" clId="{0A89F58A-4406-444B-99B4-2490481C0A91}" dt="2026-09-15T06:21:16.229" v="5806" actId="20577"/>
          <ac:spMkLst>
            <pc:docMk/>
            <pc:sldMk cId="683892195" sldId="263"/>
            <ac:spMk id="3" creationId="{9110F28A-CA9B-779F-0836-DA711CD3014F}"/>
          </ac:spMkLst>
        </pc:spChg>
        <pc:spChg chg="mod">
          <ac:chgData name="ACEM2-21 ac37822m(長岡高専)" userId="45dd5a03-675d-49d7-a16d-8a5974401386" providerId="ADAL" clId="{0A89F58A-4406-444B-99B4-2490481C0A91}" dt="2026-09-15T06:21:09.243" v="5795" actId="1076"/>
          <ac:spMkLst>
            <pc:docMk/>
            <pc:sldMk cId="683892195" sldId="263"/>
            <ac:spMk id="8" creationId="{51F0311F-0E5D-E4BF-939C-8210616917C6}"/>
          </ac:spMkLst>
        </pc:spChg>
        <pc:spChg chg="add mod">
          <ac:chgData name="ACEM2-21 ac37822m(長岡高専)" userId="45dd5a03-675d-49d7-a16d-8a5974401386" providerId="ADAL" clId="{0A89F58A-4406-444B-99B4-2490481C0A91}" dt="2026-09-15T06:19:24.685" v="5739"/>
          <ac:spMkLst>
            <pc:docMk/>
            <pc:sldMk cId="683892195" sldId="263"/>
            <ac:spMk id="14" creationId="{654CCEB2-02B5-75CE-F489-F7624CB886C0}"/>
          </ac:spMkLst>
        </pc:spChg>
        <pc:spChg chg="add mod">
          <ac:chgData name="ACEM2-21 ac37822m(長岡高専)" userId="45dd5a03-675d-49d7-a16d-8a5974401386" providerId="ADAL" clId="{0A89F58A-4406-444B-99B4-2490481C0A91}" dt="2026-09-15T06:19:24.685" v="5739"/>
          <ac:spMkLst>
            <pc:docMk/>
            <pc:sldMk cId="683892195" sldId="263"/>
            <ac:spMk id="15" creationId="{1C5462AE-D081-221E-BEC7-71F47668E980}"/>
          </ac:spMkLst>
        </pc:spChg>
        <pc:spChg chg="add mod">
          <ac:chgData name="ACEM2-21 ac37822m(長岡高専)" userId="45dd5a03-675d-49d7-a16d-8a5974401386" providerId="ADAL" clId="{0A89F58A-4406-444B-99B4-2490481C0A91}" dt="2026-09-15T06:19:24.685" v="5739"/>
          <ac:spMkLst>
            <pc:docMk/>
            <pc:sldMk cId="683892195" sldId="263"/>
            <ac:spMk id="16" creationId="{7A9318A7-88FB-F1D5-507E-37CD3B73546C}"/>
          </ac:spMkLst>
        </pc:spChg>
        <pc:spChg chg="add mod">
          <ac:chgData name="ACEM2-21 ac37822m(長岡高専)" userId="45dd5a03-675d-49d7-a16d-8a5974401386" providerId="ADAL" clId="{0A89F58A-4406-444B-99B4-2490481C0A91}" dt="2026-09-15T06:29:54.823" v="5907" actId="1076"/>
          <ac:spMkLst>
            <pc:docMk/>
            <pc:sldMk cId="683892195" sldId="263"/>
            <ac:spMk id="17" creationId="{B09F0192-B95E-3FAA-855E-9F21C371D09D}"/>
          </ac:spMkLst>
        </pc:spChg>
        <pc:spChg chg="add mod">
          <ac:chgData name="ACEM2-21 ac37822m(長岡高専)" userId="45dd5a03-675d-49d7-a16d-8a5974401386" providerId="ADAL" clId="{0A89F58A-4406-444B-99B4-2490481C0A91}" dt="2026-09-15T06:19:24.685" v="5739"/>
          <ac:spMkLst>
            <pc:docMk/>
            <pc:sldMk cId="683892195" sldId="263"/>
            <ac:spMk id="18" creationId="{F0FEF12C-B54E-0D41-735F-185C4B4C8477}"/>
          </ac:spMkLst>
        </pc:spChg>
        <pc:spChg chg="add mod">
          <ac:chgData name="ACEM2-21 ac37822m(長岡高専)" userId="45dd5a03-675d-49d7-a16d-8a5974401386" providerId="ADAL" clId="{0A89F58A-4406-444B-99B4-2490481C0A91}" dt="2026-09-15T06:19:24.685" v="5739"/>
          <ac:spMkLst>
            <pc:docMk/>
            <pc:sldMk cId="683892195" sldId="263"/>
            <ac:spMk id="19" creationId="{7E46E797-0105-7832-8613-688DB10769EC}"/>
          </ac:spMkLst>
        </pc:spChg>
        <pc:spChg chg="add mod">
          <ac:chgData name="ACEM2-21 ac37822m(長岡高専)" userId="45dd5a03-675d-49d7-a16d-8a5974401386" providerId="ADAL" clId="{0A89F58A-4406-444B-99B4-2490481C0A91}" dt="2026-09-15T06:19:24.685" v="5739"/>
          <ac:spMkLst>
            <pc:docMk/>
            <pc:sldMk cId="683892195" sldId="263"/>
            <ac:spMk id="20" creationId="{EC0A51B9-E5CA-B91F-131E-B5536156911A}"/>
          </ac:spMkLst>
        </pc:spChg>
        <pc:spChg chg="add mod">
          <ac:chgData name="ACEM2-21 ac37822m(長岡高専)" userId="45dd5a03-675d-49d7-a16d-8a5974401386" providerId="ADAL" clId="{0A89F58A-4406-444B-99B4-2490481C0A91}" dt="2026-09-15T06:19:24.685" v="5739"/>
          <ac:spMkLst>
            <pc:docMk/>
            <pc:sldMk cId="683892195" sldId="263"/>
            <ac:spMk id="21" creationId="{36B296F6-F217-81E9-C9E7-8848DA904CFB}"/>
          </ac:spMkLst>
        </pc:spChg>
        <pc:spChg chg="add mod">
          <ac:chgData name="ACEM2-21 ac37822m(長岡高専)" userId="45dd5a03-675d-49d7-a16d-8a5974401386" providerId="ADAL" clId="{0A89F58A-4406-444B-99B4-2490481C0A91}" dt="2026-09-15T06:19:24.685" v="5739"/>
          <ac:spMkLst>
            <pc:docMk/>
            <pc:sldMk cId="683892195" sldId="263"/>
            <ac:spMk id="22" creationId="{469684A9-0AFC-7753-1F4D-4AE6B76F6073}"/>
          </ac:spMkLst>
        </pc:spChg>
        <pc:spChg chg="add mod">
          <ac:chgData name="ACEM2-21 ac37822m(長岡高専)" userId="45dd5a03-675d-49d7-a16d-8a5974401386" providerId="ADAL" clId="{0A89F58A-4406-444B-99B4-2490481C0A91}" dt="2026-09-15T06:19:24.685" v="5739"/>
          <ac:spMkLst>
            <pc:docMk/>
            <pc:sldMk cId="683892195" sldId="263"/>
            <ac:spMk id="23" creationId="{440D2110-A7C7-E2E5-EBE9-DD5A3845A6B7}"/>
          </ac:spMkLst>
        </pc:spChg>
        <pc:spChg chg="add mod">
          <ac:chgData name="ACEM2-21 ac37822m(長岡高専)" userId="45dd5a03-675d-49d7-a16d-8a5974401386" providerId="ADAL" clId="{0A89F58A-4406-444B-99B4-2490481C0A91}" dt="2026-09-15T06:24:10.670" v="5832" actId="164"/>
          <ac:spMkLst>
            <pc:docMk/>
            <pc:sldMk cId="683892195" sldId="263"/>
            <ac:spMk id="28" creationId="{6DB43B07-3FA9-E8EC-D8BA-478ABF4459BD}"/>
          </ac:spMkLst>
        </pc:spChg>
        <pc:spChg chg="add mod">
          <ac:chgData name="ACEM2-21 ac37822m(長岡高専)" userId="45dd5a03-675d-49d7-a16d-8a5974401386" providerId="ADAL" clId="{0A89F58A-4406-444B-99B4-2490481C0A91}" dt="2026-09-15T06:20:54.219" v="5790" actId="1076"/>
          <ac:spMkLst>
            <pc:docMk/>
            <pc:sldMk cId="683892195" sldId="263"/>
            <ac:spMk id="29" creationId="{57770505-27EF-5425-510F-A5E0854D747B}"/>
          </ac:spMkLst>
        </pc:spChg>
        <pc:spChg chg="add mod">
          <ac:chgData name="ACEM2-21 ac37822m(長岡高専)" userId="45dd5a03-675d-49d7-a16d-8a5974401386" providerId="ADAL" clId="{0A89F58A-4406-444B-99B4-2490481C0A91}" dt="2026-09-15T06:24:10.670" v="5832" actId="164"/>
          <ac:spMkLst>
            <pc:docMk/>
            <pc:sldMk cId="683892195" sldId="263"/>
            <ac:spMk id="30" creationId="{929D94F6-1E8D-A897-6A1F-F68ECB2C5840}"/>
          </ac:spMkLst>
        </pc:spChg>
        <pc:spChg chg="add mod">
          <ac:chgData name="ACEM2-21 ac37822m(長岡高専)" userId="45dd5a03-675d-49d7-a16d-8a5974401386" providerId="ADAL" clId="{0A89F58A-4406-444B-99B4-2490481C0A91}" dt="2026-09-15T06:24:10.670" v="5832" actId="164"/>
          <ac:spMkLst>
            <pc:docMk/>
            <pc:sldMk cId="683892195" sldId="263"/>
            <ac:spMk id="31" creationId="{862BDE7E-9EA5-BC4C-4ABB-B428916DE492}"/>
          </ac:spMkLst>
        </pc:spChg>
        <pc:spChg chg="add mod">
          <ac:chgData name="ACEM2-21 ac37822m(長岡高専)" userId="45dd5a03-675d-49d7-a16d-8a5974401386" providerId="ADAL" clId="{0A89F58A-4406-444B-99B4-2490481C0A91}" dt="2026-09-15T06:24:10.670" v="5832" actId="164"/>
          <ac:spMkLst>
            <pc:docMk/>
            <pc:sldMk cId="683892195" sldId="263"/>
            <ac:spMk id="32" creationId="{A56DFA44-4F26-75EB-8CEE-D1848D68F8DF}"/>
          </ac:spMkLst>
        </pc:spChg>
        <pc:spChg chg="add mod">
          <ac:chgData name="ACEM2-21 ac37822m(長岡高専)" userId="45dd5a03-675d-49d7-a16d-8a5974401386" providerId="ADAL" clId="{0A89F58A-4406-444B-99B4-2490481C0A91}" dt="2026-09-15T06:24:10.670" v="5832" actId="164"/>
          <ac:spMkLst>
            <pc:docMk/>
            <pc:sldMk cId="683892195" sldId="263"/>
            <ac:spMk id="33" creationId="{A425FBE8-D5A3-2B85-7F62-5E3B90A27385}"/>
          </ac:spMkLst>
        </pc:spChg>
        <pc:spChg chg="add mod">
          <ac:chgData name="ACEM2-21 ac37822m(長岡高専)" userId="45dd5a03-675d-49d7-a16d-8a5974401386" providerId="ADAL" clId="{0A89F58A-4406-444B-99B4-2490481C0A91}" dt="2026-09-15T06:24:10.670" v="5832" actId="164"/>
          <ac:spMkLst>
            <pc:docMk/>
            <pc:sldMk cId="683892195" sldId="263"/>
            <ac:spMk id="34" creationId="{FE835C75-B5C8-AEAD-8D3D-CF3689FA0152}"/>
          </ac:spMkLst>
        </pc:spChg>
        <pc:spChg chg="add mod">
          <ac:chgData name="ACEM2-21 ac37822m(長岡高専)" userId="45dd5a03-675d-49d7-a16d-8a5974401386" providerId="ADAL" clId="{0A89F58A-4406-444B-99B4-2490481C0A91}" dt="2026-09-15T06:23:43.604" v="5823" actId="1076"/>
          <ac:spMkLst>
            <pc:docMk/>
            <pc:sldMk cId="683892195" sldId="263"/>
            <ac:spMk id="35" creationId="{4B96A5BF-6E35-B8E4-444F-D84D58E506F7}"/>
          </ac:spMkLst>
        </pc:spChg>
        <pc:spChg chg="add mod">
          <ac:chgData name="ACEM2-21 ac37822m(長岡高専)" userId="45dd5a03-675d-49d7-a16d-8a5974401386" providerId="ADAL" clId="{0A89F58A-4406-444B-99B4-2490481C0A91}" dt="2026-09-15T06:24:10.670" v="5832" actId="164"/>
          <ac:spMkLst>
            <pc:docMk/>
            <pc:sldMk cId="683892195" sldId="263"/>
            <ac:spMk id="37" creationId="{6126F7EC-6D18-E79F-3C4E-F0A7351AD87B}"/>
          </ac:spMkLst>
        </pc:spChg>
        <pc:spChg chg="add mod">
          <ac:chgData name="ACEM2-21 ac37822m(長岡高専)" userId="45dd5a03-675d-49d7-a16d-8a5974401386" providerId="ADAL" clId="{0A89F58A-4406-444B-99B4-2490481C0A91}" dt="2026-09-15T06:24:10.670" v="5832" actId="164"/>
          <ac:spMkLst>
            <pc:docMk/>
            <pc:sldMk cId="683892195" sldId="263"/>
            <ac:spMk id="38" creationId="{0741A705-58AE-2DA7-1331-4B84A6121299}"/>
          </ac:spMkLst>
        </pc:spChg>
        <pc:spChg chg="mod">
          <ac:chgData name="ACEM2-21 ac37822m(長岡高専)" userId="45dd5a03-675d-49d7-a16d-8a5974401386" providerId="ADAL" clId="{0A89F58A-4406-444B-99B4-2490481C0A91}" dt="2026-09-15T06:24:10.670" v="5832" actId="164"/>
          <ac:spMkLst>
            <pc:docMk/>
            <pc:sldMk cId="683892195" sldId="263"/>
            <ac:spMk id="39" creationId="{BEF0F3A9-BEBF-44A6-DBC4-5BCC1F46DEE1}"/>
          </ac:spMkLst>
        </pc:spChg>
        <pc:spChg chg="add mod">
          <ac:chgData name="ACEM2-21 ac37822m(長岡高専)" userId="45dd5a03-675d-49d7-a16d-8a5974401386" providerId="ADAL" clId="{0A89F58A-4406-444B-99B4-2490481C0A91}" dt="2026-09-15T06:24:10.670" v="5832" actId="164"/>
          <ac:spMkLst>
            <pc:docMk/>
            <pc:sldMk cId="683892195" sldId="263"/>
            <ac:spMk id="41" creationId="{6E4D761F-9D0B-CE76-9620-931DE5828FC3}"/>
          </ac:spMkLst>
        </pc:spChg>
        <pc:spChg chg="add mod">
          <ac:chgData name="ACEM2-21 ac37822m(長岡高専)" userId="45dd5a03-675d-49d7-a16d-8a5974401386" providerId="ADAL" clId="{0A89F58A-4406-444B-99B4-2490481C0A91}" dt="2026-09-15T06:23:51.256" v="5828" actId="20577"/>
          <ac:spMkLst>
            <pc:docMk/>
            <pc:sldMk cId="683892195" sldId="263"/>
            <ac:spMk id="48" creationId="{488270A1-A534-7851-EED3-5C2A4CDFDAB6}"/>
          </ac:spMkLst>
        </pc:spChg>
        <pc:spChg chg="mod">
          <ac:chgData name="ACEM2-21 ac37822m(長岡高専)" userId="45dd5a03-675d-49d7-a16d-8a5974401386" providerId="ADAL" clId="{0A89F58A-4406-444B-99B4-2490481C0A91}" dt="2026-09-15T06:27:44.517" v="5874"/>
          <ac:spMkLst>
            <pc:docMk/>
            <pc:sldMk cId="683892195" sldId="263"/>
            <ac:spMk id="59" creationId="{C355D754-F402-2738-CA5A-BCA11EF2BCA7}"/>
          </ac:spMkLst>
        </pc:spChg>
        <pc:spChg chg="mod">
          <ac:chgData name="ACEM2-21 ac37822m(長岡高専)" userId="45dd5a03-675d-49d7-a16d-8a5974401386" providerId="ADAL" clId="{0A89F58A-4406-444B-99B4-2490481C0A91}" dt="2026-09-15T06:27:44.517" v="5874"/>
          <ac:spMkLst>
            <pc:docMk/>
            <pc:sldMk cId="683892195" sldId="263"/>
            <ac:spMk id="61" creationId="{ABC8ABF7-62B1-9F4C-50E6-47C189767F22}"/>
          </ac:spMkLst>
        </pc:spChg>
        <pc:spChg chg="mod">
          <ac:chgData name="ACEM2-21 ac37822m(長岡高専)" userId="45dd5a03-675d-49d7-a16d-8a5974401386" providerId="ADAL" clId="{0A89F58A-4406-444B-99B4-2490481C0A91}" dt="2026-09-15T06:27:44.517" v="5874"/>
          <ac:spMkLst>
            <pc:docMk/>
            <pc:sldMk cId="683892195" sldId="263"/>
            <ac:spMk id="62" creationId="{D2912E77-180A-43BC-A29D-619E53034C62}"/>
          </ac:spMkLst>
        </pc:spChg>
        <pc:spChg chg="mod">
          <ac:chgData name="ACEM2-21 ac37822m(長岡高専)" userId="45dd5a03-675d-49d7-a16d-8a5974401386" providerId="ADAL" clId="{0A89F58A-4406-444B-99B4-2490481C0A91}" dt="2026-09-15T06:27:44.517" v="5874"/>
          <ac:spMkLst>
            <pc:docMk/>
            <pc:sldMk cId="683892195" sldId="263"/>
            <ac:spMk id="64" creationId="{967AD2A7-62D0-DBEB-54EF-7A6EA2AAB501}"/>
          </ac:spMkLst>
        </pc:spChg>
        <pc:spChg chg="mod">
          <ac:chgData name="ACEM2-21 ac37822m(長岡高専)" userId="45dd5a03-675d-49d7-a16d-8a5974401386" providerId="ADAL" clId="{0A89F58A-4406-444B-99B4-2490481C0A91}" dt="2026-09-15T06:27:44.517" v="5874"/>
          <ac:spMkLst>
            <pc:docMk/>
            <pc:sldMk cId="683892195" sldId="263"/>
            <ac:spMk id="65" creationId="{180DE4EA-2D5B-E7A1-5C1A-F3E919BA21D1}"/>
          </ac:spMkLst>
        </pc:spChg>
        <pc:spChg chg="mod">
          <ac:chgData name="ACEM2-21 ac37822m(長岡高専)" userId="45dd5a03-675d-49d7-a16d-8a5974401386" providerId="ADAL" clId="{0A89F58A-4406-444B-99B4-2490481C0A91}" dt="2026-09-15T06:27:44.517" v="5874"/>
          <ac:spMkLst>
            <pc:docMk/>
            <pc:sldMk cId="683892195" sldId="263"/>
            <ac:spMk id="66" creationId="{139440A5-C068-B372-8827-8F6C68F4F5E6}"/>
          </ac:spMkLst>
        </pc:spChg>
        <pc:spChg chg="mod">
          <ac:chgData name="ACEM2-21 ac37822m(長岡高専)" userId="45dd5a03-675d-49d7-a16d-8a5974401386" providerId="ADAL" clId="{0A89F58A-4406-444B-99B4-2490481C0A91}" dt="2026-09-15T06:27:44.517" v="5874"/>
          <ac:spMkLst>
            <pc:docMk/>
            <pc:sldMk cId="683892195" sldId="263"/>
            <ac:spMk id="69" creationId="{BF1BFB7B-0069-1FC6-33BC-D07F7A22257B}"/>
          </ac:spMkLst>
        </pc:spChg>
        <pc:spChg chg="mod">
          <ac:chgData name="ACEM2-21 ac37822m(長岡高専)" userId="45dd5a03-675d-49d7-a16d-8a5974401386" providerId="ADAL" clId="{0A89F58A-4406-444B-99B4-2490481C0A91}" dt="2026-09-15T06:27:44.517" v="5874"/>
          <ac:spMkLst>
            <pc:docMk/>
            <pc:sldMk cId="683892195" sldId="263"/>
            <ac:spMk id="70" creationId="{983BA9BD-DCD8-67C1-0164-FF83915D32C0}"/>
          </ac:spMkLst>
        </pc:spChg>
        <pc:spChg chg="mod">
          <ac:chgData name="ACEM2-21 ac37822m(長岡高専)" userId="45dd5a03-675d-49d7-a16d-8a5974401386" providerId="ADAL" clId="{0A89F58A-4406-444B-99B4-2490481C0A91}" dt="2026-09-15T06:27:44.517" v="5874"/>
          <ac:spMkLst>
            <pc:docMk/>
            <pc:sldMk cId="683892195" sldId="263"/>
            <ac:spMk id="71" creationId="{B34A1858-0D9D-1774-C609-FB611156B6B1}"/>
          </ac:spMkLst>
        </pc:spChg>
        <pc:spChg chg="mod">
          <ac:chgData name="ACEM2-21 ac37822m(長岡高専)" userId="45dd5a03-675d-49d7-a16d-8a5974401386" providerId="ADAL" clId="{0A89F58A-4406-444B-99B4-2490481C0A91}" dt="2026-09-15T06:27:44.517" v="5874"/>
          <ac:spMkLst>
            <pc:docMk/>
            <pc:sldMk cId="683892195" sldId="263"/>
            <ac:spMk id="75" creationId="{DA186986-D09B-50C8-37BE-6E5FDB09021C}"/>
          </ac:spMkLst>
        </pc:spChg>
        <pc:spChg chg="mod">
          <ac:chgData name="ACEM2-21 ac37822m(長岡高専)" userId="45dd5a03-675d-49d7-a16d-8a5974401386" providerId="ADAL" clId="{0A89F58A-4406-444B-99B4-2490481C0A91}" dt="2026-09-15T06:55:52.356" v="6810"/>
          <ac:spMkLst>
            <pc:docMk/>
            <pc:sldMk cId="683892195" sldId="263"/>
            <ac:spMk id="90" creationId="{2D280799-CF55-6654-9214-B342D23170DF}"/>
          </ac:spMkLst>
        </pc:spChg>
        <pc:spChg chg="mod">
          <ac:chgData name="ACEM2-21 ac37822m(長岡高専)" userId="45dd5a03-675d-49d7-a16d-8a5974401386" providerId="ADAL" clId="{0A89F58A-4406-444B-99B4-2490481C0A91}" dt="2026-09-15T06:55:52.356" v="6810"/>
          <ac:spMkLst>
            <pc:docMk/>
            <pc:sldMk cId="683892195" sldId="263"/>
            <ac:spMk id="94" creationId="{E36BF32B-1B92-FDA7-564A-E6FE781B06EE}"/>
          </ac:spMkLst>
        </pc:spChg>
        <pc:spChg chg="mod">
          <ac:chgData name="ACEM2-21 ac37822m(長岡高専)" userId="45dd5a03-675d-49d7-a16d-8a5974401386" providerId="ADAL" clId="{0A89F58A-4406-444B-99B4-2490481C0A91}" dt="2026-09-15T06:55:52.356" v="6810"/>
          <ac:spMkLst>
            <pc:docMk/>
            <pc:sldMk cId="683892195" sldId="263"/>
            <ac:spMk id="96" creationId="{65E9E3DC-C437-077C-9E5C-FFF551505FCC}"/>
          </ac:spMkLst>
        </pc:spChg>
        <pc:spChg chg="mod">
          <ac:chgData name="ACEM2-21 ac37822m(長岡高専)" userId="45dd5a03-675d-49d7-a16d-8a5974401386" providerId="ADAL" clId="{0A89F58A-4406-444B-99B4-2490481C0A91}" dt="2026-09-15T06:55:52.356" v="6810"/>
          <ac:spMkLst>
            <pc:docMk/>
            <pc:sldMk cId="683892195" sldId="263"/>
            <ac:spMk id="97" creationId="{5496F5B6-E428-BFD4-0FA6-BB7939845D44}"/>
          </ac:spMkLst>
        </pc:spChg>
        <pc:spChg chg="mod">
          <ac:chgData name="ACEM2-21 ac37822m(長岡高専)" userId="45dd5a03-675d-49d7-a16d-8a5974401386" providerId="ADAL" clId="{0A89F58A-4406-444B-99B4-2490481C0A91}" dt="2026-09-15T06:55:52.356" v="6810"/>
          <ac:spMkLst>
            <pc:docMk/>
            <pc:sldMk cId="683892195" sldId="263"/>
            <ac:spMk id="99" creationId="{7E7860EC-B501-43F0-F7EA-9BD36CB71786}"/>
          </ac:spMkLst>
        </pc:spChg>
        <pc:spChg chg="mod">
          <ac:chgData name="ACEM2-21 ac37822m(長岡高専)" userId="45dd5a03-675d-49d7-a16d-8a5974401386" providerId="ADAL" clId="{0A89F58A-4406-444B-99B4-2490481C0A91}" dt="2026-09-15T06:55:52.356" v="6810"/>
          <ac:spMkLst>
            <pc:docMk/>
            <pc:sldMk cId="683892195" sldId="263"/>
            <ac:spMk id="100" creationId="{F150B320-A27E-8342-3766-E3ACEC80C8E7}"/>
          </ac:spMkLst>
        </pc:spChg>
        <pc:spChg chg="mod">
          <ac:chgData name="ACEM2-21 ac37822m(長岡高専)" userId="45dd5a03-675d-49d7-a16d-8a5974401386" providerId="ADAL" clId="{0A89F58A-4406-444B-99B4-2490481C0A91}" dt="2026-09-15T06:55:52.356" v="6810"/>
          <ac:spMkLst>
            <pc:docMk/>
            <pc:sldMk cId="683892195" sldId="263"/>
            <ac:spMk id="101" creationId="{4FEE67A8-FDEA-B18D-07A8-3AAE6A0B43C2}"/>
          </ac:spMkLst>
        </pc:spChg>
        <pc:spChg chg="mod">
          <ac:chgData name="ACEM2-21 ac37822m(長岡高専)" userId="45dd5a03-675d-49d7-a16d-8a5974401386" providerId="ADAL" clId="{0A89F58A-4406-444B-99B4-2490481C0A91}" dt="2026-09-15T06:55:52.356" v="6810"/>
          <ac:spMkLst>
            <pc:docMk/>
            <pc:sldMk cId="683892195" sldId="263"/>
            <ac:spMk id="102" creationId="{97CE50B9-4B40-BD9D-CA82-4180146671C6}"/>
          </ac:spMkLst>
        </pc:spChg>
        <pc:spChg chg="mod">
          <ac:chgData name="ACEM2-21 ac37822m(長岡高専)" userId="45dd5a03-675d-49d7-a16d-8a5974401386" providerId="ADAL" clId="{0A89F58A-4406-444B-99B4-2490481C0A91}" dt="2026-09-15T06:55:52.356" v="6810"/>
          <ac:spMkLst>
            <pc:docMk/>
            <pc:sldMk cId="683892195" sldId="263"/>
            <ac:spMk id="103" creationId="{C609A4EE-DE70-CF03-2DC8-2F91804A616C}"/>
          </ac:spMkLst>
        </pc:spChg>
        <pc:spChg chg="mod">
          <ac:chgData name="ACEM2-21 ac37822m(長岡高専)" userId="45dd5a03-675d-49d7-a16d-8a5974401386" providerId="ADAL" clId="{0A89F58A-4406-444B-99B4-2490481C0A91}" dt="2026-09-15T06:55:52.356" v="6810"/>
          <ac:spMkLst>
            <pc:docMk/>
            <pc:sldMk cId="683892195" sldId="263"/>
            <ac:spMk id="110" creationId="{6A0EEE7B-B2CC-2B7A-8F8F-3E5A36E5F0F3}"/>
          </ac:spMkLst>
        </pc:spChg>
        <pc:spChg chg="mod">
          <ac:chgData name="ACEM2-21 ac37822m(長岡高専)" userId="45dd5a03-675d-49d7-a16d-8a5974401386" providerId="ADAL" clId="{0A89F58A-4406-444B-99B4-2490481C0A91}" dt="2026-09-15T06:58:22.467" v="6865"/>
          <ac:spMkLst>
            <pc:docMk/>
            <pc:sldMk cId="683892195" sldId="263"/>
            <ac:spMk id="118" creationId="{EC0A610A-E635-BED4-D154-875947BE086E}"/>
          </ac:spMkLst>
        </pc:spChg>
        <pc:spChg chg="mod">
          <ac:chgData name="ACEM2-21 ac37822m(長岡高専)" userId="45dd5a03-675d-49d7-a16d-8a5974401386" providerId="ADAL" clId="{0A89F58A-4406-444B-99B4-2490481C0A91}" dt="2026-09-15T06:58:22.467" v="6865"/>
          <ac:spMkLst>
            <pc:docMk/>
            <pc:sldMk cId="683892195" sldId="263"/>
            <ac:spMk id="119" creationId="{D088C09A-EE65-CACA-CCFA-D0A5E7F9CD6E}"/>
          </ac:spMkLst>
        </pc:spChg>
        <pc:spChg chg="mod">
          <ac:chgData name="ACEM2-21 ac37822m(長岡高専)" userId="45dd5a03-675d-49d7-a16d-8a5974401386" providerId="ADAL" clId="{0A89F58A-4406-444B-99B4-2490481C0A91}" dt="2026-09-15T06:58:22.467" v="6865"/>
          <ac:spMkLst>
            <pc:docMk/>
            <pc:sldMk cId="683892195" sldId="263"/>
            <ac:spMk id="120" creationId="{3E8D3945-2CD7-CFBA-387D-6530EF428184}"/>
          </ac:spMkLst>
        </pc:spChg>
        <pc:spChg chg="mod">
          <ac:chgData name="ACEM2-21 ac37822m(長岡高専)" userId="45dd5a03-675d-49d7-a16d-8a5974401386" providerId="ADAL" clId="{0A89F58A-4406-444B-99B4-2490481C0A91}" dt="2026-09-15T09:55:28.861" v="8755" actId="313"/>
          <ac:spMkLst>
            <pc:docMk/>
            <pc:sldMk cId="683892195" sldId="263"/>
            <ac:spMk id="121" creationId="{5478FAB6-9582-9DB1-EEC8-B581273FEC7C}"/>
          </ac:spMkLst>
        </pc:spChg>
        <pc:spChg chg="mod">
          <ac:chgData name="ACEM2-21 ac37822m(長岡高専)" userId="45dd5a03-675d-49d7-a16d-8a5974401386" providerId="ADAL" clId="{0A89F58A-4406-444B-99B4-2490481C0A91}" dt="2026-09-15T06:58:22.467" v="6865"/>
          <ac:spMkLst>
            <pc:docMk/>
            <pc:sldMk cId="683892195" sldId="263"/>
            <ac:spMk id="123" creationId="{BE27C866-E1DE-F292-F4B6-A780F2B059D8}"/>
          </ac:spMkLst>
        </pc:spChg>
        <pc:spChg chg="mod">
          <ac:chgData name="ACEM2-21 ac37822m(長岡高専)" userId="45dd5a03-675d-49d7-a16d-8a5974401386" providerId="ADAL" clId="{0A89F58A-4406-444B-99B4-2490481C0A91}" dt="2026-09-15T06:58:22.467" v="6865"/>
          <ac:spMkLst>
            <pc:docMk/>
            <pc:sldMk cId="683892195" sldId="263"/>
            <ac:spMk id="125" creationId="{C741C1F7-CEFF-C1E6-63E1-0EBEFC7AA3AF}"/>
          </ac:spMkLst>
        </pc:spChg>
        <pc:spChg chg="mod">
          <ac:chgData name="ACEM2-21 ac37822m(長岡高専)" userId="45dd5a03-675d-49d7-a16d-8a5974401386" providerId="ADAL" clId="{0A89F58A-4406-444B-99B4-2490481C0A91}" dt="2026-09-15T09:55:33.451" v="8758" actId="14100"/>
          <ac:spMkLst>
            <pc:docMk/>
            <pc:sldMk cId="683892195" sldId="263"/>
            <ac:spMk id="126" creationId="{620621EB-7FD8-E405-5FD8-C4CC6A30E69C}"/>
          </ac:spMkLst>
        </pc:spChg>
        <pc:spChg chg="mod">
          <ac:chgData name="ACEM2-21 ac37822m(長岡高専)" userId="45dd5a03-675d-49d7-a16d-8a5974401386" providerId="ADAL" clId="{0A89F58A-4406-444B-99B4-2490481C0A91}" dt="2026-09-15T06:58:22.467" v="6865"/>
          <ac:spMkLst>
            <pc:docMk/>
            <pc:sldMk cId="683892195" sldId="263"/>
            <ac:spMk id="128" creationId="{9B34A586-C0C3-00B4-DC86-1F33DD922379}"/>
          </ac:spMkLst>
        </pc:spChg>
        <pc:spChg chg="mod">
          <ac:chgData name="ACEM2-21 ac37822m(長岡高専)" userId="45dd5a03-675d-49d7-a16d-8a5974401386" providerId="ADAL" clId="{0A89F58A-4406-444B-99B4-2490481C0A91}" dt="2026-09-15T06:58:22.467" v="6865"/>
          <ac:spMkLst>
            <pc:docMk/>
            <pc:sldMk cId="683892195" sldId="263"/>
            <ac:spMk id="129" creationId="{987D0183-8245-C396-ECF0-B622BC06913B}"/>
          </ac:spMkLst>
        </pc:spChg>
        <pc:spChg chg="mod">
          <ac:chgData name="ACEM2-21 ac37822m(長岡高専)" userId="45dd5a03-675d-49d7-a16d-8a5974401386" providerId="ADAL" clId="{0A89F58A-4406-444B-99B4-2490481C0A91}" dt="2026-09-15T06:58:22.467" v="6865"/>
          <ac:spMkLst>
            <pc:docMk/>
            <pc:sldMk cId="683892195" sldId="263"/>
            <ac:spMk id="132" creationId="{865FB0EC-B586-976A-F483-B6DE6C8BA13A}"/>
          </ac:spMkLst>
        </pc:spChg>
        <pc:spChg chg="mod">
          <ac:chgData name="ACEM2-21 ac37822m(長岡高専)" userId="45dd5a03-675d-49d7-a16d-8a5974401386" providerId="ADAL" clId="{0A89F58A-4406-444B-99B4-2490481C0A91}" dt="2026-09-15T06:58:22.467" v="6865"/>
          <ac:spMkLst>
            <pc:docMk/>
            <pc:sldMk cId="683892195" sldId="263"/>
            <ac:spMk id="133" creationId="{F213F49D-2C84-3428-C387-865E36248253}"/>
          </ac:spMkLst>
        </pc:spChg>
        <pc:spChg chg="mod">
          <ac:chgData name="ACEM2-21 ac37822m(長岡高専)" userId="45dd5a03-675d-49d7-a16d-8a5974401386" providerId="ADAL" clId="{0A89F58A-4406-444B-99B4-2490481C0A91}" dt="2026-09-15T06:58:39.047" v="6872"/>
          <ac:spMkLst>
            <pc:docMk/>
            <pc:sldMk cId="683892195" sldId="263"/>
            <ac:spMk id="143" creationId="{4F11308D-9EB6-A9AC-3258-9C2CAC4C0FF0}"/>
          </ac:spMkLst>
        </pc:spChg>
        <pc:spChg chg="mod">
          <ac:chgData name="ACEM2-21 ac37822m(長岡高専)" userId="45dd5a03-675d-49d7-a16d-8a5974401386" providerId="ADAL" clId="{0A89F58A-4406-444B-99B4-2490481C0A91}" dt="2026-09-15T06:58:39.047" v="6872"/>
          <ac:spMkLst>
            <pc:docMk/>
            <pc:sldMk cId="683892195" sldId="263"/>
            <ac:spMk id="144" creationId="{0842CEFC-F7F3-583F-ECAF-74C2674445CD}"/>
          </ac:spMkLst>
        </pc:spChg>
        <pc:spChg chg="mod">
          <ac:chgData name="ACEM2-21 ac37822m(長岡高専)" userId="45dd5a03-675d-49d7-a16d-8a5974401386" providerId="ADAL" clId="{0A89F58A-4406-444B-99B4-2490481C0A91}" dt="2026-09-15T06:58:39.047" v="6872"/>
          <ac:spMkLst>
            <pc:docMk/>
            <pc:sldMk cId="683892195" sldId="263"/>
            <ac:spMk id="146" creationId="{E233FB08-BD19-CF06-AEC9-E64785C2AC4E}"/>
          </ac:spMkLst>
        </pc:spChg>
        <pc:spChg chg="mod">
          <ac:chgData name="ACEM2-21 ac37822m(長岡高専)" userId="45dd5a03-675d-49d7-a16d-8a5974401386" providerId="ADAL" clId="{0A89F58A-4406-444B-99B4-2490481C0A91}" dt="2026-09-15T06:58:39.047" v="6872"/>
          <ac:spMkLst>
            <pc:docMk/>
            <pc:sldMk cId="683892195" sldId="263"/>
            <ac:spMk id="147" creationId="{E77F491E-285A-C9C4-88FB-95B7667059F6}"/>
          </ac:spMkLst>
        </pc:spChg>
        <pc:spChg chg="mod">
          <ac:chgData name="ACEM2-21 ac37822m(長岡高専)" userId="45dd5a03-675d-49d7-a16d-8a5974401386" providerId="ADAL" clId="{0A89F58A-4406-444B-99B4-2490481C0A91}" dt="2026-09-15T06:58:39.047" v="6872"/>
          <ac:spMkLst>
            <pc:docMk/>
            <pc:sldMk cId="683892195" sldId="263"/>
            <ac:spMk id="148" creationId="{5870DE19-3D1E-C10F-CD81-572B4098F0A9}"/>
          </ac:spMkLst>
        </pc:spChg>
        <pc:spChg chg="mod">
          <ac:chgData name="ACEM2-21 ac37822m(長岡高専)" userId="45dd5a03-675d-49d7-a16d-8a5974401386" providerId="ADAL" clId="{0A89F58A-4406-444B-99B4-2490481C0A91}" dt="2026-09-15T06:58:39.047" v="6872"/>
          <ac:spMkLst>
            <pc:docMk/>
            <pc:sldMk cId="683892195" sldId="263"/>
            <ac:spMk id="150" creationId="{DCE12613-A209-30E6-90EE-47BB5759381C}"/>
          </ac:spMkLst>
        </pc:spChg>
        <pc:spChg chg="mod">
          <ac:chgData name="ACEM2-21 ac37822m(長岡高専)" userId="45dd5a03-675d-49d7-a16d-8a5974401386" providerId="ADAL" clId="{0A89F58A-4406-444B-99B4-2490481C0A91}" dt="2026-09-15T06:58:39.047" v="6872"/>
          <ac:spMkLst>
            <pc:docMk/>
            <pc:sldMk cId="683892195" sldId="263"/>
            <ac:spMk id="151" creationId="{F93ECDC3-EBD4-B375-56FA-800EB6FB676F}"/>
          </ac:spMkLst>
        </pc:spChg>
        <pc:spChg chg="mod">
          <ac:chgData name="ACEM2-21 ac37822m(長岡高専)" userId="45dd5a03-675d-49d7-a16d-8a5974401386" providerId="ADAL" clId="{0A89F58A-4406-444B-99B4-2490481C0A91}" dt="2026-09-15T06:58:39.047" v="6872"/>
          <ac:spMkLst>
            <pc:docMk/>
            <pc:sldMk cId="683892195" sldId="263"/>
            <ac:spMk id="152" creationId="{F12A6CAE-9971-9CA9-D922-E0A17591E56D}"/>
          </ac:spMkLst>
        </pc:spChg>
        <pc:spChg chg="mod">
          <ac:chgData name="ACEM2-21 ac37822m(長岡高専)" userId="45dd5a03-675d-49d7-a16d-8a5974401386" providerId="ADAL" clId="{0A89F58A-4406-444B-99B4-2490481C0A91}" dt="2026-09-15T06:58:39.047" v="6872"/>
          <ac:spMkLst>
            <pc:docMk/>
            <pc:sldMk cId="683892195" sldId="263"/>
            <ac:spMk id="154" creationId="{D4725AA2-9289-295C-2351-286DDAE46ABC}"/>
          </ac:spMkLst>
        </pc:spChg>
        <pc:spChg chg="mod">
          <ac:chgData name="ACEM2-21 ac37822m(長岡高専)" userId="45dd5a03-675d-49d7-a16d-8a5974401386" providerId="ADAL" clId="{0A89F58A-4406-444B-99B4-2490481C0A91}" dt="2026-09-15T06:58:39.047" v="6872"/>
          <ac:spMkLst>
            <pc:docMk/>
            <pc:sldMk cId="683892195" sldId="263"/>
            <ac:spMk id="161" creationId="{0A334B98-BDC7-EB11-8E6A-653648CD85E3}"/>
          </ac:spMkLst>
        </pc:spChg>
        <pc:spChg chg="add mod">
          <ac:chgData name="ACEM2-21 ac37822m(長岡高専)" userId="45dd5a03-675d-49d7-a16d-8a5974401386" providerId="ADAL" clId="{0A89F58A-4406-444B-99B4-2490481C0A91}" dt="2026-09-15T09:55:44.872" v="8773" actId="1076"/>
          <ac:spMkLst>
            <pc:docMk/>
            <pc:sldMk cId="683892195" sldId="263"/>
            <ac:spMk id="163" creationId="{A64E5AA0-0C74-1ADB-91E6-E5F2E0F3E0FC}"/>
          </ac:spMkLst>
        </pc:spChg>
        <pc:spChg chg="add mod">
          <ac:chgData name="ACEM2-21 ac37822m(長岡高専)" userId="45dd5a03-675d-49d7-a16d-8a5974401386" providerId="ADAL" clId="{0A89F58A-4406-444B-99B4-2490481C0A91}" dt="2026-09-15T09:55:51.536" v="8780" actId="20577"/>
          <ac:spMkLst>
            <pc:docMk/>
            <pc:sldMk cId="683892195" sldId="263"/>
            <ac:spMk id="165" creationId="{ADA478BF-EA67-C2E7-03F3-A1357322BB6F}"/>
          </ac:spMkLst>
        </pc:spChg>
        <pc:grpChg chg="del mod">
          <ac:chgData name="ACEM2-21 ac37822m(長岡高専)" userId="45dd5a03-675d-49d7-a16d-8a5974401386" providerId="ADAL" clId="{0A89F58A-4406-444B-99B4-2490481C0A91}" dt="2026-09-15T06:27:37.606" v="5873" actId="21"/>
          <ac:grpSpMkLst>
            <pc:docMk/>
            <pc:sldMk cId="683892195" sldId="263"/>
            <ac:grpSpMk id="49" creationId="{A01A760A-F3E7-18C5-B094-9456D67F8BDF}"/>
          </ac:grpSpMkLst>
        </pc:grpChg>
        <pc:grpChg chg="del mod">
          <ac:chgData name="ACEM2-21 ac37822m(長岡高専)" userId="45dd5a03-675d-49d7-a16d-8a5974401386" providerId="ADAL" clId="{0A89F58A-4406-444B-99B4-2490481C0A91}" dt="2026-09-15T06:58:34.320" v="6871" actId="21"/>
          <ac:grpSpMkLst>
            <pc:docMk/>
            <pc:sldMk cId="683892195" sldId="263"/>
            <ac:grpSpMk id="50" creationId="{A2D946A5-F8D9-CBD5-45C7-9747D1E14CB2}"/>
          </ac:grpSpMkLst>
        </pc:grpChg>
        <pc:grpChg chg="del mod">
          <ac:chgData name="ACEM2-21 ac37822m(長岡高専)" userId="45dd5a03-675d-49d7-a16d-8a5974401386" providerId="ADAL" clId="{0A89F58A-4406-444B-99B4-2490481C0A91}" dt="2026-09-15T06:58:25.724" v="6866" actId="21"/>
          <ac:grpSpMkLst>
            <pc:docMk/>
            <pc:sldMk cId="683892195" sldId="263"/>
            <ac:grpSpMk id="81" creationId="{84D62244-185A-8FC2-F57F-D3844602246A}"/>
          </ac:grpSpMkLst>
        </pc:grpChg>
        <pc:grpChg chg="mod">
          <ac:chgData name="ACEM2-21 ac37822m(長岡高専)" userId="45dd5a03-675d-49d7-a16d-8a5974401386" providerId="ADAL" clId="{0A89F58A-4406-444B-99B4-2490481C0A91}" dt="2026-09-15T06:58:32.107" v="6870" actId="14100"/>
          <ac:grpSpMkLst>
            <pc:docMk/>
            <pc:sldMk cId="683892195" sldId="263"/>
            <ac:grpSpMk id="111" creationId="{20E7FE1E-2E82-0C10-044E-7AFC391319BA}"/>
          </ac:grpSpMkLst>
        </pc:grpChg>
        <pc:grpChg chg="mod">
          <ac:chgData name="ACEM2-21 ac37822m(長岡高専)" userId="45dd5a03-675d-49d7-a16d-8a5974401386" providerId="ADAL" clId="{0A89F58A-4406-444B-99B4-2490481C0A91}" dt="2026-09-15T09:55:55.278" v="8781" actId="1076"/>
          <ac:grpSpMkLst>
            <pc:docMk/>
            <pc:sldMk cId="683892195" sldId="263"/>
            <ac:grpSpMk id="134" creationId="{9F6C4E96-27E9-A0E4-CDFF-AF5E59F19600}"/>
          </ac:grpSpMkLst>
        </pc:grpChg>
        <pc:graphicFrameChg chg="del mod modGraphic">
          <ac:chgData name="ACEM2-21 ac37822m(長岡高専)" userId="45dd5a03-675d-49d7-a16d-8a5974401386" providerId="ADAL" clId="{0A89F58A-4406-444B-99B4-2490481C0A91}" dt="2026-09-15T06:29:37.870" v="5903" actId="21"/>
          <ac:graphicFrameMkLst>
            <pc:docMk/>
            <pc:sldMk cId="683892195" sldId="263"/>
            <ac:graphicFrameMk id="4" creationId="{FB50E70B-F67E-4709-ABDA-01312C6BE3AB}"/>
          </ac:graphicFrameMkLst>
        </pc:graphicFrameChg>
        <pc:graphicFrameChg chg="add mod modGraphic">
          <ac:chgData name="ACEM2-21 ac37822m(長岡高専)" userId="45dd5a03-675d-49d7-a16d-8a5974401386" providerId="ADAL" clId="{0A89F58A-4406-444B-99B4-2490481C0A91}" dt="2026-09-15T09:21:42.591" v="8587" actId="2164"/>
          <ac:graphicFrameMkLst>
            <pc:docMk/>
            <pc:sldMk cId="683892195" sldId="263"/>
            <ac:graphicFrameMk id="80" creationId="{7B4AE82D-DF32-DDD0-EFA5-2A34BC73605C}"/>
          </ac:graphicFrameMkLst>
        </pc:graphicFrameChg>
        <pc:cxnChg chg="add mod">
          <ac:chgData name="ACEM2-21 ac37822m(長岡高専)" userId="45dd5a03-675d-49d7-a16d-8a5974401386" providerId="ADAL" clId="{0A89F58A-4406-444B-99B4-2490481C0A91}" dt="2026-09-15T06:19:24.685" v="5739"/>
          <ac:cxnSpMkLst>
            <pc:docMk/>
            <pc:sldMk cId="683892195" sldId="263"/>
            <ac:cxnSpMk id="5" creationId="{D9EFF336-811B-A552-91E5-2CE15A8DAA91}"/>
          </ac:cxnSpMkLst>
        </pc:cxnChg>
        <pc:cxnChg chg="add mod ord">
          <ac:chgData name="ACEM2-21 ac37822m(長岡高専)" userId="45dd5a03-675d-49d7-a16d-8a5974401386" providerId="ADAL" clId="{0A89F58A-4406-444B-99B4-2490481C0A91}" dt="2026-09-15T06:23:29.745" v="5818" actId="14100"/>
          <ac:cxnSpMkLst>
            <pc:docMk/>
            <pc:sldMk cId="683892195" sldId="263"/>
            <ac:cxnSpMk id="42" creationId="{92970C91-43CA-8515-77AA-DBC843B561AA}"/>
          </ac:cxnSpMkLst>
        </pc:cxnChg>
      </pc:sldChg>
      <pc:sldChg chg="addSp delSp modSp mod modNotesTx">
        <pc:chgData name="ACEM2-21 ac37822m(長岡高専)" userId="45dd5a03-675d-49d7-a16d-8a5974401386" providerId="ADAL" clId="{0A89F58A-4406-444B-99B4-2490481C0A91}" dt="2026-09-15T09:19:10.129" v="8585" actId="1076"/>
        <pc:sldMkLst>
          <pc:docMk/>
          <pc:sldMk cId="1578321219" sldId="266"/>
        </pc:sldMkLst>
        <pc:spChg chg="mod">
          <ac:chgData name="ACEM2-21 ac37822m(長岡高専)" userId="45dd5a03-675d-49d7-a16d-8a5974401386" providerId="ADAL" clId="{0A89F58A-4406-444B-99B4-2490481C0A91}" dt="2026-09-15T06:48:24.866" v="6457" actId="20577"/>
          <ac:spMkLst>
            <pc:docMk/>
            <pc:sldMk cId="1578321219" sldId="266"/>
            <ac:spMk id="3" creationId="{3802E31C-8F6B-DF03-DF2C-7DE164EEEE5A}"/>
          </ac:spMkLst>
        </pc:spChg>
        <pc:spChg chg="add del mod">
          <ac:chgData name="ACEM2-21 ac37822m(長岡高専)" userId="45dd5a03-675d-49d7-a16d-8a5974401386" providerId="ADAL" clId="{0A89F58A-4406-444B-99B4-2490481C0A91}" dt="2026-09-15T06:43:36.333" v="6249" actId="21"/>
          <ac:spMkLst>
            <pc:docMk/>
            <pc:sldMk cId="1578321219" sldId="266"/>
            <ac:spMk id="4" creationId="{4870C0A5-0EA8-7141-81C4-AA4E77C7CA5D}"/>
          </ac:spMkLst>
        </pc:spChg>
        <pc:spChg chg="add del mod">
          <ac:chgData name="ACEM2-21 ac37822m(長岡高専)" userId="45dd5a03-675d-49d7-a16d-8a5974401386" providerId="ADAL" clId="{0A89F58A-4406-444B-99B4-2490481C0A91}" dt="2026-09-15T09:13:49.737" v="8570" actId="21"/>
          <ac:spMkLst>
            <pc:docMk/>
            <pc:sldMk cId="1578321219" sldId="266"/>
            <ac:spMk id="5" creationId="{ED1D7D63-2CDA-161B-8DD7-D326A5EA6C78}"/>
          </ac:spMkLst>
        </pc:spChg>
        <pc:spChg chg="add del mod">
          <ac:chgData name="ACEM2-21 ac37822m(長岡高専)" userId="45dd5a03-675d-49d7-a16d-8a5974401386" providerId="ADAL" clId="{0A89F58A-4406-444B-99B4-2490481C0A91}" dt="2026-09-15T06:43:41.879" v="6251" actId="21"/>
          <ac:spMkLst>
            <pc:docMk/>
            <pc:sldMk cId="1578321219" sldId="266"/>
            <ac:spMk id="8" creationId="{8B02786F-AAAE-A915-59E7-18CB7904D9E8}"/>
          </ac:spMkLst>
        </pc:spChg>
        <pc:spChg chg="add del mod">
          <ac:chgData name="ACEM2-21 ac37822m(長岡高専)" userId="45dd5a03-675d-49d7-a16d-8a5974401386" providerId="ADAL" clId="{0A89F58A-4406-444B-99B4-2490481C0A91}" dt="2026-09-15T06:43:41.879" v="6251" actId="21"/>
          <ac:spMkLst>
            <pc:docMk/>
            <pc:sldMk cId="1578321219" sldId="266"/>
            <ac:spMk id="13" creationId="{FEA8E997-8BF4-17FC-59D8-C0ADC47E438B}"/>
          </ac:spMkLst>
        </pc:spChg>
        <pc:spChg chg="add del mod">
          <ac:chgData name="ACEM2-21 ac37822m(長岡高専)" userId="45dd5a03-675d-49d7-a16d-8a5974401386" providerId="ADAL" clId="{0A89F58A-4406-444B-99B4-2490481C0A91}" dt="2026-09-15T06:43:36.333" v="6249" actId="21"/>
          <ac:spMkLst>
            <pc:docMk/>
            <pc:sldMk cId="1578321219" sldId="266"/>
            <ac:spMk id="15" creationId="{2806DF2D-94EB-5842-85BB-872798764A1F}"/>
          </ac:spMkLst>
        </pc:spChg>
        <pc:picChg chg="add del mod modCrop">
          <ac:chgData name="ACEM2-21 ac37822m(長岡高専)" userId="45dd5a03-675d-49d7-a16d-8a5974401386" providerId="ADAL" clId="{0A89F58A-4406-444B-99B4-2490481C0A91}" dt="2026-09-15T09:13:49.737" v="8570" actId="21"/>
          <ac:picMkLst>
            <pc:docMk/>
            <pc:sldMk cId="1578321219" sldId="266"/>
            <ac:picMk id="9" creationId="{FF9669AF-A6ED-DFDF-7B3D-69046A6BEE13}"/>
          </ac:picMkLst>
        </pc:picChg>
        <pc:picChg chg="add mod">
          <ac:chgData name="ACEM2-21 ac37822m(長岡高専)" userId="45dd5a03-675d-49d7-a16d-8a5974401386" providerId="ADAL" clId="{0A89F58A-4406-444B-99B4-2490481C0A91}" dt="2026-09-15T09:19:10.129" v="8585" actId="1076"/>
          <ac:picMkLst>
            <pc:docMk/>
            <pc:sldMk cId="1578321219" sldId="266"/>
            <ac:picMk id="14" creationId="{5D3A17D9-9424-852B-A13C-0FB99AA3727A}"/>
          </ac:picMkLst>
        </pc:picChg>
        <pc:picChg chg="add mod">
          <ac:chgData name="ACEM2-21 ac37822m(長岡高専)" userId="45dd5a03-675d-49d7-a16d-8a5974401386" providerId="ADAL" clId="{0A89F58A-4406-444B-99B4-2490481C0A91}" dt="2026-09-15T09:19:10.129" v="8585" actId="1076"/>
          <ac:picMkLst>
            <pc:docMk/>
            <pc:sldMk cId="1578321219" sldId="266"/>
            <ac:picMk id="17" creationId="{2BE397B8-C420-D958-5942-FDD0EE15C491}"/>
          </ac:picMkLst>
        </pc:picChg>
      </pc:sldChg>
      <pc:sldChg chg="addSp delSp modSp mod ord modNotesTx">
        <pc:chgData name="ACEM2-21 ac37822m(長岡高専)" userId="45dd5a03-675d-49d7-a16d-8a5974401386" providerId="ADAL" clId="{0A89F58A-4406-444B-99B4-2490481C0A91}" dt="2026-09-15T09:45:49.585" v="8717" actId="20578"/>
        <pc:sldMkLst>
          <pc:docMk/>
          <pc:sldMk cId="3400072852" sldId="267"/>
        </pc:sldMkLst>
        <pc:spChg chg="mod">
          <ac:chgData name="ACEM2-21 ac37822m(長岡高専)" userId="45dd5a03-675d-49d7-a16d-8a5974401386" providerId="ADAL" clId="{0A89F58A-4406-444B-99B4-2490481C0A91}" dt="2026-09-15T07:52:26.567" v="7165" actId="1076"/>
          <ac:spMkLst>
            <pc:docMk/>
            <pc:sldMk cId="3400072852" sldId="267"/>
            <ac:spMk id="5" creationId="{B01BA904-3777-78C1-F96B-32A3A990EC0E}"/>
          </ac:spMkLst>
        </pc:spChg>
        <pc:spChg chg="mod">
          <ac:chgData name="ACEM2-21 ac37822m(長岡高専)" userId="45dd5a03-675d-49d7-a16d-8a5974401386" providerId="ADAL" clId="{0A89F58A-4406-444B-99B4-2490481C0A91}" dt="2026-09-15T07:51:20.172" v="7163" actId="14100"/>
          <ac:spMkLst>
            <pc:docMk/>
            <pc:sldMk cId="3400072852" sldId="267"/>
            <ac:spMk id="26" creationId="{AD4E38E4-0228-CFF2-5D46-559179356D63}"/>
          </ac:spMkLst>
        </pc:spChg>
        <pc:spChg chg="mod">
          <ac:chgData name="ACEM2-21 ac37822m(長岡高専)" userId="45dd5a03-675d-49d7-a16d-8a5974401386" providerId="ADAL" clId="{0A89F58A-4406-444B-99B4-2490481C0A91}" dt="2026-09-15T07:48:25.637" v="7111" actId="1076"/>
          <ac:spMkLst>
            <pc:docMk/>
            <pc:sldMk cId="3400072852" sldId="267"/>
            <ac:spMk id="28" creationId="{638ED28B-B87D-DD00-8299-22FE24B65FAF}"/>
          </ac:spMkLst>
        </pc:spChg>
        <pc:spChg chg="add mod">
          <ac:chgData name="ACEM2-21 ac37822m(長岡高専)" userId="45dd5a03-675d-49d7-a16d-8a5974401386" providerId="ADAL" clId="{0A89F58A-4406-444B-99B4-2490481C0A91}" dt="2026-09-15T07:57:27.177" v="7325" actId="113"/>
          <ac:spMkLst>
            <pc:docMk/>
            <pc:sldMk cId="3400072852" sldId="267"/>
            <ac:spMk id="65" creationId="{01294DC9-39F3-F976-0059-771A8396CE45}"/>
          </ac:spMkLst>
        </pc:spChg>
        <pc:spChg chg="add mod">
          <ac:chgData name="ACEM2-21 ac37822m(長岡高専)" userId="45dd5a03-675d-49d7-a16d-8a5974401386" providerId="ADAL" clId="{0A89F58A-4406-444B-99B4-2490481C0A91}" dt="2026-09-15T07:57:32.596" v="7327" actId="113"/>
          <ac:spMkLst>
            <pc:docMk/>
            <pc:sldMk cId="3400072852" sldId="267"/>
            <ac:spMk id="67" creationId="{00769347-FE31-F765-9ED5-83E9CD4A2EE5}"/>
          </ac:spMkLst>
        </pc:spChg>
        <pc:spChg chg="add mod">
          <ac:chgData name="ACEM2-21 ac37822m(長岡高専)" userId="45dd5a03-675d-49d7-a16d-8a5974401386" providerId="ADAL" clId="{0A89F58A-4406-444B-99B4-2490481C0A91}" dt="2026-09-15T07:57:36.803" v="7329" actId="1076"/>
          <ac:spMkLst>
            <pc:docMk/>
            <pc:sldMk cId="3400072852" sldId="267"/>
            <ac:spMk id="69" creationId="{938CD6AE-C4FD-CC51-02FF-564BB2C918F2}"/>
          </ac:spMkLst>
        </pc:spChg>
        <pc:spChg chg="add mod">
          <ac:chgData name="ACEM2-21 ac37822m(長岡高専)" userId="45dd5a03-675d-49d7-a16d-8a5974401386" providerId="ADAL" clId="{0A89F58A-4406-444B-99B4-2490481C0A91}" dt="2026-09-15T07:53:49.043" v="7257" actId="1582"/>
          <ac:spMkLst>
            <pc:docMk/>
            <pc:sldMk cId="3400072852" sldId="267"/>
            <ac:spMk id="72" creationId="{B1D051E6-CEEE-A017-9C70-A8D3BE6738F1}"/>
          </ac:spMkLst>
        </pc:spChg>
        <pc:spChg chg="add mod">
          <ac:chgData name="ACEM2-21 ac37822m(長岡高専)" userId="45dd5a03-675d-49d7-a16d-8a5974401386" providerId="ADAL" clId="{0A89F58A-4406-444B-99B4-2490481C0A91}" dt="2026-09-15T07:53:49.043" v="7257" actId="1582"/>
          <ac:spMkLst>
            <pc:docMk/>
            <pc:sldMk cId="3400072852" sldId="267"/>
            <ac:spMk id="74" creationId="{4E6BA175-743B-7068-4FFB-D3D51BBCC775}"/>
          </ac:spMkLst>
        </pc:spChg>
        <pc:spChg chg="add mod">
          <ac:chgData name="ACEM2-21 ac37822m(長岡高専)" userId="45dd5a03-675d-49d7-a16d-8a5974401386" providerId="ADAL" clId="{0A89F58A-4406-444B-99B4-2490481C0A91}" dt="2026-09-15T07:56:31.519" v="7310" actId="1076"/>
          <ac:spMkLst>
            <pc:docMk/>
            <pc:sldMk cId="3400072852" sldId="267"/>
            <ac:spMk id="76" creationId="{30CC9629-0A8B-E18C-CE4E-805C78EC3171}"/>
          </ac:spMkLst>
        </pc:spChg>
        <pc:spChg chg="mod">
          <ac:chgData name="ACEM2-21 ac37822m(長岡高専)" userId="45dd5a03-675d-49d7-a16d-8a5974401386" providerId="ADAL" clId="{0A89F58A-4406-444B-99B4-2490481C0A91}" dt="2026-09-15T07:49:52.164" v="7149"/>
          <ac:spMkLst>
            <pc:docMk/>
            <pc:sldMk cId="3400072852" sldId="267"/>
            <ac:spMk id="79" creationId="{F81BD582-6767-BDF1-861D-566910B3A7E3}"/>
          </ac:spMkLst>
        </pc:spChg>
        <pc:spChg chg="mod">
          <ac:chgData name="ACEM2-21 ac37822m(長岡高専)" userId="45dd5a03-675d-49d7-a16d-8a5974401386" providerId="ADAL" clId="{0A89F58A-4406-444B-99B4-2490481C0A91}" dt="2026-09-15T07:53:49.043" v="7257" actId="1582"/>
          <ac:spMkLst>
            <pc:docMk/>
            <pc:sldMk cId="3400072852" sldId="267"/>
            <ac:spMk id="80" creationId="{9E95D116-3624-52F4-1F78-4861E235C703}"/>
          </ac:spMkLst>
        </pc:spChg>
        <pc:spChg chg="mod">
          <ac:chgData name="ACEM2-21 ac37822m(長岡高専)" userId="45dd5a03-675d-49d7-a16d-8a5974401386" providerId="ADAL" clId="{0A89F58A-4406-444B-99B4-2490481C0A91}" dt="2026-09-15T07:53:49.043" v="7257" actId="1582"/>
          <ac:spMkLst>
            <pc:docMk/>
            <pc:sldMk cId="3400072852" sldId="267"/>
            <ac:spMk id="82" creationId="{B52E83FD-8235-0391-2839-EAFF676E7D11}"/>
          </ac:spMkLst>
        </pc:spChg>
        <pc:spChg chg="mod">
          <ac:chgData name="ACEM2-21 ac37822m(長岡高専)" userId="45dd5a03-675d-49d7-a16d-8a5974401386" providerId="ADAL" clId="{0A89F58A-4406-444B-99B4-2490481C0A91}" dt="2026-09-15T07:53:49.043" v="7257" actId="1582"/>
          <ac:spMkLst>
            <pc:docMk/>
            <pc:sldMk cId="3400072852" sldId="267"/>
            <ac:spMk id="83" creationId="{A6A2A5EF-AA82-F512-CDDE-D47592AE0D6D}"/>
          </ac:spMkLst>
        </pc:spChg>
        <pc:spChg chg="mod">
          <ac:chgData name="ACEM2-21 ac37822m(長岡高専)" userId="45dd5a03-675d-49d7-a16d-8a5974401386" providerId="ADAL" clId="{0A89F58A-4406-444B-99B4-2490481C0A91}" dt="2026-09-15T07:53:49.043" v="7257" actId="1582"/>
          <ac:spMkLst>
            <pc:docMk/>
            <pc:sldMk cId="3400072852" sldId="267"/>
            <ac:spMk id="85" creationId="{B7F8957E-5BC7-0BE9-B34E-6AB10BC0F367}"/>
          </ac:spMkLst>
        </pc:spChg>
        <pc:spChg chg="mod">
          <ac:chgData name="ACEM2-21 ac37822m(長岡高専)" userId="45dd5a03-675d-49d7-a16d-8a5974401386" providerId="ADAL" clId="{0A89F58A-4406-444B-99B4-2490481C0A91}" dt="2026-09-15T07:53:49.043" v="7257" actId="1582"/>
          <ac:spMkLst>
            <pc:docMk/>
            <pc:sldMk cId="3400072852" sldId="267"/>
            <ac:spMk id="86" creationId="{5BC7F24A-DFFE-830E-3566-F8FFF7B2D649}"/>
          </ac:spMkLst>
        </pc:spChg>
        <pc:spChg chg="mod">
          <ac:chgData name="ACEM2-21 ac37822m(長岡高専)" userId="45dd5a03-675d-49d7-a16d-8a5974401386" providerId="ADAL" clId="{0A89F58A-4406-444B-99B4-2490481C0A91}" dt="2026-09-15T07:53:49.043" v="7257" actId="1582"/>
          <ac:spMkLst>
            <pc:docMk/>
            <pc:sldMk cId="3400072852" sldId="267"/>
            <ac:spMk id="88" creationId="{D365FB18-6D81-68EE-5193-3CE78F88E0CF}"/>
          </ac:spMkLst>
        </pc:spChg>
        <pc:spChg chg="mod">
          <ac:chgData name="ACEM2-21 ac37822m(長岡高専)" userId="45dd5a03-675d-49d7-a16d-8a5974401386" providerId="ADAL" clId="{0A89F58A-4406-444B-99B4-2490481C0A91}" dt="2026-09-15T07:53:49.043" v="7257" actId="1582"/>
          <ac:spMkLst>
            <pc:docMk/>
            <pc:sldMk cId="3400072852" sldId="267"/>
            <ac:spMk id="89" creationId="{97C96661-A4FD-2D15-7260-CE91ECCBCB9E}"/>
          </ac:spMkLst>
        </pc:spChg>
        <pc:spChg chg="mod">
          <ac:chgData name="ACEM2-21 ac37822m(長岡高専)" userId="45dd5a03-675d-49d7-a16d-8a5974401386" providerId="ADAL" clId="{0A89F58A-4406-444B-99B4-2490481C0A91}" dt="2026-09-15T07:53:49.043" v="7257" actId="1582"/>
          <ac:spMkLst>
            <pc:docMk/>
            <pc:sldMk cId="3400072852" sldId="267"/>
            <ac:spMk id="91" creationId="{CCC2F6D4-862D-8195-0D86-61568FA2F42E}"/>
          </ac:spMkLst>
        </pc:spChg>
        <pc:spChg chg="mod">
          <ac:chgData name="ACEM2-21 ac37822m(長岡高専)" userId="45dd5a03-675d-49d7-a16d-8a5974401386" providerId="ADAL" clId="{0A89F58A-4406-444B-99B4-2490481C0A91}" dt="2026-09-15T07:50:00.285" v="7153"/>
          <ac:spMkLst>
            <pc:docMk/>
            <pc:sldMk cId="3400072852" sldId="267"/>
            <ac:spMk id="92" creationId="{3A706D4B-7D0C-61F8-A4CE-00B7DD056427}"/>
          </ac:spMkLst>
        </pc:spChg>
        <pc:spChg chg="add mod">
          <ac:chgData name="ACEM2-21 ac37822m(長岡高専)" userId="45dd5a03-675d-49d7-a16d-8a5974401386" providerId="ADAL" clId="{0A89F58A-4406-444B-99B4-2490481C0A91}" dt="2026-09-15T07:50:15.210" v="7159" actId="571"/>
          <ac:spMkLst>
            <pc:docMk/>
            <pc:sldMk cId="3400072852" sldId="267"/>
            <ac:spMk id="93" creationId="{90DB7204-BCC8-D4C6-B88C-E8871A3A9C3E}"/>
          </ac:spMkLst>
        </pc:spChg>
        <pc:spChg chg="add mod">
          <ac:chgData name="ACEM2-21 ac37822m(長岡高専)" userId="45dd5a03-675d-49d7-a16d-8a5974401386" providerId="ADAL" clId="{0A89F58A-4406-444B-99B4-2490481C0A91}" dt="2026-09-15T07:57:43.012" v="7330" actId="207"/>
          <ac:spMkLst>
            <pc:docMk/>
            <pc:sldMk cId="3400072852" sldId="267"/>
            <ac:spMk id="97" creationId="{66AAA418-8786-A21C-13C0-FCD69AA0CCE6}"/>
          </ac:spMkLst>
        </pc:spChg>
        <pc:spChg chg="add mod">
          <ac:chgData name="ACEM2-21 ac37822m(長岡高専)" userId="45dd5a03-675d-49d7-a16d-8a5974401386" providerId="ADAL" clId="{0A89F58A-4406-444B-99B4-2490481C0A91}" dt="2026-09-15T07:57:46.180" v="7331" actId="207"/>
          <ac:spMkLst>
            <pc:docMk/>
            <pc:sldMk cId="3400072852" sldId="267"/>
            <ac:spMk id="99" creationId="{318C0A35-861A-B5C2-3E5D-532A9D151D64}"/>
          </ac:spMkLst>
        </pc:spChg>
        <pc:spChg chg="add mod">
          <ac:chgData name="ACEM2-21 ac37822m(長岡高専)" userId="45dd5a03-675d-49d7-a16d-8a5974401386" providerId="ADAL" clId="{0A89F58A-4406-444B-99B4-2490481C0A91}" dt="2026-09-15T07:56:58.541" v="7315" actId="1582"/>
          <ac:spMkLst>
            <pc:docMk/>
            <pc:sldMk cId="3400072852" sldId="267"/>
            <ac:spMk id="100" creationId="{62877359-955E-0412-171A-A27996778313}"/>
          </ac:spMkLst>
        </pc:spChg>
        <pc:spChg chg="add mod">
          <ac:chgData name="ACEM2-21 ac37822m(長岡高専)" userId="45dd5a03-675d-49d7-a16d-8a5974401386" providerId="ADAL" clId="{0A89F58A-4406-444B-99B4-2490481C0A91}" dt="2026-09-15T07:56:31.519" v="7310" actId="1076"/>
          <ac:spMkLst>
            <pc:docMk/>
            <pc:sldMk cId="3400072852" sldId="267"/>
            <ac:spMk id="104" creationId="{27E0CBDB-1F73-F8B6-AEBC-FCE6C8339E36}"/>
          </ac:spMkLst>
        </pc:spChg>
        <pc:spChg chg="add mod">
          <ac:chgData name="ACEM2-21 ac37822m(長岡高専)" userId="45dd5a03-675d-49d7-a16d-8a5974401386" providerId="ADAL" clId="{0A89F58A-4406-444B-99B4-2490481C0A91}" dt="2026-09-15T07:55:20.397" v="7279" actId="571"/>
          <ac:spMkLst>
            <pc:docMk/>
            <pc:sldMk cId="3400072852" sldId="267"/>
            <ac:spMk id="111" creationId="{BA1DDC15-DB86-44AD-4B11-2A23C66A4CD8}"/>
          </ac:spMkLst>
        </pc:spChg>
        <pc:spChg chg="add mod">
          <ac:chgData name="ACEM2-21 ac37822m(長岡高専)" userId="45dd5a03-675d-49d7-a16d-8a5974401386" providerId="ADAL" clId="{0A89F58A-4406-444B-99B4-2490481C0A91}" dt="2026-09-15T07:56:31.519" v="7310" actId="1076"/>
          <ac:spMkLst>
            <pc:docMk/>
            <pc:sldMk cId="3400072852" sldId="267"/>
            <ac:spMk id="125" creationId="{202E6560-2902-E3E5-9995-12E78E585D88}"/>
          </ac:spMkLst>
        </pc:spChg>
        <pc:spChg chg="add mod">
          <ac:chgData name="ACEM2-21 ac37822m(長岡高専)" userId="45dd5a03-675d-49d7-a16d-8a5974401386" providerId="ADAL" clId="{0A89F58A-4406-444B-99B4-2490481C0A91}" dt="2026-09-15T07:57:16.615" v="7323" actId="1076"/>
          <ac:spMkLst>
            <pc:docMk/>
            <pc:sldMk cId="3400072852" sldId="267"/>
            <ac:spMk id="127" creationId="{C4F26478-BCE6-51E3-F6B0-380B67857CF2}"/>
          </ac:spMkLst>
        </pc:spChg>
        <pc:spChg chg="add mod">
          <ac:chgData name="ACEM2-21 ac37822m(長岡高専)" userId="45dd5a03-675d-49d7-a16d-8a5974401386" providerId="ADAL" clId="{0A89F58A-4406-444B-99B4-2490481C0A91}" dt="2026-09-15T09:39:06.630" v="8636" actId="207"/>
          <ac:spMkLst>
            <pc:docMk/>
            <pc:sldMk cId="3400072852" sldId="267"/>
            <ac:spMk id="133" creationId="{068A5EE9-8C76-E86B-B97C-65406380701B}"/>
          </ac:spMkLst>
        </pc:spChg>
        <pc:grpChg chg="mod">
          <ac:chgData name="ACEM2-21 ac37822m(長岡高専)" userId="45dd5a03-675d-49d7-a16d-8a5974401386" providerId="ADAL" clId="{0A89F58A-4406-444B-99B4-2490481C0A91}" dt="2026-09-15T07:58:02.255" v="7332" actId="1076"/>
          <ac:grpSpMkLst>
            <pc:docMk/>
            <pc:sldMk cId="3400072852" sldId="267"/>
            <ac:grpSpMk id="25" creationId="{A585FF2D-4835-80CA-BB98-1CC37C539437}"/>
          </ac:grpSpMkLst>
        </pc:grpChg>
        <pc:grpChg chg="add mod">
          <ac:chgData name="ACEM2-21 ac37822m(長岡高専)" userId="45dd5a03-675d-49d7-a16d-8a5974401386" providerId="ADAL" clId="{0A89F58A-4406-444B-99B4-2490481C0A91}" dt="2026-09-15T07:56:07.315" v="7302" actId="14100"/>
          <ac:grpSpMkLst>
            <pc:docMk/>
            <pc:sldMk cId="3400072852" sldId="267"/>
            <ac:grpSpMk id="77" creationId="{38628BBF-F850-AA2C-CD20-1BFC906895BB}"/>
          </ac:grpSpMkLst>
        </pc:grpChg>
        <pc:grpChg chg="add mod">
          <ac:chgData name="ACEM2-21 ac37822m(長岡高専)" userId="45dd5a03-675d-49d7-a16d-8a5974401386" providerId="ADAL" clId="{0A89F58A-4406-444B-99B4-2490481C0A91}" dt="2026-09-15T07:56:07.315" v="7302" actId="14100"/>
          <ac:grpSpMkLst>
            <pc:docMk/>
            <pc:sldMk cId="3400072852" sldId="267"/>
            <ac:grpSpMk id="78" creationId="{AA47197B-65CB-76B0-B2FE-B3A4C7427568}"/>
          </ac:grpSpMkLst>
        </pc:grpChg>
        <pc:grpChg chg="add mod">
          <ac:chgData name="ACEM2-21 ac37822m(長岡高専)" userId="45dd5a03-675d-49d7-a16d-8a5974401386" providerId="ADAL" clId="{0A89F58A-4406-444B-99B4-2490481C0A91}" dt="2026-09-15T07:56:07.315" v="7302" actId="14100"/>
          <ac:grpSpMkLst>
            <pc:docMk/>
            <pc:sldMk cId="3400072852" sldId="267"/>
            <ac:grpSpMk id="81" creationId="{0515AF8F-02B0-DC40-8233-0216DEDFD436}"/>
          </ac:grpSpMkLst>
        </pc:grpChg>
        <pc:grpChg chg="add mod">
          <ac:chgData name="ACEM2-21 ac37822m(長岡高専)" userId="45dd5a03-675d-49d7-a16d-8a5974401386" providerId="ADAL" clId="{0A89F58A-4406-444B-99B4-2490481C0A91}" dt="2026-09-15T09:37:42.268" v="8603" actId="1076"/>
          <ac:grpSpMkLst>
            <pc:docMk/>
            <pc:sldMk cId="3400072852" sldId="267"/>
            <ac:grpSpMk id="84" creationId="{C4B260DE-D704-DB58-F1F2-A7F621A31CED}"/>
          </ac:grpSpMkLst>
        </pc:grpChg>
        <pc:grpChg chg="add mod">
          <ac:chgData name="ACEM2-21 ac37822m(長岡高専)" userId="45dd5a03-675d-49d7-a16d-8a5974401386" providerId="ADAL" clId="{0A89F58A-4406-444B-99B4-2490481C0A91}" dt="2026-09-15T07:56:07.315" v="7302" actId="14100"/>
          <ac:grpSpMkLst>
            <pc:docMk/>
            <pc:sldMk cId="3400072852" sldId="267"/>
            <ac:grpSpMk id="87" creationId="{769F2000-1BAA-DAB2-FFF4-429EBB2A95BD}"/>
          </ac:grpSpMkLst>
        </pc:grpChg>
        <pc:grpChg chg="add mod">
          <ac:chgData name="ACEM2-21 ac37822m(長岡高専)" userId="45dd5a03-675d-49d7-a16d-8a5974401386" providerId="ADAL" clId="{0A89F58A-4406-444B-99B4-2490481C0A91}" dt="2026-09-15T09:37:47.305" v="8605" actId="1076"/>
          <ac:grpSpMkLst>
            <pc:docMk/>
            <pc:sldMk cId="3400072852" sldId="267"/>
            <ac:grpSpMk id="90" creationId="{5A7DCBFD-4A20-33D4-FE40-B8A306551009}"/>
          </ac:grpSpMkLst>
        </pc:grpChg>
        <pc:graphicFrameChg chg="add mod modGraphic">
          <ac:chgData name="ACEM2-21 ac37822m(長岡高専)" userId="45dd5a03-675d-49d7-a16d-8a5974401386" providerId="ADAL" clId="{0A89F58A-4406-444B-99B4-2490481C0A91}" dt="2026-08-28T02:38:53.052" v="267" actId="14734"/>
          <ac:graphicFrameMkLst>
            <pc:docMk/>
            <pc:sldMk cId="3400072852" sldId="267"/>
            <ac:graphicFrameMk id="4" creationId="{20D09AF3-8A14-F111-FDBF-14A2E821E54B}"/>
          </ac:graphicFrameMkLst>
        </pc:graphicFrameChg>
        <pc:picChg chg="add mod">
          <ac:chgData name="ACEM2-21 ac37822m(長岡高専)" userId="45dd5a03-675d-49d7-a16d-8a5974401386" providerId="ADAL" clId="{0A89F58A-4406-444B-99B4-2490481C0A91}" dt="2026-09-15T07:56:31.519" v="7310" actId="1076"/>
          <ac:picMkLst>
            <pc:docMk/>
            <pc:sldMk cId="3400072852" sldId="267"/>
            <ac:picMk id="9" creationId="{4A3D5B11-C612-5038-68AF-BA8F36B8C73E}"/>
          </ac:picMkLst>
        </pc:picChg>
        <pc:picChg chg="add mod modCrop">
          <ac:chgData name="ACEM2-21 ac37822m(長岡高専)" userId="45dd5a03-675d-49d7-a16d-8a5974401386" providerId="ADAL" clId="{0A89F58A-4406-444B-99B4-2490481C0A91}" dt="2026-09-15T07:56:31.519" v="7310" actId="1076"/>
          <ac:picMkLst>
            <pc:docMk/>
            <pc:sldMk cId="3400072852" sldId="267"/>
            <ac:picMk id="29" creationId="{673B2667-5D4F-3ED4-7064-8DED66D8905A}"/>
          </ac:picMkLst>
        </pc:picChg>
        <pc:picChg chg="add del mod">
          <ac:chgData name="ACEM2-21 ac37822m(長岡高専)" userId="45dd5a03-675d-49d7-a16d-8a5974401386" providerId="ADAL" clId="{0A89F58A-4406-444B-99B4-2490481C0A91}" dt="2026-09-15T07:40:52.654" v="6985" actId="21"/>
          <ac:picMkLst>
            <pc:docMk/>
            <pc:sldMk cId="3400072852" sldId="267"/>
            <ac:picMk id="31" creationId="{4CAD34C3-93EB-D481-B172-A8427DDDE7FA}"/>
          </ac:picMkLst>
        </pc:picChg>
        <pc:picChg chg="add mod">
          <ac:chgData name="ACEM2-21 ac37822m(長岡高専)" userId="45dd5a03-675d-49d7-a16d-8a5974401386" providerId="ADAL" clId="{0A89F58A-4406-444B-99B4-2490481C0A91}" dt="2026-09-15T07:54:53.107" v="7264" actId="1076"/>
          <ac:picMkLst>
            <pc:docMk/>
            <pc:sldMk cId="3400072852" sldId="267"/>
            <ac:picMk id="33" creationId="{12B680F2-F234-772A-57C4-6017D88A9966}"/>
          </ac:picMkLst>
        </pc:picChg>
        <pc:picChg chg="add mod modCrop">
          <ac:chgData name="ACEM2-21 ac37822m(長岡高専)" userId="45dd5a03-675d-49d7-a16d-8a5974401386" providerId="ADAL" clId="{0A89F58A-4406-444B-99B4-2490481C0A91}" dt="2026-09-15T07:51:15.252" v="7162" actId="1076"/>
          <ac:picMkLst>
            <pc:docMk/>
            <pc:sldMk cId="3400072852" sldId="267"/>
            <ac:picMk id="35" creationId="{C4777310-2F4F-FBEB-853E-0FC341E02E39}"/>
          </ac:picMkLst>
        </pc:picChg>
        <pc:picChg chg="add mod">
          <ac:chgData name="ACEM2-21 ac37822m(長岡高専)" userId="45dd5a03-675d-49d7-a16d-8a5974401386" providerId="ADAL" clId="{0A89F58A-4406-444B-99B4-2490481C0A91}" dt="2026-09-15T07:54:48.235" v="7263" actId="14100"/>
          <ac:picMkLst>
            <pc:docMk/>
            <pc:sldMk cId="3400072852" sldId="267"/>
            <ac:picMk id="37" creationId="{43EC96E1-940E-A648-8825-AD58D2DFB64D}"/>
          </ac:picMkLst>
        </pc:picChg>
        <pc:picChg chg="add mod">
          <ac:chgData name="ACEM2-21 ac37822m(長岡高専)" userId="45dd5a03-675d-49d7-a16d-8a5974401386" providerId="ADAL" clId="{0A89F58A-4406-444B-99B4-2490481C0A91}" dt="2026-09-15T07:43:23.520" v="7037" actId="571"/>
          <ac:picMkLst>
            <pc:docMk/>
            <pc:sldMk cId="3400072852" sldId="267"/>
            <ac:picMk id="48" creationId="{15FAA01F-0E6B-FD55-6318-A8479EA435EE}"/>
          </ac:picMkLst>
        </pc:picChg>
        <pc:picChg chg="add mod">
          <ac:chgData name="ACEM2-21 ac37822m(長岡高専)" userId="45dd5a03-675d-49d7-a16d-8a5974401386" providerId="ADAL" clId="{0A89F58A-4406-444B-99B4-2490481C0A91}" dt="2026-09-15T07:43:25.613" v="7039" actId="571"/>
          <ac:picMkLst>
            <pc:docMk/>
            <pc:sldMk cId="3400072852" sldId="267"/>
            <ac:picMk id="49" creationId="{DFDB2FF9-CC00-9E62-7703-29067DDD6995}"/>
          </ac:picMkLst>
        </pc:picChg>
        <pc:picChg chg="add mod">
          <ac:chgData name="ACEM2-21 ac37822m(長岡高専)" userId="45dd5a03-675d-49d7-a16d-8a5974401386" providerId="ADAL" clId="{0A89F58A-4406-444B-99B4-2490481C0A91}" dt="2026-09-15T07:43:30.208" v="7042" actId="571"/>
          <ac:picMkLst>
            <pc:docMk/>
            <pc:sldMk cId="3400072852" sldId="267"/>
            <ac:picMk id="51" creationId="{563600C3-2CFD-49AA-8DDD-0BC3871107DE}"/>
          </ac:picMkLst>
        </pc:picChg>
        <pc:picChg chg="add mod">
          <ac:chgData name="ACEM2-21 ac37822m(長岡高専)" userId="45dd5a03-675d-49d7-a16d-8a5974401386" providerId="ADAL" clId="{0A89F58A-4406-444B-99B4-2490481C0A91}" dt="2026-09-15T07:55:20.397" v="7279" actId="571"/>
          <ac:picMkLst>
            <pc:docMk/>
            <pc:sldMk cId="3400072852" sldId="267"/>
            <ac:picMk id="109" creationId="{FD9AA63C-533B-4065-F2F8-58E69BACB6C6}"/>
          </ac:picMkLst>
        </pc:picChg>
        <pc:picChg chg="add mod">
          <ac:chgData name="ACEM2-21 ac37822m(長岡高専)" userId="45dd5a03-675d-49d7-a16d-8a5974401386" providerId="ADAL" clId="{0A89F58A-4406-444B-99B4-2490481C0A91}" dt="2026-09-15T07:55:20.397" v="7279" actId="571"/>
          <ac:picMkLst>
            <pc:docMk/>
            <pc:sldMk cId="3400072852" sldId="267"/>
            <ac:picMk id="110" creationId="{6BA62685-3DEF-1787-38F3-084E75FF9524}"/>
          </ac:picMkLst>
        </pc:picChg>
        <pc:picChg chg="add del mod">
          <ac:chgData name="ACEM2-21 ac37822m(長岡高専)" userId="45dd5a03-675d-49d7-a16d-8a5974401386" providerId="ADAL" clId="{0A89F58A-4406-444B-99B4-2490481C0A91}" dt="2026-09-15T09:38:03.578" v="8612" actId="21"/>
          <ac:picMkLst>
            <pc:docMk/>
            <pc:sldMk cId="3400072852" sldId="267"/>
            <ac:picMk id="129" creationId="{43179CC2-8B56-F269-303A-846223618688}"/>
          </ac:picMkLst>
        </pc:picChg>
        <pc:picChg chg="add del mod">
          <ac:chgData name="ACEM2-21 ac37822m(長岡高専)" userId="45dd5a03-675d-49d7-a16d-8a5974401386" providerId="ADAL" clId="{0A89F58A-4406-444B-99B4-2490481C0A91}" dt="2026-09-15T09:38:03.578" v="8612" actId="21"/>
          <ac:picMkLst>
            <pc:docMk/>
            <pc:sldMk cId="3400072852" sldId="267"/>
            <ac:picMk id="131" creationId="{70FD1AF1-22BD-9E46-320C-1B0DA2BFFCE6}"/>
          </ac:picMkLst>
        </pc:picChg>
        <pc:cxnChg chg="add mod">
          <ac:chgData name="ACEM2-21 ac37822m(長岡高専)" userId="45dd5a03-675d-49d7-a16d-8a5974401386" providerId="ADAL" clId="{0A89F58A-4406-444B-99B4-2490481C0A91}" dt="2026-09-15T07:55:27.311" v="7282" actId="1076"/>
          <ac:cxnSpMkLst>
            <pc:docMk/>
            <pc:sldMk cId="3400072852" sldId="267"/>
            <ac:cxnSpMk id="38" creationId="{41207AE7-A7D0-D1D8-4B3A-9E94B9F25A54}"/>
          </ac:cxnSpMkLst>
        </pc:cxnChg>
        <pc:cxnChg chg="add mod">
          <ac:chgData name="ACEM2-21 ac37822m(長岡高専)" userId="45dd5a03-675d-49d7-a16d-8a5974401386" providerId="ADAL" clId="{0A89F58A-4406-444B-99B4-2490481C0A91}" dt="2026-09-15T07:55:27.311" v="7282" actId="1076"/>
          <ac:cxnSpMkLst>
            <pc:docMk/>
            <pc:sldMk cId="3400072852" sldId="267"/>
            <ac:cxnSpMk id="41" creationId="{A45B8006-B989-E037-00BD-D98E2F7E33E4}"/>
          </ac:cxnSpMkLst>
        </pc:cxnChg>
        <pc:cxnChg chg="add mod">
          <ac:chgData name="ACEM2-21 ac37822m(長岡高専)" userId="45dd5a03-675d-49d7-a16d-8a5974401386" providerId="ADAL" clId="{0A89F58A-4406-444B-99B4-2490481C0A91}" dt="2026-09-15T07:55:27.311" v="7282" actId="1076"/>
          <ac:cxnSpMkLst>
            <pc:docMk/>
            <pc:sldMk cId="3400072852" sldId="267"/>
            <ac:cxnSpMk id="44" creationId="{7BC9B999-1DB1-C9A0-D6E0-267D43DA2328}"/>
          </ac:cxnSpMkLst>
        </pc:cxnChg>
        <pc:cxnChg chg="add mod">
          <ac:chgData name="ACEM2-21 ac37822m(長岡高専)" userId="45dd5a03-675d-49d7-a16d-8a5974401386" providerId="ADAL" clId="{0A89F58A-4406-444B-99B4-2490481C0A91}" dt="2026-09-15T07:55:27.311" v="7282" actId="1076"/>
          <ac:cxnSpMkLst>
            <pc:docMk/>
            <pc:sldMk cId="3400072852" sldId="267"/>
            <ac:cxnSpMk id="47" creationId="{F4D927FD-6893-2D32-54B2-E4DEAF05D9E6}"/>
          </ac:cxnSpMkLst>
        </pc:cxnChg>
      </pc:sldChg>
      <pc:sldChg chg="addSp delSp modSp mod modNotesTx">
        <pc:chgData name="ACEM2-21 ac37822m(長岡高専)" userId="45dd5a03-675d-49d7-a16d-8a5974401386" providerId="ADAL" clId="{0A89F58A-4406-444B-99B4-2490481C0A91}" dt="2026-09-15T06:51:45.528" v="6704" actId="20577"/>
        <pc:sldMkLst>
          <pc:docMk/>
          <pc:sldMk cId="3630399525" sldId="268"/>
        </pc:sldMkLst>
        <pc:spChg chg="del">
          <ac:chgData name="ACEM2-21 ac37822m(長岡高専)" userId="45dd5a03-675d-49d7-a16d-8a5974401386" providerId="ADAL" clId="{0A89F58A-4406-444B-99B4-2490481C0A91}" dt="2026-09-15T06:50:40.245" v="6612" actId="21"/>
          <ac:spMkLst>
            <pc:docMk/>
            <pc:sldMk cId="3630399525" sldId="268"/>
            <ac:spMk id="4" creationId="{9FE2E7AA-9942-6107-E3E5-AD89F1E78A80}"/>
          </ac:spMkLst>
        </pc:spChg>
        <pc:spChg chg="mod">
          <ac:chgData name="ACEM2-21 ac37822m(長岡高専)" userId="45dd5a03-675d-49d7-a16d-8a5974401386" providerId="ADAL" clId="{0A89F58A-4406-444B-99B4-2490481C0A91}" dt="2026-09-15T06:51:21.315" v="6624" actId="20577"/>
          <ac:spMkLst>
            <pc:docMk/>
            <pc:sldMk cId="3630399525" sldId="268"/>
            <ac:spMk id="8" creationId="{1C683C20-B0E8-9AA0-6473-A02CD4D92A54}"/>
          </ac:spMkLst>
        </pc:spChg>
        <pc:spChg chg="add del">
          <ac:chgData name="ACEM2-21 ac37822m(長岡高専)" userId="45dd5a03-675d-49d7-a16d-8a5974401386" providerId="ADAL" clId="{0A89F58A-4406-444B-99B4-2490481C0A91}" dt="2026-09-15T06:50:31.022" v="6608" actId="22"/>
          <ac:spMkLst>
            <pc:docMk/>
            <pc:sldMk cId="3630399525" sldId="268"/>
            <ac:spMk id="12" creationId="{D6A983AF-6869-04B6-7D78-DF4CB7203096}"/>
          </ac:spMkLst>
        </pc:spChg>
        <pc:spChg chg="del">
          <ac:chgData name="ACEM2-21 ac37822m(長岡高専)" userId="45dd5a03-675d-49d7-a16d-8a5974401386" providerId="ADAL" clId="{0A89F58A-4406-444B-99B4-2490481C0A91}" dt="2026-09-15T06:50:40.245" v="6612" actId="21"/>
          <ac:spMkLst>
            <pc:docMk/>
            <pc:sldMk cId="3630399525" sldId="268"/>
            <ac:spMk id="13" creationId="{37EC8665-D982-6180-9F83-420FD718130B}"/>
          </ac:spMkLst>
        </pc:spChg>
        <pc:spChg chg="add mod">
          <ac:chgData name="ACEM2-21 ac37822m(長岡高専)" userId="45dd5a03-675d-49d7-a16d-8a5974401386" providerId="ADAL" clId="{0A89F58A-4406-444B-99B4-2490481C0A91}" dt="2026-09-15T06:50:55.030" v="6618" actId="1076"/>
          <ac:spMkLst>
            <pc:docMk/>
            <pc:sldMk cId="3630399525" sldId="268"/>
            <ac:spMk id="15" creationId="{A9ACDE3A-D4CE-6F27-6E89-BBD11784C58B}"/>
          </ac:spMkLst>
        </pc:spChg>
        <pc:spChg chg="add mod">
          <ac:chgData name="ACEM2-21 ac37822m(長岡高専)" userId="45dd5a03-675d-49d7-a16d-8a5974401386" providerId="ADAL" clId="{0A89F58A-4406-444B-99B4-2490481C0A91}" dt="2026-09-15T06:50:55.030" v="6618" actId="1076"/>
          <ac:spMkLst>
            <pc:docMk/>
            <pc:sldMk cId="3630399525" sldId="268"/>
            <ac:spMk id="17" creationId="{C76B63BD-57D7-A29C-3AAE-D7A985E6FD2F}"/>
          </ac:spMkLst>
        </pc:spChg>
        <pc:spChg chg="add mod">
          <ac:chgData name="ACEM2-21 ac37822m(長岡高専)" userId="45dd5a03-675d-49d7-a16d-8a5974401386" providerId="ADAL" clId="{0A89F58A-4406-444B-99B4-2490481C0A91}" dt="2026-09-15T06:51:45.528" v="6704" actId="20577"/>
          <ac:spMkLst>
            <pc:docMk/>
            <pc:sldMk cId="3630399525" sldId="268"/>
            <ac:spMk id="19" creationId="{10DE92CB-C10D-34E8-65EF-AD8958E0F19D}"/>
          </ac:spMkLst>
        </pc:spChg>
        <pc:picChg chg="add del mod">
          <ac:chgData name="ACEM2-21 ac37822m(長岡高専)" userId="45dd5a03-675d-49d7-a16d-8a5974401386" providerId="ADAL" clId="{0A89F58A-4406-444B-99B4-2490481C0A91}" dt="2026-09-15T06:50:33.187" v="6609" actId="21"/>
          <ac:picMkLst>
            <pc:docMk/>
            <pc:sldMk cId="3630399525" sldId="268"/>
            <ac:picMk id="5" creationId="{3B36768D-EE4D-4B79-811A-0D40FCBC51C9}"/>
          </ac:picMkLst>
        </pc:picChg>
        <pc:picChg chg="add del mod">
          <ac:chgData name="ACEM2-21 ac37822m(長岡高専)" userId="45dd5a03-675d-49d7-a16d-8a5974401386" providerId="ADAL" clId="{0A89F58A-4406-444B-99B4-2490481C0A91}" dt="2026-09-15T06:50:33.187" v="6609" actId="21"/>
          <ac:picMkLst>
            <pc:docMk/>
            <pc:sldMk cId="3630399525" sldId="268"/>
            <ac:picMk id="9" creationId="{DCA12BEC-C7EE-DF7F-7A6B-5D2A48A97674}"/>
          </ac:picMkLst>
        </pc:picChg>
      </pc:sldChg>
      <pc:sldChg chg="delSp modSp mod">
        <pc:chgData name="ACEM2-21 ac37822m(長岡高専)" userId="45dd5a03-675d-49d7-a16d-8a5974401386" providerId="ADAL" clId="{0A89F58A-4406-444B-99B4-2490481C0A91}" dt="2026-09-15T08:57:11.989" v="8569" actId="20577"/>
        <pc:sldMkLst>
          <pc:docMk/>
          <pc:sldMk cId="1265696255" sldId="269"/>
        </pc:sldMkLst>
        <pc:spChg chg="mod">
          <ac:chgData name="ACEM2-21 ac37822m(長岡高専)" userId="45dd5a03-675d-49d7-a16d-8a5974401386" providerId="ADAL" clId="{0A89F58A-4406-444B-99B4-2490481C0A91}" dt="2026-09-15T08:57:11.989" v="8569" actId="20577"/>
          <ac:spMkLst>
            <pc:docMk/>
            <pc:sldMk cId="1265696255" sldId="269"/>
            <ac:spMk id="5" creationId="{481F3886-3DE3-76F0-1C75-EB43A3572131}"/>
          </ac:spMkLst>
        </pc:spChg>
      </pc:sldChg>
      <pc:sldChg chg="addSp delSp modSp add mod delAnim modAnim modNotesTx">
        <pc:chgData name="ACEM2-21 ac37822m(長岡高専)" userId="45dd5a03-675d-49d7-a16d-8a5974401386" providerId="ADAL" clId="{0A89F58A-4406-444B-99B4-2490481C0A91}" dt="2026-09-15T12:30:06.238" v="8907" actId="732"/>
        <pc:sldMkLst>
          <pc:docMk/>
          <pc:sldMk cId="3476658783" sldId="270"/>
        </pc:sldMkLst>
        <pc:spChg chg="mod">
          <ac:chgData name="ACEM2-21 ac37822m(長岡高専)" userId="45dd5a03-675d-49d7-a16d-8a5974401386" providerId="ADAL" clId="{0A89F58A-4406-444B-99B4-2490481C0A91}" dt="2026-09-15T05:51:20.740" v="5190" actId="1076"/>
          <ac:spMkLst>
            <pc:docMk/>
            <pc:sldMk cId="3476658783" sldId="270"/>
            <ac:spMk id="3" creationId="{728020B5-2B10-460C-FAB5-89773203F787}"/>
          </ac:spMkLst>
        </pc:spChg>
        <pc:spChg chg="add del mod">
          <ac:chgData name="ACEM2-21 ac37822m(長岡高専)" userId="45dd5a03-675d-49d7-a16d-8a5974401386" providerId="ADAL" clId="{0A89F58A-4406-444B-99B4-2490481C0A91}" dt="2026-09-15T12:29:33.994" v="8900" actId="478"/>
          <ac:spMkLst>
            <pc:docMk/>
            <pc:sldMk cId="3476658783" sldId="270"/>
            <ac:spMk id="5" creationId="{68E323B8-D511-3F19-310C-67626FE5D56C}"/>
          </ac:spMkLst>
        </pc:spChg>
        <pc:spChg chg="add mod">
          <ac:chgData name="ACEM2-21 ac37822m(長岡高専)" userId="45dd5a03-675d-49d7-a16d-8a5974401386" providerId="ADAL" clId="{0A89F58A-4406-444B-99B4-2490481C0A91}" dt="2026-09-08T02:36:36.920" v="1437" actId="1076"/>
          <ac:spMkLst>
            <pc:docMk/>
            <pc:sldMk cId="3476658783" sldId="270"/>
            <ac:spMk id="13" creationId="{737E4934-9B63-BFD3-76F4-237772BB05D3}"/>
          </ac:spMkLst>
        </pc:spChg>
        <pc:spChg chg="mod">
          <ac:chgData name="ACEM2-21 ac37822m(長岡高専)" userId="45dd5a03-675d-49d7-a16d-8a5974401386" providerId="ADAL" clId="{0A89F58A-4406-444B-99B4-2490481C0A91}" dt="2026-09-08T04:45:23.012" v="5184" actId="1076"/>
          <ac:spMkLst>
            <pc:docMk/>
            <pc:sldMk cId="3476658783" sldId="270"/>
            <ac:spMk id="16" creationId="{CAB8ECF6-28D2-95A0-DEF2-A0615990BB1B}"/>
          </ac:spMkLst>
        </pc:spChg>
        <pc:graphicFrameChg chg="mod modGraphic">
          <ac:chgData name="ACEM2-21 ac37822m(長岡高専)" userId="45dd5a03-675d-49d7-a16d-8a5974401386" providerId="ADAL" clId="{0A89F58A-4406-444B-99B4-2490481C0A91}" dt="2026-09-15T08:14:57.652" v="7335" actId="14100"/>
          <ac:graphicFrameMkLst>
            <pc:docMk/>
            <pc:sldMk cId="3476658783" sldId="270"/>
            <ac:graphicFrameMk id="14" creationId="{B4FCD05F-7BA4-C074-3B68-DDDEF0021D71}"/>
          </ac:graphicFrameMkLst>
        </pc:graphicFrameChg>
        <pc:picChg chg="add mod modCrop">
          <ac:chgData name="ACEM2-21 ac37822m(長岡高専)" userId="45dd5a03-675d-49d7-a16d-8a5974401386" providerId="ADAL" clId="{0A89F58A-4406-444B-99B4-2490481C0A91}" dt="2026-09-15T12:30:06.238" v="8907" actId="732"/>
          <ac:picMkLst>
            <pc:docMk/>
            <pc:sldMk cId="3476658783" sldId="270"/>
            <ac:picMk id="9" creationId="{366B8566-D926-D230-C825-4C570C56A06C}"/>
          </ac:picMkLst>
        </pc:picChg>
        <pc:picChg chg="add del mod modCrop">
          <ac:chgData name="ACEM2-21 ac37822m(長岡高専)" userId="45dd5a03-675d-49d7-a16d-8a5974401386" providerId="ADAL" clId="{0A89F58A-4406-444B-99B4-2490481C0A91}" dt="2026-09-15T06:54:32.771" v="6745" actId="21"/>
          <ac:picMkLst>
            <pc:docMk/>
            <pc:sldMk cId="3476658783" sldId="270"/>
            <ac:picMk id="17" creationId="{3C8C8284-4B6B-FCD6-FBB2-CC8EA6E03978}"/>
          </ac:picMkLst>
        </pc:picChg>
      </pc:sldChg>
      <pc:sldChg chg="addSp delSp modSp mod ord modNotesTx">
        <pc:chgData name="ACEM2-21 ac37822m(長岡高専)" userId="45dd5a03-675d-49d7-a16d-8a5974401386" providerId="ADAL" clId="{0A89F58A-4406-444B-99B4-2490481C0A91}" dt="2026-09-15T09:42:10.043" v="8704"/>
        <pc:sldMkLst>
          <pc:docMk/>
          <pc:sldMk cId="3866805907" sldId="271"/>
        </pc:sldMkLst>
        <pc:spChg chg="mod">
          <ac:chgData name="ACEM2-21 ac37822m(長岡高専)" userId="45dd5a03-675d-49d7-a16d-8a5974401386" providerId="ADAL" clId="{0A89F58A-4406-444B-99B4-2490481C0A91}" dt="2026-09-15T08:56:38.041" v="8481" actId="20577"/>
          <ac:spMkLst>
            <pc:docMk/>
            <pc:sldMk cId="3866805907" sldId="271"/>
            <ac:spMk id="3" creationId="{02F4A2C7-49CF-E7BA-8532-F781A2BDB5BA}"/>
          </ac:spMkLst>
        </pc:spChg>
        <pc:spChg chg="del mod">
          <ac:chgData name="ACEM2-21 ac37822m(長岡高専)" userId="45dd5a03-675d-49d7-a16d-8a5974401386" providerId="ADAL" clId="{0A89F58A-4406-444B-99B4-2490481C0A91}" dt="2026-09-15T08:13:57.268" v="7333" actId="21"/>
          <ac:spMkLst>
            <pc:docMk/>
            <pc:sldMk cId="3866805907" sldId="271"/>
            <ac:spMk id="15" creationId="{D9F7A871-EA1B-147C-499B-D9F51E8A5C83}"/>
          </ac:spMkLst>
        </pc:spChg>
        <pc:spChg chg="mod">
          <ac:chgData name="ACEM2-21 ac37822m(長岡高専)" userId="45dd5a03-675d-49d7-a16d-8a5974401386" providerId="ADAL" clId="{0A89F58A-4406-444B-99B4-2490481C0A91}" dt="2026-09-15T08:48:59.508" v="8456" actId="14100"/>
          <ac:spMkLst>
            <pc:docMk/>
            <pc:sldMk cId="3866805907" sldId="271"/>
            <ac:spMk id="20" creationId="{315A2C10-2280-32D9-BBAE-3414C8FFB4EC}"/>
          </ac:spMkLst>
        </pc:spChg>
        <pc:picChg chg="add del mod modCrop">
          <ac:chgData name="ACEM2-21 ac37822m(長岡高専)" userId="45dd5a03-675d-49d7-a16d-8a5974401386" providerId="ADAL" clId="{0A89F58A-4406-444B-99B4-2490481C0A91}" dt="2026-09-15T08:13:57.268" v="7333" actId="21"/>
          <ac:picMkLst>
            <pc:docMk/>
            <pc:sldMk cId="3866805907" sldId="271"/>
            <ac:picMk id="5" creationId="{406E3B76-5C81-73C8-3593-D2C863050346}"/>
          </ac:picMkLst>
        </pc:picChg>
        <pc:picChg chg="add del mod">
          <ac:chgData name="ACEM2-21 ac37822m(長岡高専)" userId="45dd5a03-675d-49d7-a16d-8a5974401386" providerId="ADAL" clId="{0A89F58A-4406-444B-99B4-2490481C0A91}" dt="2026-09-15T08:13:57.268" v="7333" actId="21"/>
          <ac:picMkLst>
            <pc:docMk/>
            <pc:sldMk cId="3866805907" sldId="271"/>
            <ac:picMk id="12" creationId="{F1EC96C6-EBA4-AAB0-EF82-1C3D0E52517A}"/>
          </ac:picMkLst>
        </pc:picChg>
        <pc:picChg chg="add mod modCrop">
          <ac:chgData name="ACEM2-21 ac37822m(長岡高専)" userId="45dd5a03-675d-49d7-a16d-8a5974401386" providerId="ADAL" clId="{0A89F58A-4406-444B-99B4-2490481C0A91}" dt="2026-09-15T08:39:13.574" v="8191" actId="1076"/>
          <ac:picMkLst>
            <pc:docMk/>
            <pc:sldMk cId="3866805907" sldId="271"/>
            <ac:picMk id="17" creationId="{4ED829AE-7E06-617F-240C-EAC80CA3F638}"/>
          </ac:picMkLst>
        </pc:picChg>
      </pc:sldChg>
      <pc:sldChg chg="addSp delSp modSp mod modNotesTx">
        <pc:chgData name="ACEM2-21 ac37822m(長岡高専)" userId="45dd5a03-675d-49d7-a16d-8a5974401386" providerId="ADAL" clId="{0A89F58A-4406-444B-99B4-2490481C0A91}" dt="2026-09-15T12:33:56.979" v="9028" actId="404"/>
        <pc:sldMkLst>
          <pc:docMk/>
          <pc:sldMk cId="315102233" sldId="272"/>
        </pc:sldMkLst>
        <pc:spChg chg="mod">
          <ac:chgData name="ACEM2-21 ac37822m(長岡高専)" userId="45dd5a03-675d-49d7-a16d-8a5974401386" providerId="ADAL" clId="{0A89F58A-4406-444B-99B4-2490481C0A91}" dt="2026-09-15T06:46:47.318" v="6333" actId="20577"/>
          <ac:spMkLst>
            <pc:docMk/>
            <pc:sldMk cId="315102233" sldId="272"/>
            <ac:spMk id="3" creationId="{0AB27B1E-4E4A-BAE0-DFD9-D9071103CF9E}"/>
          </ac:spMkLst>
        </pc:spChg>
        <pc:spChg chg="mod">
          <ac:chgData name="ACEM2-21 ac37822m(長岡高専)" userId="45dd5a03-675d-49d7-a16d-8a5974401386" providerId="ADAL" clId="{0A89F58A-4406-444B-99B4-2490481C0A91}" dt="2026-09-15T07:29:50.319" v="6943" actId="1076"/>
          <ac:spMkLst>
            <pc:docMk/>
            <pc:sldMk cId="315102233" sldId="272"/>
            <ac:spMk id="8" creationId="{E2B88F23-4ED2-40F3-024A-2E6F66EE4AEB}"/>
          </ac:spMkLst>
        </pc:spChg>
        <pc:spChg chg="add del mod">
          <ac:chgData name="ACEM2-21 ac37822m(長岡高専)" userId="45dd5a03-675d-49d7-a16d-8a5974401386" providerId="ADAL" clId="{0A89F58A-4406-444B-99B4-2490481C0A91}" dt="2026-09-15T12:32:08.696" v="8918" actId="21"/>
          <ac:spMkLst>
            <pc:docMk/>
            <pc:sldMk cId="315102233" sldId="272"/>
            <ac:spMk id="9" creationId="{8F24BCC6-2F66-563A-F992-A734F7D7DCA8}"/>
          </ac:spMkLst>
        </pc:spChg>
        <pc:spChg chg="add del mod">
          <ac:chgData name="ACEM2-21 ac37822m(長岡高専)" userId="45dd5a03-675d-49d7-a16d-8a5974401386" providerId="ADAL" clId="{0A89F58A-4406-444B-99B4-2490481C0A91}" dt="2026-09-15T12:32:08.696" v="8918" actId="21"/>
          <ac:spMkLst>
            <pc:docMk/>
            <pc:sldMk cId="315102233" sldId="272"/>
            <ac:spMk id="13" creationId="{638F922F-41E0-7C71-0671-57DD5AF43CE6}"/>
          </ac:spMkLst>
        </pc:spChg>
        <pc:spChg chg="add mod">
          <ac:chgData name="ACEM2-21 ac37822m(長岡高専)" userId="45dd5a03-675d-49d7-a16d-8a5974401386" providerId="ADAL" clId="{0A89F58A-4406-444B-99B4-2490481C0A91}" dt="2026-09-15T07:29:53.251" v="6944" actId="1076"/>
          <ac:spMkLst>
            <pc:docMk/>
            <pc:sldMk cId="315102233" sldId="272"/>
            <ac:spMk id="15" creationId="{2BB44548-3206-945A-9AB6-E1FD1B751101}"/>
          </ac:spMkLst>
        </pc:spChg>
        <pc:spChg chg="mod">
          <ac:chgData name="ACEM2-21 ac37822m(長岡高専)" userId="45dd5a03-675d-49d7-a16d-8a5974401386" providerId="ADAL" clId="{0A89F58A-4406-444B-99B4-2490481C0A91}" dt="2026-09-15T07:29:45.307" v="6942"/>
          <ac:spMkLst>
            <pc:docMk/>
            <pc:sldMk cId="315102233" sldId="272"/>
            <ac:spMk id="27" creationId="{44CAB761-A8B9-9968-3F82-99858955221D}"/>
          </ac:spMkLst>
        </pc:spChg>
        <pc:spChg chg="mod">
          <ac:chgData name="ACEM2-21 ac37822m(長岡高専)" userId="45dd5a03-675d-49d7-a16d-8a5974401386" providerId="ADAL" clId="{0A89F58A-4406-444B-99B4-2490481C0A91}" dt="2026-09-15T09:56:21.016" v="8793" actId="14100"/>
          <ac:spMkLst>
            <pc:docMk/>
            <pc:sldMk cId="315102233" sldId="272"/>
            <ac:spMk id="28" creationId="{9FB9D72A-3780-597B-1A9A-C08AD8D03831}"/>
          </ac:spMkLst>
        </pc:spChg>
        <pc:spChg chg="mod">
          <ac:chgData name="ACEM2-21 ac37822m(長岡高専)" userId="45dd5a03-675d-49d7-a16d-8a5974401386" providerId="ADAL" clId="{0A89F58A-4406-444B-99B4-2490481C0A91}" dt="2026-09-15T07:29:45.307" v="6942"/>
          <ac:spMkLst>
            <pc:docMk/>
            <pc:sldMk cId="315102233" sldId="272"/>
            <ac:spMk id="32" creationId="{B922DECB-F800-1C58-E315-225CF49093DD}"/>
          </ac:spMkLst>
        </pc:spChg>
        <pc:spChg chg="mod">
          <ac:chgData name="ACEM2-21 ac37822m(長岡高専)" userId="45dd5a03-675d-49d7-a16d-8a5974401386" providerId="ADAL" clId="{0A89F58A-4406-444B-99B4-2490481C0A91}" dt="2026-09-15T09:56:25.646" v="8795" actId="313"/>
          <ac:spMkLst>
            <pc:docMk/>
            <pc:sldMk cId="315102233" sldId="272"/>
            <ac:spMk id="33" creationId="{32177D38-5941-73A8-6D71-902EEE3BF3D3}"/>
          </ac:spMkLst>
        </pc:spChg>
        <pc:spChg chg="mod">
          <ac:chgData name="ACEM2-21 ac37822m(長岡高専)" userId="45dd5a03-675d-49d7-a16d-8a5974401386" providerId="ADAL" clId="{0A89F58A-4406-444B-99B4-2490481C0A91}" dt="2026-09-15T07:29:45.307" v="6942"/>
          <ac:spMkLst>
            <pc:docMk/>
            <pc:sldMk cId="315102233" sldId="272"/>
            <ac:spMk id="36" creationId="{56368D64-6374-4E79-B3F5-ED056A4A8409}"/>
          </ac:spMkLst>
        </pc:spChg>
        <pc:spChg chg="mod">
          <ac:chgData name="ACEM2-21 ac37822m(長岡高専)" userId="45dd5a03-675d-49d7-a16d-8a5974401386" providerId="ADAL" clId="{0A89F58A-4406-444B-99B4-2490481C0A91}" dt="2026-09-15T07:29:45.307" v="6942"/>
          <ac:spMkLst>
            <pc:docMk/>
            <pc:sldMk cId="315102233" sldId="272"/>
            <ac:spMk id="50" creationId="{74DE977D-6394-6629-960D-1A6C0C2E07DC}"/>
          </ac:spMkLst>
        </pc:spChg>
        <pc:spChg chg="mod">
          <ac:chgData name="ACEM2-21 ac37822m(長岡高専)" userId="45dd5a03-675d-49d7-a16d-8a5974401386" providerId="ADAL" clId="{0A89F58A-4406-444B-99B4-2490481C0A91}" dt="2026-09-15T07:29:45.307" v="6942"/>
          <ac:spMkLst>
            <pc:docMk/>
            <pc:sldMk cId="315102233" sldId="272"/>
            <ac:spMk id="52" creationId="{00EBE656-F2FA-76CD-5850-10A76DD5A15D}"/>
          </ac:spMkLst>
        </pc:spChg>
        <pc:spChg chg="mod">
          <ac:chgData name="ACEM2-21 ac37822m(長岡高専)" userId="45dd5a03-675d-49d7-a16d-8a5974401386" providerId="ADAL" clId="{0A89F58A-4406-444B-99B4-2490481C0A91}" dt="2026-09-15T07:30:36.850" v="6955" actId="14100"/>
          <ac:spMkLst>
            <pc:docMk/>
            <pc:sldMk cId="315102233" sldId="272"/>
            <ac:spMk id="55" creationId="{F7C0FF82-38EC-10C3-A563-39FD949DC037}"/>
          </ac:spMkLst>
        </pc:spChg>
        <pc:spChg chg="mod">
          <ac:chgData name="ACEM2-21 ac37822m(長岡高専)" userId="45dd5a03-675d-49d7-a16d-8a5974401386" providerId="ADAL" clId="{0A89F58A-4406-444B-99B4-2490481C0A91}" dt="2026-09-15T07:29:45.307" v="6942"/>
          <ac:spMkLst>
            <pc:docMk/>
            <pc:sldMk cId="315102233" sldId="272"/>
            <ac:spMk id="57" creationId="{7524888A-D9FB-E64F-389D-C66A22D904B8}"/>
          </ac:spMkLst>
        </pc:spChg>
        <pc:spChg chg="mod">
          <ac:chgData name="ACEM2-21 ac37822m(長岡高専)" userId="45dd5a03-675d-49d7-a16d-8a5974401386" providerId="ADAL" clId="{0A89F58A-4406-444B-99B4-2490481C0A91}" dt="2026-09-15T07:29:45.307" v="6942"/>
          <ac:spMkLst>
            <pc:docMk/>
            <pc:sldMk cId="315102233" sldId="272"/>
            <ac:spMk id="58" creationId="{7F1432B3-0DBB-09B7-F333-8F2903609546}"/>
          </ac:spMkLst>
        </pc:spChg>
        <pc:spChg chg="mod">
          <ac:chgData name="ACEM2-21 ac37822m(長岡高専)" userId="45dd5a03-675d-49d7-a16d-8a5974401386" providerId="ADAL" clId="{0A89F58A-4406-444B-99B4-2490481C0A91}" dt="2026-09-15T07:30:33.589" v="6954" actId="14100"/>
          <ac:spMkLst>
            <pc:docMk/>
            <pc:sldMk cId="315102233" sldId="272"/>
            <ac:spMk id="59" creationId="{2EFBB767-2328-E419-289B-B48AF5EE7437}"/>
          </ac:spMkLst>
        </pc:spChg>
        <pc:spChg chg="mod">
          <ac:chgData name="ACEM2-21 ac37822m(長岡高専)" userId="45dd5a03-675d-49d7-a16d-8a5974401386" providerId="ADAL" clId="{0A89F58A-4406-444B-99B4-2490481C0A91}" dt="2026-09-15T07:30:42.127" v="6956" actId="14100"/>
          <ac:spMkLst>
            <pc:docMk/>
            <pc:sldMk cId="315102233" sldId="272"/>
            <ac:spMk id="61" creationId="{E2563EF4-9A14-0D80-825C-840B63B38D7D}"/>
          </ac:spMkLst>
        </pc:spChg>
        <pc:spChg chg="mod">
          <ac:chgData name="ACEM2-21 ac37822m(長岡高専)" userId="45dd5a03-675d-49d7-a16d-8a5974401386" providerId="ADAL" clId="{0A89F58A-4406-444B-99B4-2490481C0A91}" dt="2026-09-15T07:29:45.307" v="6942"/>
          <ac:spMkLst>
            <pc:docMk/>
            <pc:sldMk cId="315102233" sldId="272"/>
            <ac:spMk id="68" creationId="{EEA9CF6D-E0E4-2704-7CE8-378A479D15B4}"/>
          </ac:spMkLst>
        </pc:spChg>
        <pc:spChg chg="add mod">
          <ac:chgData name="ACEM2-21 ac37822m(長岡高専)" userId="45dd5a03-675d-49d7-a16d-8a5974401386" providerId="ADAL" clId="{0A89F58A-4406-444B-99B4-2490481C0A91}" dt="2026-09-15T09:56:39.644" v="8798" actId="1076"/>
          <ac:spMkLst>
            <pc:docMk/>
            <pc:sldMk cId="315102233" sldId="272"/>
            <ac:spMk id="70" creationId="{C20F21EB-6465-EFC9-20E8-7834E5147F94}"/>
          </ac:spMkLst>
        </pc:spChg>
        <pc:spChg chg="add mod">
          <ac:chgData name="ACEM2-21 ac37822m(長岡高専)" userId="45dd5a03-675d-49d7-a16d-8a5974401386" providerId="ADAL" clId="{0A89F58A-4406-444B-99B4-2490481C0A91}" dt="2026-09-15T09:56:43.050" v="8799" actId="1076"/>
          <ac:spMkLst>
            <pc:docMk/>
            <pc:sldMk cId="315102233" sldId="272"/>
            <ac:spMk id="72" creationId="{39FFB5A3-88CD-E860-EF97-CCCEEC54DC80}"/>
          </ac:spMkLst>
        </pc:spChg>
        <pc:spChg chg="add mod">
          <ac:chgData name="ACEM2-21 ac37822m(長岡高専)" userId="45dd5a03-675d-49d7-a16d-8a5974401386" providerId="ADAL" clId="{0A89F58A-4406-444B-99B4-2490481C0A91}" dt="2026-09-15T12:33:25.204" v="8981" actId="14100"/>
          <ac:spMkLst>
            <pc:docMk/>
            <pc:sldMk cId="315102233" sldId="272"/>
            <ac:spMk id="78" creationId="{D4355873-2172-5C0E-1B5F-2E2495EDD03A}"/>
          </ac:spMkLst>
        </pc:spChg>
        <pc:spChg chg="add mod">
          <ac:chgData name="ACEM2-21 ac37822m(長岡高専)" userId="45dd5a03-675d-49d7-a16d-8a5974401386" providerId="ADAL" clId="{0A89F58A-4406-444B-99B4-2490481C0A91}" dt="2026-09-15T12:33:36.566" v="8988" actId="14100"/>
          <ac:spMkLst>
            <pc:docMk/>
            <pc:sldMk cId="315102233" sldId="272"/>
            <ac:spMk id="80" creationId="{50D9EDEC-0919-A051-8BC4-0B1080A2658F}"/>
          </ac:spMkLst>
        </pc:spChg>
        <pc:grpChg chg="mod">
          <ac:chgData name="ACEM2-21 ac37822m(長岡高専)" userId="45dd5a03-675d-49d7-a16d-8a5974401386" providerId="ADAL" clId="{0A89F58A-4406-444B-99B4-2490481C0A91}" dt="2026-09-15T09:56:34.559" v="8796" actId="1076"/>
          <ac:grpSpMkLst>
            <pc:docMk/>
            <pc:sldMk cId="315102233" sldId="272"/>
            <ac:grpSpMk id="18" creationId="{B2496B3E-DCD5-5A40-47A3-24277B28EA23}"/>
          </ac:grpSpMkLst>
        </pc:grpChg>
        <pc:grpChg chg="mod">
          <ac:chgData name="ACEM2-21 ac37822m(長岡高専)" userId="45dd5a03-675d-49d7-a16d-8a5974401386" providerId="ADAL" clId="{0A89F58A-4406-444B-99B4-2490481C0A91}" dt="2026-09-15T07:30:57.590" v="6962" actId="1076"/>
          <ac:grpSpMkLst>
            <pc:docMk/>
            <pc:sldMk cId="315102233" sldId="272"/>
            <ac:grpSpMk id="41" creationId="{F780FBE7-E2D7-BBAC-F956-6B49C814B08C}"/>
          </ac:grpSpMkLst>
        </pc:grpChg>
        <pc:graphicFrameChg chg="add mod modGraphic">
          <ac:chgData name="ACEM2-21 ac37822m(長岡高専)" userId="45dd5a03-675d-49d7-a16d-8a5974401386" providerId="ADAL" clId="{0A89F58A-4406-444B-99B4-2490481C0A91}" dt="2026-09-15T06:31:25.093" v="5912" actId="1076"/>
          <ac:graphicFrameMkLst>
            <pc:docMk/>
            <pc:sldMk cId="315102233" sldId="272"/>
            <ac:graphicFrameMk id="4" creationId="{BB92130A-9F3D-70E1-4291-7F4FE54B5F53}"/>
          </ac:graphicFrameMkLst>
        </pc:graphicFrameChg>
        <pc:graphicFrameChg chg="add del mod modGraphic">
          <ac:chgData name="ACEM2-21 ac37822m(長岡高専)" userId="45dd5a03-675d-49d7-a16d-8a5974401386" providerId="ADAL" clId="{0A89F58A-4406-444B-99B4-2490481C0A91}" dt="2026-09-15T07:27:13.913" v="6876" actId="21"/>
          <ac:graphicFrameMkLst>
            <pc:docMk/>
            <pc:sldMk cId="315102233" sldId="272"/>
            <ac:graphicFrameMk id="5" creationId="{762CFCB9-8657-1607-0E47-0C439A53AA57}"/>
          </ac:graphicFrameMkLst>
        </pc:graphicFrameChg>
        <pc:graphicFrameChg chg="add del mod modGraphic">
          <ac:chgData name="ACEM2-21 ac37822m(長岡高専)" userId="45dd5a03-675d-49d7-a16d-8a5974401386" providerId="ADAL" clId="{0A89F58A-4406-444B-99B4-2490481C0A91}" dt="2026-09-15T07:27:33.388" v="6881" actId="478"/>
          <ac:graphicFrameMkLst>
            <pc:docMk/>
            <pc:sldMk cId="315102233" sldId="272"/>
            <ac:graphicFrameMk id="16" creationId="{7D11BC09-7835-AFE6-9A27-F0C14DBB9585}"/>
          </ac:graphicFrameMkLst>
        </pc:graphicFrameChg>
        <pc:graphicFrameChg chg="add mod modGraphic">
          <ac:chgData name="ACEM2-21 ac37822m(長岡高専)" userId="45dd5a03-675d-49d7-a16d-8a5974401386" providerId="ADAL" clId="{0A89F58A-4406-444B-99B4-2490481C0A91}" dt="2026-09-15T12:33:56.979" v="9028" actId="404"/>
          <ac:graphicFrameMkLst>
            <pc:docMk/>
            <pc:sldMk cId="315102233" sldId="272"/>
            <ac:graphicFrameMk id="17" creationId="{1F759231-A72B-D3A1-BD39-CA2C5A655271}"/>
          </ac:graphicFrameMkLst>
        </pc:graphicFrameChg>
        <pc:picChg chg="add mod modCrop">
          <ac:chgData name="ACEM2-21 ac37822m(長岡高専)" userId="45dd5a03-675d-49d7-a16d-8a5974401386" providerId="ADAL" clId="{0A89F58A-4406-444B-99B4-2490481C0A91}" dt="2026-09-15T12:32:38.342" v="8928" actId="1076"/>
          <ac:picMkLst>
            <pc:docMk/>
            <pc:sldMk cId="315102233" sldId="272"/>
            <ac:picMk id="74" creationId="{F20542AF-5602-DDF1-02FF-397A3057E9E5}"/>
          </ac:picMkLst>
        </pc:picChg>
        <pc:picChg chg="add mod modCrop">
          <ac:chgData name="ACEM2-21 ac37822m(長岡高専)" userId="45dd5a03-675d-49d7-a16d-8a5974401386" providerId="ADAL" clId="{0A89F58A-4406-444B-99B4-2490481C0A91}" dt="2026-09-15T12:32:44.442" v="8929" actId="14100"/>
          <ac:picMkLst>
            <pc:docMk/>
            <pc:sldMk cId="315102233" sldId="272"/>
            <ac:picMk id="76" creationId="{154BBBEE-E441-5AF0-97D2-E58CE380066D}"/>
          </ac:picMkLst>
        </pc:picChg>
      </pc:sldChg>
      <pc:sldChg chg="addSp delSp modSp new mod ord">
        <pc:chgData name="ACEM2-21 ac37822m(長岡高専)" userId="45dd5a03-675d-49d7-a16d-8a5974401386" providerId="ADAL" clId="{0A89F58A-4406-444B-99B4-2490481C0A91}" dt="2026-09-15T06:58:18.024" v="6864" actId="2711"/>
        <pc:sldMkLst>
          <pc:docMk/>
          <pc:sldMk cId="277527946" sldId="273"/>
        </pc:sldMkLst>
        <pc:spChg chg="add mod">
          <ac:chgData name="ACEM2-21 ac37822m(長岡高専)" userId="45dd5a03-675d-49d7-a16d-8a5974401386" providerId="ADAL" clId="{0A89F58A-4406-444B-99B4-2490481C0A91}" dt="2026-09-15T06:18:32.650" v="5714" actId="1076"/>
          <ac:spMkLst>
            <pc:docMk/>
            <pc:sldMk cId="277527946" sldId="273"/>
            <ac:spMk id="14" creationId="{BF9519EE-8142-1421-E50F-7C8239D6E166}"/>
          </ac:spMkLst>
        </pc:spChg>
        <pc:spChg chg="add del mod ord">
          <ac:chgData name="ACEM2-21 ac37822m(長岡高専)" userId="45dd5a03-675d-49d7-a16d-8a5974401386" providerId="ADAL" clId="{0A89F58A-4406-444B-99B4-2490481C0A91}" dt="2026-09-15T06:24:00.154" v="5830" actId="21"/>
          <ac:spMkLst>
            <pc:docMk/>
            <pc:sldMk cId="277527946" sldId="273"/>
            <ac:spMk id="16" creationId="{29344CED-EB95-4E37-1D46-685BB132192E}"/>
          </ac:spMkLst>
        </pc:spChg>
        <pc:spChg chg="add del mod">
          <ac:chgData name="ACEM2-21 ac37822m(長岡高専)" userId="45dd5a03-675d-49d7-a16d-8a5974401386" providerId="ADAL" clId="{0A89F58A-4406-444B-99B4-2490481C0A91}" dt="2026-09-15T06:24:00.154" v="5830" actId="21"/>
          <ac:spMkLst>
            <pc:docMk/>
            <pc:sldMk cId="277527946" sldId="273"/>
            <ac:spMk id="18" creationId="{4A90FAB9-F035-9812-CEF2-9E539AFC14C0}"/>
          </ac:spMkLst>
        </pc:spChg>
        <pc:spChg chg="add del mod">
          <ac:chgData name="ACEM2-21 ac37822m(長岡高専)" userId="45dd5a03-675d-49d7-a16d-8a5974401386" providerId="ADAL" clId="{0A89F58A-4406-444B-99B4-2490481C0A91}" dt="2026-09-15T06:24:00.154" v="5830" actId="21"/>
          <ac:spMkLst>
            <pc:docMk/>
            <pc:sldMk cId="277527946" sldId="273"/>
            <ac:spMk id="20" creationId="{85C2EF8E-06DA-76FD-2BE0-06D1B04C2864}"/>
          </ac:spMkLst>
        </pc:spChg>
        <pc:spChg chg="add del mod">
          <ac:chgData name="ACEM2-21 ac37822m(長岡高専)" userId="45dd5a03-675d-49d7-a16d-8a5974401386" providerId="ADAL" clId="{0A89F58A-4406-444B-99B4-2490481C0A91}" dt="2026-09-15T06:24:00.154" v="5830" actId="21"/>
          <ac:spMkLst>
            <pc:docMk/>
            <pc:sldMk cId="277527946" sldId="273"/>
            <ac:spMk id="22" creationId="{14A35115-7C94-7386-DFCA-B0C9ED9ECC0C}"/>
          </ac:spMkLst>
        </pc:spChg>
        <pc:spChg chg="add del mod">
          <ac:chgData name="ACEM2-21 ac37822m(長岡高専)" userId="45dd5a03-675d-49d7-a16d-8a5974401386" providerId="ADAL" clId="{0A89F58A-4406-444B-99B4-2490481C0A91}" dt="2026-09-15T06:24:00.154" v="5830" actId="21"/>
          <ac:spMkLst>
            <pc:docMk/>
            <pc:sldMk cId="277527946" sldId="273"/>
            <ac:spMk id="24" creationId="{85E42F5C-BA0C-BE09-1FF0-FC8E17C77449}"/>
          </ac:spMkLst>
        </pc:spChg>
        <pc:spChg chg="add del mod">
          <ac:chgData name="ACEM2-21 ac37822m(長岡高専)" userId="45dd5a03-675d-49d7-a16d-8a5974401386" providerId="ADAL" clId="{0A89F58A-4406-444B-99B4-2490481C0A91}" dt="2026-09-15T06:24:00.154" v="5830" actId="21"/>
          <ac:spMkLst>
            <pc:docMk/>
            <pc:sldMk cId="277527946" sldId="273"/>
            <ac:spMk id="25" creationId="{1E03CDBD-5F56-F579-146C-B1E94168F4F3}"/>
          </ac:spMkLst>
        </pc:spChg>
        <pc:spChg chg="add mod">
          <ac:chgData name="ACEM2-21 ac37822m(長岡高専)" userId="45dd5a03-675d-49d7-a16d-8a5974401386" providerId="ADAL" clId="{0A89F58A-4406-444B-99B4-2490481C0A91}" dt="2026-09-15T06:20:34.771" v="5780" actId="1076"/>
          <ac:spMkLst>
            <pc:docMk/>
            <pc:sldMk cId="277527946" sldId="273"/>
            <ac:spMk id="27" creationId="{DE9A6AA6-FBB5-69C3-02CE-CE5DB5CE9B1C}"/>
          </ac:spMkLst>
        </pc:spChg>
        <pc:spChg chg="add del mod">
          <ac:chgData name="ACEM2-21 ac37822m(長岡高専)" userId="45dd5a03-675d-49d7-a16d-8a5974401386" providerId="ADAL" clId="{0A89F58A-4406-444B-99B4-2490481C0A91}" dt="2026-09-15T06:24:00.154" v="5830" actId="21"/>
          <ac:spMkLst>
            <pc:docMk/>
            <pc:sldMk cId="277527946" sldId="273"/>
            <ac:spMk id="29" creationId="{78B0F640-0C79-6B05-C212-464D5AB0F12B}"/>
          </ac:spMkLst>
        </pc:spChg>
        <pc:spChg chg="add del mod">
          <ac:chgData name="ACEM2-21 ac37822m(長岡高専)" userId="45dd5a03-675d-49d7-a16d-8a5974401386" providerId="ADAL" clId="{0A89F58A-4406-444B-99B4-2490481C0A91}" dt="2026-09-15T06:24:00.154" v="5830" actId="21"/>
          <ac:spMkLst>
            <pc:docMk/>
            <pc:sldMk cId="277527946" sldId="273"/>
            <ac:spMk id="31" creationId="{CA39B442-3139-9151-A491-870DE78D7EF6}"/>
          </ac:spMkLst>
        </pc:spChg>
        <pc:spChg chg="add del mod">
          <ac:chgData name="ACEM2-21 ac37822m(長岡高専)" userId="45dd5a03-675d-49d7-a16d-8a5974401386" providerId="ADAL" clId="{0A89F58A-4406-444B-99B4-2490481C0A91}" dt="2026-09-15T06:20:26.639" v="5778" actId="21"/>
          <ac:spMkLst>
            <pc:docMk/>
            <pc:sldMk cId="277527946" sldId="273"/>
            <ac:spMk id="33" creationId="{B78D149F-EE8C-68FA-4F5E-12496E8CB6D2}"/>
          </ac:spMkLst>
        </pc:spChg>
        <pc:spChg chg="add del mod">
          <ac:chgData name="ACEM2-21 ac37822m(長岡高専)" userId="45dd5a03-675d-49d7-a16d-8a5974401386" providerId="ADAL" clId="{0A89F58A-4406-444B-99B4-2490481C0A91}" dt="2026-09-15T06:24:00.154" v="5830" actId="21"/>
          <ac:spMkLst>
            <pc:docMk/>
            <pc:sldMk cId="277527946" sldId="273"/>
            <ac:spMk id="35" creationId="{E1CBD84C-072C-1DA2-1CCF-9C6A3E0A23AB}"/>
          </ac:spMkLst>
        </pc:spChg>
        <pc:spChg chg="add del mod">
          <ac:chgData name="ACEM2-21 ac37822m(長岡高専)" userId="45dd5a03-675d-49d7-a16d-8a5974401386" providerId="ADAL" clId="{0A89F58A-4406-444B-99B4-2490481C0A91}" dt="2026-09-15T06:20:26.639" v="5778" actId="21"/>
          <ac:spMkLst>
            <pc:docMk/>
            <pc:sldMk cId="277527946" sldId="273"/>
            <ac:spMk id="38" creationId="{101073A6-AE1F-7908-9B50-0E407BE47361}"/>
          </ac:spMkLst>
        </pc:spChg>
        <pc:spChg chg="add del mod">
          <ac:chgData name="ACEM2-21 ac37822m(長岡高専)" userId="45dd5a03-675d-49d7-a16d-8a5974401386" providerId="ADAL" clId="{0A89F58A-4406-444B-99B4-2490481C0A91}" dt="2026-09-15T06:20:26.639" v="5778" actId="21"/>
          <ac:spMkLst>
            <pc:docMk/>
            <pc:sldMk cId="277527946" sldId="273"/>
            <ac:spMk id="40" creationId="{D180313C-8E6D-5D96-5F71-CA99C72AA3F9}"/>
          </ac:spMkLst>
        </pc:spChg>
        <pc:spChg chg="add del mod">
          <ac:chgData name="ACEM2-21 ac37822m(長岡高専)" userId="45dd5a03-675d-49d7-a16d-8a5974401386" providerId="ADAL" clId="{0A89F58A-4406-444B-99B4-2490481C0A91}" dt="2026-09-15T06:20:26.639" v="5778" actId="21"/>
          <ac:spMkLst>
            <pc:docMk/>
            <pc:sldMk cId="277527946" sldId="273"/>
            <ac:spMk id="42" creationId="{48AE3D45-B815-8705-8550-5F7A459D4929}"/>
          </ac:spMkLst>
        </pc:spChg>
        <pc:spChg chg="add del">
          <ac:chgData name="ACEM2-21 ac37822m(長岡高専)" userId="45dd5a03-675d-49d7-a16d-8a5974401386" providerId="ADAL" clId="{0A89F58A-4406-444B-99B4-2490481C0A91}" dt="2026-09-15T06:20:23.219" v="5777" actId="22"/>
          <ac:spMkLst>
            <pc:docMk/>
            <pc:sldMk cId="277527946" sldId="273"/>
            <ac:spMk id="44" creationId="{D3971177-445A-3B30-25DB-F32EB3759A33}"/>
          </ac:spMkLst>
        </pc:spChg>
        <pc:spChg chg="add del mod">
          <ac:chgData name="ACEM2-21 ac37822m(長岡高専)" userId="45dd5a03-675d-49d7-a16d-8a5974401386" providerId="ADAL" clId="{0A89F58A-4406-444B-99B4-2490481C0A91}" dt="2026-09-15T06:24:00.154" v="5830" actId="21"/>
          <ac:spMkLst>
            <pc:docMk/>
            <pc:sldMk cId="277527946" sldId="273"/>
            <ac:spMk id="46" creationId="{B532C304-D20C-B5F0-E31F-6D119ADA5A92}"/>
          </ac:spMkLst>
        </pc:spChg>
        <pc:spChg chg="add mod">
          <ac:chgData name="ACEM2-21 ac37822m(長岡高専)" userId="45dd5a03-675d-49d7-a16d-8a5974401386" providerId="ADAL" clId="{0A89F58A-4406-444B-99B4-2490481C0A91}" dt="2026-09-15T06:27:27.765" v="5872" actId="164"/>
          <ac:spMkLst>
            <pc:docMk/>
            <pc:sldMk cId="277527946" sldId="273"/>
            <ac:spMk id="52" creationId="{49084E5B-D0D5-8314-4453-33F2BE095C8C}"/>
          </ac:spMkLst>
        </pc:spChg>
        <pc:spChg chg="mod">
          <ac:chgData name="ACEM2-21 ac37822m(長岡高専)" userId="45dd5a03-675d-49d7-a16d-8a5974401386" providerId="ADAL" clId="{0A89F58A-4406-444B-99B4-2490481C0A91}" dt="2026-09-15T06:27:27.765" v="5872" actId="164"/>
          <ac:spMkLst>
            <pc:docMk/>
            <pc:sldMk cId="277527946" sldId="273"/>
            <ac:spMk id="53" creationId="{F6858603-D1BB-3672-9F96-075BA98F5481}"/>
          </ac:spMkLst>
        </pc:spChg>
        <pc:spChg chg="add mod">
          <ac:chgData name="ACEM2-21 ac37822m(長岡高専)" userId="45dd5a03-675d-49d7-a16d-8a5974401386" providerId="ADAL" clId="{0A89F58A-4406-444B-99B4-2490481C0A91}" dt="2026-09-15T06:27:27.765" v="5872" actId="164"/>
          <ac:spMkLst>
            <pc:docMk/>
            <pc:sldMk cId="277527946" sldId="273"/>
            <ac:spMk id="54" creationId="{53CC35C8-DFD0-CFB3-E761-976ADA84B7D4}"/>
          </ac:spMkLst>
        </pc:spChg>
        <pc:spChg chg="add mod">
          <ac:chgData name="ACEM2-21 ac37822m(長岡高専)" userId="45dd5a03-675d-49d7-a16d-8a5974401386" providerId="ADAL" clId="{0A89F58A-4406-444B-99B4-2490481C0A91}" dt="2026-09-15T06:24:03.378" v="5831" actId="1076"/>
          <ac:spMkLst>
            <pc:docMk/>
            <pc:sldMk cId="277527946" sldId="273"/>
            <ac:spMk id="55" creationId="{E3F1E977-70C8-B8AD-898E-7441C3D21961}"/>
          </ac:spMkLst>
        </pc:spChg>
        <pc:spChg chg="add del mod">
          <ac:chgData name="ACEM2-21 ac37822m(長岡高専)" userId="45dd5a03-675d-49d7-a16d-8a5974401386" providerId="ADAL" clId="{0A89F58A-4406-444B-99B4-2490481C0A91}" dt="2026-09-15T06:57:02.852" v="6830" actId="21"/>
          <ac:spMkLst>
            <pc:docMk/>
            <pc:sldMk cId="277527946" sldId="273"/>
            <ac:spMk id="56" creationId="{8D3924E4-6DC3-5A8D-A3A2-3B6180622680}"/>
          </ac:spMkLst>
        </pc:spChg>
        <pc:spChg chg="add del mod">
          <ac:chgData name="ACEM2-21 ac37822m(長岡高専)" userId="45dd5a03-675d-49d7-a16d-8a5974401386" providerId="ADAL" clId="{0A89F58A-4406-444B-99B4-2490481C0A91}" dt="2026-09-15T06:57:02.852" v="6830" actId="21"/>
          <ac:spMkLst>
            <pc:docMk/>
            <pc:sldMk cId="277527946" sldId="273"/>
            <ac:spMk id="57" creationId="{122D62D0-4AA0-37AC-BCF6-257F6968D9EB}"/>
          </ac:spMkLst>
        </pc:spChg>
        <pc:spChg chg="add mod">
          <ac:chgData name="ACEM2-21 ac37822m(長岡高専)" userId="45dd5a03-675d-49d7-a16d-8a5974401386" providerId="ADAL" clId="{0A89F58A-4406-444B-99B4-2490481C0A91}" dt="2026-09-15T06:57:58.152" v="6860" actId="2711"/>
          <ac:spMkLst>
            <pc:docMk/>
            <pc:sldMk cId="277527946" sldId="273"/>
            <ac:spMk id="58" creationId="{36EB3FC5-5FAB-B3FB-1616-63D05DA32174}"/>
          </ac:spMkLst>
        </pc:spChg>
        <pc:spChg chg="add mod">
          <ac:chgData name="ACEM2-21 ac37822m(長岡高専)" userId="45dd5a03-675d-49d7-a16d-8a5974401386" providerId="ADAL" clId="{0A89F58A-4406-444B-99B4-2490481C0A91}" dt="2026-09-15T06:58:08.564" v="6862" actId="2711"/>
          <ac:spMkLst>
            <pc:docMk/>
            <pc:sldMk cId="277527946" sldId="273"/>
            <ac:spMk id="59" creationId="{619CDD0F-EC18-9742-F24E-A93E6A43C6F2}"/>
          </ac:spMkLst>
        </pc:spChg>
        <pc:spChg chg="mod">
          <ac:chgData name="ACEM2-21 ac37822m(長岡高専)" userId="45dd5a03-675d-49d7-a16d-8a5974401386" providerId="ADAL" clId="{0A89F58A-4406-444B-99B4-2490481C0A91}" dt="2026-09-15T06:56:56.094" v="6829" actId="208"/>
          <ac:spMkLst>
            <pc:docMk/>
            <pc:sldMk cId="277527946" sldId="273"/>
            <ac:spMk id="61" creationId="{260BF586-623E-DF94-A6F7-28C6AAC96AF3}"/>
          </ac:spMkLst>
        </pc:spChg>
        <pc:spChg chg="add mod">
          <ac:chgData name="ACEM2-21 ac37822m(長岡高専)" userId="45dd5a03-675d-49d7-a16d-8a5974401386" providerId="ADAL" clId="{0A89F58A-4406-444B-99B4-2490481C0A91}" dt="2026-09-15T06:24:03.378" v="5831" actId="1076"/>
          <ac:spMkLst>
            <pc:docMk/>
            <pc:sldMk cId="277527946" sldId="273"/>
            <ac:spMk id="62" creationId="{B58FDE9E-5F4A-0A1F-A745-C2DC9F99EEE6}"/>
          </ac:spMkLst>
        </pc:spChg>
        <pc:spChg chg="mod">
          <ac:chgData name="ACEM2-21 ac37822m(長岡高専)" userId="45dd5a03-675d-49d7-a16d-8a5974401386" providerId="ADAL" clId="{0A89F58A-4406-444B-99B4-2490481C0A91}" dt="2026-09-15T06:58:18.024" v="6864" actId="2711"/>
          <ac:spMkLst>
            <pc:docMk/>
            <pc:sldMk cId="277527946" sldId="273"/>
            <ac:spMk id="63" creationId="{8D342683-E206-BC4E-FFC0-F839DE2B397B}"/>
          </ac:spMkLst>
        </pc:spChg>
        <pc:spChg chg="add mod">
          <ac:chgData name="ACEM2-21 ac37822m(長岡高専)" userId="45dd5a03-675d-49d7-a16d-8a5974401386" providerId="ADAL" clId="{0A89F58A-4406-444B-99B4-2490481C0A91}" dt="2026-09-15T06:56:56.094" v="6829" actId="208"/>
          <ac:spMkLst>
            <pc:docMk/>
            <pc:sldMk cId="277527946" sldId="273"/>
            <ac:spMk id="64" creationId="{8C55D187-3EB3-5B7C-0861-2D8513F76E64}"/>
          </ac:spMkLst>
        </pc:spChg>
        <pc:spChg chg="add mod">
          <ac:chgData name="ACEM2-21 ac37822m(長岡高専)" userId="45dd5a03-675d-49d7-a16d-8a5974401386" providerId="ADAL" clId="{0A89F58A-4406-444B-99B4-2490481C0A91}" dt="2026-09-15T06:58:13.961" v="6863" actId="2711"/>
          <ac:spMkLst>
            <pc:docMk/>
            <pc:sldMk cId="277527946" sldId="273"/>
            <ac:spMk id="65" creationId="{206725B2-D3EB-D0BE-9270-13A196D1229F}"/>
          </ac:spMkLst>
        </pc:spChg>
        <pc:spChg chg="add mod">
          <ac:chgData name="ACEM2-21 ac37822m(長岡高専)" userId="45dd5a03-675d-49d7-a16d-8a5974401386" providerId="ADAL" clId="{0A89F58A-4406-444B-99B4-2490481C0A91}" dt="2026-09-15T06:27:27.765" v="5872" actId="164"/>
          <ac:spMkLst>
            <pc:docMk/>
            <pc:sldMk cId="277527946" sldId="273"/>
            <ac:spMk id="72" creationId="{F54BDA15-6B9D-6018-0810-1AE680E8BF92}"/>
          </ac:spMkLst>
        </pc:spChg>
        <pc:spChg chg="add mod">
          <ac:chgData name="ACEM2-21 ac37822m(長岡高専)" userId="45dd5a03-675d-49d7-a16d-8a5974401386" providerId="ADAL" clId="{0A89F58A-4406-444B-99B4-2490481C0A91}" dt="2026-09-15T06:27:27.765" v="5872" actId="164"/>
          <ac:spMkLst>
            <pc:docMk/>
            <pc:sldMk cId="277527946" sldId="273"/>
            <ac:spMk id="74" creationId="{AEA594AA-6148-DD6A-2FC3-C26B58E7E121}"/>
          </ac:spMkLst>
        </pc:spChg>
        <pc:spChg chg="add mod">
          <ac:chgData name="ACEM2-21 ac37822m(長岡高専)" userId="45dd5a03-675d-49d7-a16d-8a5974401386" providerId="ADAL" clId="{0A89F58A-4406-444B-99B4-2490481C0A91}" dt="2026-09-15T06:27:00.012" v="5868" actId="1076"/>
          <ac:spMkLst>
            <pc:docMk/>
            <pc:sldMk cId="277527946" sldId="273"/>
            <ac:spMk id="88" creationId="{7DB6D0EC-687B-27C0-FD63-9954FFE73621}"/>
          </ac:spMkLst>
        </pc:spChg>
        <pc:spChg chg="add mod">
          <ac:chgData name="ACEM2-21 ac37822m(長岡高専)" userId="45dd5a03-675d-49d7-a16d-8a5974401386" providerId="ADAL" clId="{0A89F58A-4406-444B-99B4-2490481C0A91}" dt="2026-09-15T06:27:02.728" v="5870" actId="1076"/>
          <ac:spMkLst>
            <pc:docMk/>
            <pc:sldMk cId="277527946" sldId="273"/>
            <ac:spMk id="90" creationId="{9E1BD33F-7CF2-713E-2634-E75220F5E18D}"/>
          </ac:spMkLst>
        </pc:spChg>
        <pc:spChg chg="del mod">
          <ac:chgData name="ACEM2-21 ac37822m(長岡高専)" userId="45dd5a03-675d-49d7-a16d-8a5974401386" providerId="ADAL" clId="{0A89F58A-4406-444B-99B4-2490481C0A91}" dt="2026-09-15T06:56:12.512" v="6816" actId="21"/>
          <ac:spMkLst>
            <pc:docMk/>
            <pc:sldMk cId="277527946" sldId="273"/>
            <ac:spMk id="102" creationId="{FD75C270-ECA5-7912-33A0-98FF848B0892}"/>
          </ac:spMkLst>
        </pc:spChg>
        <pc:spChg chg="mod">
          <ac:chgData name="ACEM2-21 ac37822m(長岡高専)" userId="45dd5a03-675d-49d7-a16d-8a5974401386" providerId="ADAL" clId="{0A89F58A-4406-444B-99B4-2490481C0A91}" dt="2026-09-15T06:56:07.837" v="6814"/>
          <ac:spMkLst>
            <pc:docMk/>
            <pc:sldMk cId="277527946" sldId="273"/>
            <ac:spMk id="103" creationId="{CD5EB4B8-6FE2-E31E-518C-E55D639D9E46}"/>
          </ac:spMkLst>
        </pc:spChg>
        <pc:spChg chg="del mod">
          <ac:chgData name="ACEM2-21 ac37822m(長岡高専)" userId="45dd5a03-675d-49d7-a16d-8a5974401386" providerId="ADAL" clId="{0A89F58A-4406-444B-99B4-2490481C0A91}" dt="2026-09-15T06:56:14.983" v="6817" actId="21"/>
          <ac:spMkLst>
            <pc:docMk/>
            <pc:sldMk cId="277527946" sldId="273"/>
            <ac:spMk id="104" creationId="{861219E5-B35E-E59A-BD6C-6C487EFE8D27}"/>
          </ac:spMkLst>
        </pc:spChg>
        <pc:spChg chg="mod">
          <ac:chgData name="ACEM2-21 ac37822m(長岡高専)" userId="45dd5a03-675d-49d7-a16d-8a5974401386" providerId="ADAL" clId="{0A89F58A-4406-444B-99B4-2490481C0A91}" dt="2026-09-15T06:56:41.303" v="6825" actId="1076"/>
          <ac:spMkLst>
            <pc:docMk/>
            <pc:sldMk cId="277527946" sldId="273"/>
            <ac:spMk id="105" creationId="{8BC68E87-965D-B127-3124-42BE86F34FEC}"/>
          </ac:spMkLst>
        </pc:spChg>
        <pc:spChg chg="del mod">
          <ac:chgData name="ACEM2-21 ac37822m(長岡高専)" userId="45dd5a03-675d-49d7-a16d-8a5974401386" providerId="ADAL" clId="{0A89F58A-4406-444B-99B4-2490481C0A91}" dt="2026-09-15T06:57:19.112" v="6843" actId="21"/>
          <ac:spMkLst>
            <pc:docMk/>
            <pc:sldMk cId="277527946" sldId="273"/>
            <ac:spMk id="106" creationId="{1EB15111-F591-54EE-2B8C-B619E1AD0AF8}"/>
          </ac:spMkLst>
        </pc:spChg>
        <pc:spChg chg="mod">
          <ac:chgData name="ACEM2-21 ac37822m(長岡高専)" userId="45dd5a03-675d-49d7-a16d-8a5974401386" providerId="ADAL" clId="{0A89F58A-4406-444B-99B4-2490481C0A91}" dt="2026-09-15T06:57:16.289" v="6842" actId="20577"/>
          <ac:spMkLst>
            <pc:docMk/>
            <pc:sldMk cId="277527946" sldId="273"/>
            <ac:spMk id="107" creationId="{13DA61B6-3C24-3B4A-4A3B-8CF34F805E54}"/>
          </ac:spMkLst>
        </pc:spChg>
        <pc:spChg chg="del">
          <ac:chgData name="ACEM2-21 ac37822m(長岡高専)" userId="45dd5a03-675d-49d7-a16d-8a5974401386" providerId="ADAL" clId="{0A89F58A-4406-444B-99B4-2490481C0A91}" dt="2026-09-15T06:57:28.470" v="6846" actId="478"/>
          <ac:spMkLst>
            <pc:docMk/>
            <pc:sldMk cId="277527946" sldId="273"/>
            <ac:spMk id="108" creationId="{223E3FDC-BD78-593D-28B8-477A7D17175F}"/>
          </ac:spMkLst>
        </pc:spChg>
        <pc:spChg chg="mod">
          <ac:chgData name="ACEM2-21 ac37822m(長岡高専)" userId="45dd5a03-675d-49d7-a16d-8a5974401386" providerId="ADAL" clId="{0A89F58A-4406-444B-99B4-2490481C0A91}" dt="2026-09-15T06:57:49.767" v="6859" actId="2711"/>
          <ac:spMkLst>
            <pc:docMk/>
            <pc:sldMk cId="277527946" sldId="273"/>
            <ac:spMk id="109" creationId="{09650D78-120C-C180-1974-0EC0DBA76E03}"/>
          </ac:spMkLst>
        </pc:spChg>
        <pc:spChg chg="mod">
          <ac:chgData name="ACEM2-21 ac37822m(長岡高専)" userId="45dd5a03-675d-49d7-a16d-8a5974401386" providerId="ADAL" clId="{0A89F58A-4406-444B-99B4-2490481C0A91}" dt="2026-09-15T06:57:26.321" v="6845" actId="208"/>
          <ac:spMkLst>
            <pc:docMk/>
            <pc:sldMk cId="277527946" sldId="273"/>
            <ac:spMk id="111" creationId="{48D00B71-09D4-17AA-9D35-5167CBC73585}"/>
          </ac:spMkLst>
        </pc:spChg>
        <pc:spChg chg="mod">
          <ac:chgData name="ACEM2-21 ac37822m(長岡高専)" userId="45dd5a03-675d-49d7-a16d-8a5974401386" providerId="ADAL" clId="{0A89F58A-4406-444B-99B4-2490481C0A91}" dt="2026-09-15T06:56:07.837" v="6814"/>
          <ac:spMkLst>
            <pc:docMk/>
            <pc:sldMk cId="277527946" sldId="273"/>
            <ac:spMk id="112" creationId="{C616FCE6-135B-A348-FBD6-459E2E2F0FDF}"/>
          </ac:spMkLst>
        </pc:spChg>
        <pc:spChg chg="del mod">
          <ac:chgData name="ACEM2-21 ac37822m(長岡高専)" userId="45dd5a03-675d-49d7-a16d-8a5974401386" providerId="ADAL" clId="{0A89F58A-4406-444B-99B4-2490481C0A91}" dt="2026-09-15T06:57:30.249" v="6848" actId="478"/>
          <ac:spMkLst>
            <pc:docMk/>
            <pc:sldMk cId="277527946" sldId="273"/>
            <ac:spMk id="113" creationId="{76B52FA3-76A9-2541-3452-B5F08793D891}"/>
          </ac:spMkLst>
        </pc:spChg>
        <pc:spChg chg="mod">
          <ac:chgData name="ACEM2-21 ac37822m(長岡高専)" userId="45dd5a03-675d-49d7-a16d-8a5974401386" providerId="ADAL" clId="{0A89F58A-4406-444B-99B4-2490481C0A91}" dt="2026-09-15T06:57:26.321" v="6845" actId="208"/>
          <ac:spMkLst>
            <pc:docMk/>
            <pc:sldMk cId="277527946" sldId="273"/>
            <ac:spMk id="114" creationId="{23039A5D-4D6B-6758-2F35-B57334CB2715}"/>
          </ac:spMkLst>
        </pc:spChg>
        <pc:spChg chg="mod">
          <ac:chgData name="ACEM2-21 ac37822m(長岡高専)" userId="45dd5a03-675d-49d7-a16d-8a5974401386" providerId="ADAL" clId="{0A89F58A-4406-444B-99B4-2490481C0A91}" dt="2026-09-15T06:58:02.662" v="6861" actId="2711"/>
          <ac:spMkLst>
            <pc:docMk/>
            <pc:sldMk cId="277527946" sldId="273"/>
            <ac:spMk id="115" creationId="{59FAB106-48F4-92EC-90B9-7C394C82334F}"/>
          </ac:spMkLst>
        </pc:spChg>
        <pc:spChg chg="mod">
          <ac:chgData name="ACEM2-21 ac37822m(長岡高専)" userId="45dd5a03-675d-49d7-a16d-8a5974401386" providerId="ADAL" clId="{0A89F58A-4406-444B-99B4-2490481C0A91}" dt="2026-09-15T06:56:07.837" v="6814"/>
          <ac:spMkLst>
            <pc:docMk/>
            <pc:sldMk cId="277527946" sldId="273"/>
            <ac:spMk id="117" creationId="{6651135C-955A-9E60-1EB8-0F70032D4BCE}"/>
          </ac:spMkLst>
        </pc:spChg>
        <pc:spChg chg="mod">
          <ac:chgData name="ACEM2-21 ac37822m(長岡高専)" userId="45dd5a03-675d-49d7-a16d-8a5974401386" providerId="ADAL" clId="{0A89F58A-4406-444B-99B4-2490481C0A91}" dt="2026-09-15T06:56:07.837" v="6814"/>
          <ac:spMkLst>
            <pc:docMk/>
            <pc:sldMk cId="277527946" sldId="273"/>
            <ac:spMk id="121" creationId="{825CC999-1139-FDCB-0A10-D030B23F4C04}"/>
          </ac:spMkLst>
        </pc:spChg>
        <pc:grpChg chg="mod">
          <ac:chgData name="ACEM2-21 ac37822m(長岡高専)" userId="45dd5a03-675d-49d7-a16d-8a5974401386" providerId="ADAL" clId="{0A89F58A-4406-444B-99B4-2490481C0A91}" dt="2026-09-15T06:56:09.398" v="6815" actId="1076"/>
          <ac:grpSpMkLst>
            <pc:docMk/>
            <pc:sldMk cId="277527946" sldId="273"/>
            <ac:grpSpMk id="93" creationId="{E4E5B183-B12B-5184-4F91-5A999AF9F0CA}"/>
          </ac:grpSpMkLst>
        </pc:grpChg>
        <pc:cxnChg chg="add mod">
          <ac:chgData name="ACEM2-21 ac37822m(長岡高専)" userId="45dd5a03-675d-49d7-a16d-8a5974401386" providerId="ADAL" clId="{0A89F58A-4406-444B-99B4-2490481C0A91}" dt="2026-09-15T06:17:22.112" v="5685" actId="14100"/>
          <ac:cxnSpMkLst>
            <pc:docMk/>
            <pc:sldMk cId="277527946" sldId="273"/>
            <ac:cxnSpMk id="6" creationId="{1770D185-4B29-B529-E8EA-E0D917F276FB}"/>
          </ac:cxnSpMkLst>
        </pc:cxnChg>
        <pc:cxnChg chg="add mod">
          <ac:chgData name="ACEM2-21 ac37822m(長岡高専)" userId="45dd5a03-675d-49d7-a16d-8a5974401386" providerId="ADAL" clId="{0A89F58A-4406-444B-99B4-2490481C0A91}" dt="2026-09-15T06:17:27.077" v="5688" actId="14100"/>
          <ac:cxnSpMkLst>
            <pc:docMk/>
            <pc:sldMk cId="277527946" sldId="273"/>
            <ac:cxnSpMk id="8" creationId="{8B476AA8-1771-3264-7A99-57E3714D3C8B}"/>
          </ac:cxnSpMkLst>
        </pc:cxnChg>
        <pc:cxnChg chg="add mod">
          <ac:chgData name="ACEM2-21 ac37822m(長岡高専)" userId="45dd5a03-675d-49d7-a16d-8a5974401386" providerId="ADAL" clId="{0A89F58A-4406-444B-99B4-2490481C0A91}" dt="2026-09-15T06:17:30.753" v="5691" actId="14100"/>
          <ac:cxnSpMkLst>
            <pc:docMk/>
            <pc:sldMk cId="277527946" sldId="273"/>
            <ac:cxnSpMk id="10" creationId="{46613F62-D12B-93A0-E32B-834EBB586D88}"/>
          </ac:cxnSpMkLst>
        </pc:cxnChg>
        <pc:cxnChg chg="add mod">
          <ac:chgData name="ACEM2-21 ac37822m(長岡高専)" userId="45dd5a03-675d-49d7-a16d-8a5974401386" providerId="ADAL" clId="{0A89F58A-4406-444B-99B4-2490481C0A91}" dt="2026-09-15T06:17:33.936" v="5694" actId="14100"/>
          <ac:cxnSpMkLst>
            <pc:docMk/>
            <pc:sldMk cId="277527946" sldId="273"/>
            <ac:cxnSpMk id="12" creationId="{A1489B19-65D2-AC72-BE3C-7F61B3295CB3}"/>
          </ac:cxnSpMkLst>
        </pc:cxnChg>
        <pc:cxnChg chg="add mod">
          <ac:chgData name="ACEM2-21 ac37822m(長岡高専)" userId="45dd5a03-675d-49d7-a16d-8a5974401386" providerId="ADAL" clId="{0A89F58A-4406-444B-99B4-2490481C0A91}" dt="2026-09-15T06:19:55.595" v="5745" actId="14100"/>
          <ac:cxnSpMkLst>
            <pc:docMk/>
            <pc:sldMk cId="277527946" sldId="273"/>
            <ac:cxnSpMk id="34" creationId="{0758767B-C97A-4561-7B12-E501B221DB21}"/>
          </ac:cxnSpMkLst>
        </pc:cxnChg>
        <pc:cxnChg chg="add mod ord">
          <ac:chgData name="ACEM2-21 ac37822m(長岡高専)" userId="45dd5a03-675d-49d7-a16d-8a5974401386" providerId="ADAL" clId="{0A89F58A-4406-444B-99B4-2490481C0A91}" dt="2026-09-15T06:24:36.725" v="5838" actId="14100"/>
          <ac:cxnSpMkLst>
            <pc:docMk/>
            <pc:sldMk cId="277527946" sldId="273"/>
            <ac:cxnSpMk id="66" creationId="{5363462A-8F5D-61C6-69FE-CE1B797B19AB}"/>
          </ac:cxnSpMkLst>
        </pc:cxnChg>
        <pc:cxnChg chg="add mod">
          <ac:chgData name="ACEM2-21 ac37822m(長岡高専)" userId="45dd5a03-675d-49d7-a16d-8a5974401386" providerId="ADAL" clId="{0A89F58A-4406-444B-99B4-2490481C0A91}" dt="2026-09-15T06:25:00.737" v="5847" actId="208"/>
          <ac:cxnSpMkLst>
            <pc:docMk/>
            <pc:sldMk cId="277527946" sldId="273"/>
            <ac:cxnSpMk id="69" creationId="{F2DDDBA8-8A61-10B9-9854-7D8996A8E537}"/>
          </ac:cxnSpMkLst>
        </pc:cxnChg>
        <pc:cxnChg chg="add mod ord">
          <ac:chgData name="ACEM2-21 ac37822m(長岡高専)" userId="45dd5a03-675d-49d7-a16d-8a5974401386" providerId="ADAL" clId="{0A89F58A-4406-444B-99B4-2490481C0A91}" dt="2026-09-15T06:26:35.991" v="5858" actId="167"/>
          <ac:cxnSpMkLst>
            <pc:docMk/>
            <pc:sldMk cId="277527946" sldId="273"/>
            <ac:cxnSpMk id="75" creationId="{266B46F3-431A-F896-77F3-0ABC0A1BC397}"/>
          </ac:cxnSpMkLst>
        </pc:cxnChg>
        <pc:cxnChg chg="add mod ord">
          <ac:chgData name="ACEM2-21 ac37822m(長岡高専)" userId="45dd5a03-675d-49d7-a16d-8a5974401386" providerId="ADAL" clId="{0A89F58A-4406-444B-99B4-2490481C0A91}" dt="2026-09-15T06:26:35.991" v="5858" actId="167"/>
          <ac:cxnSpMkLst>
            <pc:docMk/>
            <pc:sldMk cId="277527946" sldId="273"/>
            <ac:cxnSpMk id="77" creationId="{4615DAE9-3C8E-6660-6BEB-69EE2C08FF18}"/>
          </ac:cxnSpMkLst>
        </pc:cxnChg>
        <pc:cxnChg chg="add mod">
          <ac:chgData name="ACEM2-21 ac37822m(長岡高専)" userId="45dd5a03-675d-49d7-a16d-8a5974401386" providerId="ADAL" clId="{0A89F58A-4406-444B-99B4-2490481C0A91}" dt="2026-09-15T06:26:53.291" v="5866" actId="14100"/>
          <ac:cxnSpMkLst>
            <pc:docMk/>
            <pc:sldMk cId="277527946" sldId="273"/>
            <ac:cxnSpMk id="81" creationId="{ADF4A15A-039D-572B-22F5-03A88CB9D107}"/>
          </ac:cxnSpMkLst>
        </pc:cxnChg>
        <pc:cxnChg chg="add mod">
          <ac:chgData name="ACEM2-21 ac37822m(長岡高専)" userId="45dd5a03-675d-49d7-a16d-8a5974401386" providerId="ADAL" clId="{0A89F58A-4406-444B-99B4-2490481C0A91}" dt="2026-09-15T06:27:13.376" v="5871" actId="14100"/>
          <ac:cxnSpMkLst>
            <pc:docMk/>
            <pc:sldMk cId="277527946" sldId="273"/>
            <ac:cxnSpMk id="83" creationId="{4B691066-F794-745B-DD3E-AAE58C9A77E6}"/>
          </ac:cxnSpMkLst>
        </pc:cxnChg>
        <pc:cxnChg chg="mod">
          <ac:chgData name="ACEM2-21 ac37822m(長岡高専)" userId="45dd5a03-675d-49d7-a16d-8a5974401386" providerId="ADAL" clId="{0A89F58A-4406-444B-99B4-2490481C0A91}" dt="2026-09-15T06:56:24.686" v="6820" actId="14100"/>
          <ac:cxnSpMkLst>
            <pc:docMk/>
            <pc:sldMk cId="277527946" sldId="273"/>
            <ac:cxnSpMk id="98" creationId="{C4ABD1C5-3C30-53BD-9BFB-E442F7D5E861}"/>
          </ac:cxnSpMkLst>
        </pc:cxnChg>
        <pc:cxnChg chg="del">
          <ac:chgData name="ACEM2-21 ac37822m(長岡高専)" userId="45dd5a03-675d-49d7-a16d-8a5974401386" providerId="ADAL" clId="{0A89F58A-4406-444B-99B4-2490481C0A91}" dt="2026-09-15T06:56:17.963" v="6818" actId="21"/>
          <ac:cxnSpMkLst>
            <pc:docMk/>
            <pc:sldMk cId="277527946" sldId="273"/>
            <ac:cxnSpMk id="99" creationId="{1E008E33-D771-0D59-3E66-43AF61DE8339}"/>
          </ac:cxnSpMkLst>
        </pc:cxnChg>
        <pc:cxnChg chg="mod">
          <ac:chgData name="ACEM2-21 ac37822m(長岡高専)" userId="45dd5a03-675d-49d7-a16d-8a5974401386" providerId="ADAL" clId="{0A89F58A-4406-444B-99B4-2490481C0A91}" dt="2026-09-15T06:56:39.418" v="6824" actId="14100"/>
          <ac:cxnSpMkLst>
            <pc:docMk/>
            <pc:sldMk cId="277527946" sldId="273"/>
            <ac:cxnSpMk id="100" creationId="{06AB5EC4-833F-26AA-89DC-194296D5882D}"/>
          </ac:cxnSpMkLst>
        </pc:cxnChg>
        <pc:cxnChg chg="del">
          <ac:chgData name="ACEM2-21 ac37822m(長岡高専)" userId="45dd5a03-675d-49d7-a16d-8a5974401386" providerId="ADAL" clId="{0A89F58A-4406-444B-99B4-2490481C0A91}" dt="2026-09-15T06:56:20.873" v="6819" actId="21"/>
          <ac:cxnSpMkLst>
            <pc:docMk/>
            <pc:sldMk cId="277527946" sldId="273"/>
            <ac:cxnSpMk id="101" creationId="{6D0DAF15-117F-3291-6608-743E60E4CE03}"/>
          </ac:cxnSpMkLst>
        </pc:cxnChg>
      </pc:sldChg>
      <pc:sldChg chg="addSp delSp modSp add mod ord">
        <pc:chgData name="ACEM2-21 ac37822m(長岡高専)" userId="45dd5a03-675d-49d7-a16d-8a5974401386" providerId="ADAL" clId="{0A89F58A-4406-444B-99B4-2490481C0A91}" dt="2026-09-15T06:54:00.357" v="6742" actId="21"/>
        <pc:sldMkLst>
          <pc:docMk/>
          <pc:sldMk cId="628031770" sldId="274"/>
        </pc:sldMkLst>
        <pc:spChg chg="mod">
          <ac:chgData name="ACEM2-21 ac37822m(長岡高専)" userId="45dd5a03-675d-49d7-a16d-8a5974401386" providerId="ADAL" clId="{0A89F58A-4406-444B-99B4-2490481C0A91}" dt="2026-09-15T06:48:44.556" v="6478" actId="20577"/>
          <ac:spMkLst>
            <pc:docMk/>
            <pc:sldMk cId="628031770" sldId="274"/>
            <ac:spMk id="3" creationId="{F57E3D77-2465-546C-094A-F35ED8397DF0}"/>
          </ac:spMkLst>
        </pc:spChg>
        <pc:spChg chg="del">
          <ac:chgData name="ACEM2-21 ac37822m(長岡高専)" userId="45dd5a03-675d-49d7-a16d-8a5974401386" providerId="ADAL" clId="{0A89F58A-4406-444B-99B4-2490481C0A91}" dt="2026-09-15T06:40:47.651" v="6124" actId="21"/>
          <ac:spMkLst>
            <pc:docMk/>
            <pc:sldMk cId="628031770" sldId="274"/>
            <ac:spMk id="8" creationId="{D6088A36-25EC-D601-7400-761609893572}"/>
          </ac:spMkLst>
        </pc:spChg>
        <pc:spChg chg="del mod">
          <ac:chgData name="ACEM2-21 ac37822m(長岡高専)" userId="45dd5a03-675d-49d7-a16d-8a5974401386" providerId="ADAL" clId="{0A89F58A-4406-444B-99B4-2490481C0A91}" dt="2026-09-15T06:50:57.404" v="6619" actId="21"/>
          <ac:spMkLst>
            <pc:docMk/>
            <pc:sldMk cId="628031770" sldId="274"/>
            <ac:spMk id="9" creationId="{E6C2CA06-F5C2-68CC-FAE4-6624231DD435}"/>
          </ac:spMkLst>
        </pc:spChg>
        <pc:spChg chg="del">
          <ac:chgData name="ACEM2-21 ac37822m(長岡高専)" userId="45dd5a03-675d-49d7-a16d-8a5974401386" providerId="ADAL" clId="{0A89F58A-4406-444B-99B4-2490481C0A91}" dt="2026-09-15T06:40:47.651" v="6124" actId="21"/>
          <ac:spMkLst>
            <pc:docMk/>
            <pc:sldMk cId="628031770" sldId="274"/>
            <ac:spMk id="13" creationId="{C62BDD79-9EF0-BF93-02CF-B0F0E1755568}"/>
          </ac:spMkLst>
        </pc:spChg>
        <pc:spChg chg="add mod">
          <ac:chgData name="ACEM2-21 ac37822m(長岡高専)" userId="45dd5a03-675d-49d7-a16d-8a5974401386" providerId="ADAL" clId="{0A89F58A-4406-444B-99B4-2490481C0A91}" dt="2026-09-15T06:51:11.293" v="6622" actId="1076"/>
          <ac:spMkLst>
            <pc:docMk/>
            <pc:sldMk cId="628031770" sldId="274"/>
            <ac:spMk id="14" creationId="{2075733D-A357-11C4-9F42-F58982D1DAE7}"/>
          </ac:spMkLst>
        </pc:spChg>
        <pc:spChg chg="add">
          <ac:chgData name="ACEM2-21 ac37822m(長岡高専)" userId="45dd5a03-675d-49d7-a16d-8a5974401386" providerId="ADAL" clId="{0A89F58A-4406-444B-99B4-2490481C0A91}" dt="2026-09-15T06:51:00.607" v="6620" actId="22"/>
          <ac:spMkLst>
            <pc:docMk/>
            <pc:sldMk cId="628031770" sldId="274"/>
            <ac:spMk id="16" creationId="{91957FF8-4E56-D576-EDE3-119BE544D1FC}"/>
          </ac:spMkLst>
        </pc:spChg>
        <pc:spChg chg="add">
          <ac:chgData name="ACEM2-21 ac37822m(長岡高専)" userId="45dd5a03-675d-49d7-a16d-8a5974401386" providerId="ADAL" clId="{0A89F58A-4406-444B-99B4-2490481C0A91}" dt="2026-09-15T06:51:00.607" v="6620" actId="22"/>
          <ac:spMkLst>
            <pc:docMk/>
            <pc:sldMk cId="628031770" sldId="274"/>
            <ac:spMk id="18" creationId="{B125AC5B-FB8E-7C32-9577-3A11ABBD4CF1}"/>
          </ac:spMkLst>
        </pc:spChg>
        <pc:graphicFrameChg chg="del">
          <ac:chgData name="ACEM2-21 ac37822m(長岡高専)" userId="45dd5a03-675d-49d7-a16d-8a5974401386" providerId="ADAL" clId="{0A89F58A-4406-444B-99B4-2490481C0A91}" dt="2026-09-15T06:54:00.357" v="6742" actId="21"/>
          <ac:graphicFrameMkLst>
            <pc:docMk/>
            <pc:sldMk cId="628031770" sldId="274"/>
            <ac:graphicFrameMk id="4" creationId="{AB0A235F-71E6-4334-6BB6-98646E8D09CB}"/>
          </ac:graphicFrameMkLst>
        </pc:graphicFrameChg>
        <pc:graphicFrameChg chg="del">
          <ac:chgData name="ACEM2-21 ac37822m(長岡高専)" userId="45dd5a03-675d-49d7-a16d-8a5974401386" providerId="ADAL" clId="{0A89F58A-4406-444B-99B4-2490481C0A91}" dt="2026-09-15T06:40:47.651" v="6124" actId="21"/>
          <ac:graphicFrameMkLst>
            <pc:docMk/>
            <pc:sldMk cId="628031770" sldId="274"/>
            <ac:graphicFrameMk id="5" creationId="{AC6BBF91-B2A2-DA91-FA2E-E4698D122E63}"/>
          </ac:graphicFrameMkLst>
        </pc:graphicFrameChg>
      </pc:sldChg>
      <pc:sldChg chg="delSp modSp add mod ord">
        <pc:chgData name="ACEM2-21 ac37822m(長岡高専)" userId="45dd5a03-675d-49d7-a16d-8a5974401386" providerId="ADAL" clId="{0A89F58A-4406-444B-99B4-2490481C0A91}" dt="2026-09-15T09:42:33.541" v="8710"/>
        <pc:sldMkLst>
          <pc:docMk/>
          <pc:sldMk cId="558206630" sldId="275"/>
        </pc:sldMkLst>
        <pc:spChg chg="mod">
          <ac:chgData name="ACEM2-21 ac37822m(長岡高専)" userId="45dd5a03-675d-49d7-a16d-8a5974401386" providerId="ADAL" clId="{0A89F58A-4406-444B-99B4-2490481C0A91}" dt="2026-09-15T09:41:01.111" v="8682" actId="20577"/>
          <ac:spMkLst>
            <pc:docMk/>
            <pc:sldMk cId="558206630" sldId="275"/>
            <ac:spMk id="11" creationId="{64749310-A379-7006-3A07-15B9B2855B09}"/>
          </ac:spMkLst>
        </pc:spChg>
        <pc:spChg chg="mod">
          <ac:chgData name="ACEM2-21 ac37822m(長岡高専)" userId="45dd5a03-675d-49d7-a16d-8a5974401386" providerId="ADAL" clId="{0A89F58A-4406-444B-99B4-2490481C0A91}" dt="2026-09-15T09:41:15.658" v="8698" actId="20577"/>
          <ac:spMkLst>
            <pc:docMk/>
            <pc:sldMk cId="558206630" sldId="275"/>
            <ac:spMk id="26" creationId="{04FCA7A9-30C2-4C78-B6D9-B1D3BC34033D}"/>
          </ac:spMkLst>
        </pc:spChg>
        <pc:spChg chg="del">
          <ac:chgData name="ACEM2-21 ac37822m(長岡高専)" userId="45dd5a03-675d-49d7-a16d-8a5974401386" providerId="ADAL" clId="{0A89F58A-4406-444B-99B4-2490481C0A91}" dt="2026-09-15T09:41:10.123" v="8684" actId="21"/>
          <ac:spMkLst>
            <pc:docMk/>
            <pc:sldMk cId="558206630" sldId="275"/>
            <ac:spMk id="28" creationId="{63BB4A12-757B-82C7-57BC-5CF0126EF961}"/>
          </ac:spMkLst>
        </pc:spChg>
        <pc:spChg chg="del">
          <ac:chgData name="ACEM2-21 ac37822m(長岡高専)" userId="45dd5a03-675d-49d7-a16d-8a5974401386" providerId="ADAL" clId="{0A89F58A-4406-444B-99B4-2490481C0A91}" dt="2026-09-15T09:41:07.886" v="8683" actId="21"/>
          <ac:spMkLst>
            <pc:docMk/>
            <pc:sldMk cId="558206630" sldId="275"/>
            <ac:spMk id="65" creationId="{C672E4E9-241E-ABC3-B0CE-9B4E56122C62}"/>
          </ac:spMkLst>
        </pc:spChg>
        <pc:spChg chg="del">
          <ac:chgData name="ACEM2-21 ac37822m(長岡高専)" userId="45dd5a03-675d-49d7-a16d-8a5974401386" providerId="ADAL" clId="{0A89F58A-4406-444B-99B4-2490481C0A91}" dt="2026-09-15T09:41:07.886" v="8683" actId="21"/>
          <ac:spMkLst>
            <pc:docMk/>
            <pc:sldMk cId="558206630" sldId="275"/>
            <ac:spMk id="67" creationId="{D41C5B3F-7E50-43FB-DE0B-F8014DDB0AB6}"/>
          </ac:spMkLst>
        </pc:spChg>
        <pc:spChg chg="del">
          <ac:chgData name="ACEM2-21 ac37822m(長岡高専)" userId="45dd5a03-675d-49d7-a16d-8a5974401386" providerId="ADAL" clId="{0A89F58A-4406-444B-99B4-2490481C0A91}" dt="2026-09-15T09:41:07.886" v="8683" actId="21"/>
          <ac:spMkLst>
            <pc:docMk/>
            <pc:sldMk cId="558206630" sldId="275"/>
            <ac:spMk id="69" creationId="{CB8E9A73-5472-B36B-F829-AE8C52414D33}"/>
          </ac:spMkLst>
        </pc:spChg>
        <pc:spChg chg="del">
          <ac:chgData name="ACEM2-21 ac37822m(長岡高専)" userId="45dd5a03-675d-49d7-a16d-8a5974401386" providerId="ADAL" clId="{0A89F58A-4406-444B-99B4-2490481C0A91}" dt="2026-09-15T09:41:07.886" v="8683" actId="21"/>
          <ac:spMkLst>
            <pc:docMk/>
            <pc:sldMk cId="558206630" sldId="275"/>
            <ac:spMk id="76" creationId="{34E9CD7A-D916-4367-FE14-E6A0C374259D}"/>
          </ac:spMkLst>
        </pc:spChg>
        <pc:spChg chg="del">
          <ac:chgData name="ACEM2-21 ac37822m(長岡高専)" userId="45dd5a03-675d-49d7-a16d-8a5974401386" providerId="ADAL" clId="{0A89F58A-4406-444B-99B4-2490481C0A91}" dt="2026-09-15T09:41:07.886" v="8683" actId="21"/>
          <ac:spMkLst>
            <pc:docMk/>
            <pc:sldMk cId="558206630" sldId="275"/>
            <ac:spMk id="97" creationId="{9FE5B6CB-2AC4-E464-D318-7DF2325B21F5}"/>
          </ac:spMkLst>
        </pc:spChg>
        <pc:spChg chg="del">
          <ac:chgData name="ACEM2-21 ac37822m(長岡高専)" userId="45dd5a03-675d-49d7-a16d-8a5974401386" providerId="ADAL" clId="{0A89F58A-4406-444B-99B4-2490481C0A91}" dt="2026-09-15T09:41:07.886" v="8683" actId="21"/>
          <ac:spMkLst>
            <pc:docMk/>
            <pc:sldMk cId="558206630" sldId="275"/>
            <ac:spMk id="99" creationId="{2FE0B3E2-2DE4-32D9-DFB4-90C7C568ABD3}"/>
          </ac:spMkLst>
        </pc:spChg>
        <pc:spChg chg="del">
          <ac:chgData name="ACEM2-21 ac37822m(長岡高専)" userId="45dd5a03-675d-49d7-a16d-8a5974401386" providerId="ADAL" clId="{0A89F58A-4406-444B-99B4-2490481C0A91}" dt="2026-09-15T09:41:07.886" v="8683" actId="21"/>
          <ac:spMkLst>
            <pc:docMk/>
            <pc:sldMk cId="558206630" sldId="275"/>
            <ac:spMk id="100" creationId="{3FD28BF2-275F-E088-391E-D059E1DB6D9A}"/>
          </ac:spMkLst>
        </pc:spChg>
        <pc:spChg chg="del">
          <ac:chgData name="ACEM2-21 ac37822m(長岡高専)" userId="45dd5a03-675d-49d7-a16d-8a5974401386" providerId="ADAL" clId="{0A89F58A-4406-444B-99B4-2490481C0A91}" dt="2026-09-15T09:41:07.886" v="8683" actId="21"/>
          <ac:spMkLst>
            <pc:docMk/>
            <pc:sldMk cId="558206630" sldId="275"/>
            <ac:spMk id="104" creationId="{F86B3CA3-A585-9F30-6E10-D8F2604027CE}"/>
          </ac:spMkLst>
        </pc:spChg>
        <pc:spChg chg="del">
          <ac:chgData name="ACEM2-21 ac37822m(長岡高専)" userId="45dd5a03-675d-49d7-a16d-8a5974401386" providerId="ADAL" clId="{0A89F58A-4406-444B-99B4-2490481C0A91}" dt="2026-09-15T09:41:07.886" v="8683" actId="21"/>
          <ac:spMkLst>
            <pc:docMk/>
            <pc:sldMk cId="558206630" sldId="275"/>
            <ac:spMk id="125" creationId="{DFB4AAD5-DE20-0037-F0A8-A4A5432B2548}"/>
          </ac:spMkLst>
        </pc:spChg>
        <pc:spChg chg="del">
          <ac:chgData name="ACEM2-21 ac37822m(長岡高専)" userId="45dd5a03-675d-49d7-a16d-8a5974401386" providerId="ADAL" clId="{0A89F58A-4406-444B-99B4-2490481C0A91}" dt="2026-09-15T09:41:07.886" v="8683" actId="21"/>
          <ac:spMkLst>
            <pc:docMk/>
            <pc:sldMk cId="558206630" sldId="275"/>
            <ac:spMk id="127" creationId="{6F82B4B6-E621-3D80-25AE-57CC1A3D41EC}"/>
          </ac:spMkLst>
        </pc:spChg>
      </pc:sldChg>
      <pc:sldChg chg="delSp modSp add mod">
        <pc:chgData name="ACEM2-21 ac37822m(長岡高専)" userId="45dd5a03-675d-49d7-a16d-8a5974401386" providerId="ADAL" clId="{0A89F58A-4406-444B-99B4-2490481C0A91}" dt="2026-09-15T09:46:42.552" v="8730" actId="1076"/>
        <pc:sldMkLst>
          <pc:docMk/>
          <pc:sldMk cId="795901822" sldId="276"/>
        </pc:sldMkLst>
        <pc:spChg chg="mod">
          <ac:chgData name="ACEM2-21 ac37822m(長岡高専)" userId="45dd5a03-675d-49d7-a16d-8a5974401386" providerId="ADAL" clId="{0A89F58A-4406-444B-99B4-2490481C0A91}" dt="2026-09-15T09:46:42.552" v="8730" actId="1076"/>
          <ac:spMkLst>
            <pc:docMk/>
            <pc:sldMk cId="795901822" sldId="276"/>
            <ac:spMk id="9" creationId="{5C844E02-3D25-8D63-7A14-4CF030F33D63}"/>
          </ac:spMkLst>
        </pc:spChg>
        <pc:spChg chg="mod">
          <ac:chgData name="ACEM2-21 ac37822m(長岡高専)" userId="45dd5a03-675d-49d7-a16d-8a5974401386" providerId="ADAL" clId="{0A89F58A-4406-444B-99B4-2490481C0A91}" dt="2026-09-15T09:46:42.552" v="8730" actId="1076"/>
          <ac:spMkLst>
            <pc:docMk/>
            <pc:sldMk cId="795901822" sldId="276"/>
            <ac:spMk id="12" creationId="{67966737-F337-D4D4-3EF2-4A02E113DA7A}"/>
          </ac:spMkLst>
        </pc:spChg>
        <pc:spChg chg="mod">
          <ac:chgData name="ACEM2-21 ac37822m(長岡高専)" userId="45dd5a03-675d-49d7-a16d-8a5974401386" providerId="ADAL" clId="{0A89F58A-4406-444B-99B4-2490481C0A91}" dt="2026-09-15T09:46:42.552" v="8730" actId="1076"/>
          <ac:spMkLst>
            <pc:docMk/>
            <pc:sldMk cId="795901822" sldId="276"/>
            <ac:spMk id="14" creationId="{7838825A-68C6-001E-AF71-2DC0B34F742B}"/>
          </ac:spMkLst>
        </pc:spChg>
        <pc:spChg chg="mod">
          <ac:chgData name="ACEM2-21 ac37822m(長岡高専)" userId="45dd5a03-675d-49d7-a16d-8a5974401386" providerId="ADAL" clId="{0A89F58A-4406-444B-99B4-2490481C0A91}" dt="2026-09-15T09:46:42.552" v="8730" actId="1076"/>
          <ac:spMkLst>
            <pc:docMk/>
            <pc:sldMk cId="795901822" sldId="276"/>
            <ac:spMk id="18" creationId="{347CE7BC-49E8-32AC-419E-FD94B4688C30}"/>
          </ac:spMkLst>
        </pc:spChg>
        <pc:spChg chg="mod">
          <ac:chgData name="ACEM2-21 ac37822m(長岡高専)" userId="45dd5a03-675d-49d7-a16d-8a5974401386" providerId="ADAL" clId="{0A89F58A-4406-444B-99B4-2490481C0A91}" dt="2026-09-15T09:46:42.552" v="8730" actId="1076"/>
          <ac:spMkLst>
            <pc:docMk/>
            <pc:sldMk cId="795901822" sldId="276"/>
            <ac:spMk id="50" creationId="{2E7441AC-ED2F-6D77-8C6E-4A0D7A12EBBF}"/>
          </ac:spMkLst>
        </pc:spChg>
        <pc:grpChg chg="mod">
          <ac:chgData name="ACEM2-21 ac37822m(長岡高専)" userId="45dd5a03-675d-49d7-a16d-8a5974401386" providerId="ADAL" clId="{0A89F58A-4406-444B-99B4-2490481C0A91}" dt="2026-09-15T09:46:42.552" v="8730" actId="1076"/>
          <ac:grpSpMkLst>
            <pc:docMk/>
            <pc:sldMk cId="795901822" sldId="276"/>
            <ac:grpSpMk id="36" creationId="{5FCF60E7-73B6-8BE1-064C-778C4E36A73A}"/>
          </ac:grpSpMkLst>
        </pc:grpChg>
        <pc:graphicFrameChg chg="del">
          <ac:chgData name="ACEM2-21 ac37822m(長岡高専)" userId="45dd5a03-675d-49d7-a16d-8a5974401386" providerId="ADAL" clId="{0A89F58A-4406-444B-99B4-2490481C0A91}" dt="2026-09-15T09:46:34.014" v="8729" actId="21"/>
          <ac:graphicFrameMkLst>
            <pc:docMk/>
            <pc:sldMk cId="795901822" sldId="276"/>
            <ac:graphicFrameMk id="4" creationId="{5E824F49-8706-C5C7-209A-BCB6D840313C}"/>
          </ac:graphicFrameMkLst>
        </pc:graphicFrameChg>
        <pc:picChg chg="mod">
          <ac:chgData name="ACEM2-21 ac37822m(長岡高専)" userId="45dd5a03-675d-49d7-a16d-8a5974401386" providerId="ADAL" clId="{0A89F58A-4406-444B-99B4-2490481C0A91}" dt="2026-09-15T09:46:42.552" v="8730" actId="1076"/>
          <ac:picMkLst>
            <pc:docMk/>
            <pc:sldMk cId="795901822" sldId="276"/>
            <ac:picMk id="5" creationId="{BBEAD7E9-D11E-9038-31BB-946E5CC34D38}"/>
          </ac:picMkLst>
        </pc:picChg>
        <pc:picChg chg="mod">
          <ac:chgData name="ACEM2-21 ac37822m(長岡高専)" userId="45dd5a03-675d-49d7-a16d-8a5974401386" providerId="ADAL" clId="{0A89F58A-4406-444B-99B4-2490481C0A91}" dt="2026-09-15T09:46:42.552" v="8730" actId="1076"/>
          <ac:picMkLst>
            <pc:docMk/>
            <pc:sldMk cId="795901822" sldId="276"/>
            <ac:picMk id="48" creationId="{14E7B116-845D-6ED4-508A-DE779D29657E}"/>
          </ac:picMkLst>
        </pc:picChg>
      </pc:sldChg>
      <pc:sldChg chg="add del">
        <pc:chgData name="ACEM2-21 ac37822m(長岡高専)" userId="45dd5a03-675d-49d7-a16d-8a5974401386" providerId="ADAL" clId="{0A89F58A-4406-444B-99B4-2490481C0A91}" dt="2026-09-15T09:45:50.398" v="8718"/>
        <pc:sldMkLst>
          <pc:docMk/>
          <pc:sldMk cId="1340683918" sldId="276"/>
        </pc:sldMkLst>
      </pc:sldChg>
    </pc:docChg>
  </pc:docChgLst>
  <pc:docChgLst>
    <pc:chgData name="ACEM2-21 ac37822m(長岡高専)" userId="45dd5a03-675d-49d7-a16d-8a5974401386" providerId="ADAL" clId="{995BAEAC-821C-448C-A5E1-6B825DA00774}"/>
    <pc:docChg chg="undo custSel addSld delSld modSld sldOrd">
      <pc:chgData name="ACEM2-21 ac37822m(長岡高専)" userId="45dd5a03-675d-49d7-a16d-8a5974401386" providerId="ADAL" clId="{995BAEAC-821C-448C-A5E1-6B825DA00774}" dt="2026-09-15T15:20:45.902" v="10462" actId="20577"/>
      <pc:docMkLst>
        <pc:docMk/>
      </pc:docMkLst>
      <pc:sldChg chg="addSp delSp modSp mod modNotesTx">
        <pc:chgData name="ACEM2-21 ac37822m(長岡高専)" userId="45dd5a03-675d-49d7-a16d-8a5974401386" providerId="ADAL" clId="{995BAEAC-821C-448C-A5E1-6B825DA00774}" dt="2026-09-08T05:41:33.304" v="6377" actId="20577"/>
        <pc:sldMkLst>
          <pc:docMk/>
          <pc:sldMk cId="4039511945" sldId="256"/>
        </pc:sldMkLst>
        <pc:spChg chg="mod">
          <ac:chgData name="ACEM2-21 ac37822m(長岡高専)" userId="45dd5a03-675d-49d7-a16d-8a5974401386" providerId="ADAL" clId="{995BAEAC-821C-448C-A5E1-6B825DA00774}" dt="2026-08-27T07:09:11.764" v="1467" actId="20577"/>
          <ac:spMkLst>
            <pc:docMk/>
            <pc:sldMk cId="4039511945" sldId="256"/>
            <ac:spMk id="5" creationId="{88920050-2E2D-4E56-80AB-39A6BC114275}"/>
          </ac:spMkLst>
        </pc:spChg>
        <pc:spChg chg="add mod">
          <ac:chgData name="ACEM2-21 ac37822m(長岡高専)" userId="45dd5a03-675d-49d7-a16d-8a5974401386" providerId="ADAL" clId="{995BAEAC-821C-448C-A5E1-6B825DA00774}" dt="2026-08-28T06:44:16.552" v="5542"/>
          <ac:spMkLst>
            <pc:docMk/>
            <pc:sldMk cId="4039511945" sldId="256"/>
            <ac:spMk id="10" creationId="{BDCB9B3E-E8EF-87AD-4F2A-83D18AA3AB24}"/>
          </ac:spMkLst>
        </pc:spChg>
        <pc:spChg chg="add mod">
          <ac:chgData name="ACEM2-21 ac37822m(長岡高専)" userId="45dd5a03-675d-49d7-a16d-8a5974401386" providerId="ADAL" clId="{995BAEAC-821C-448C-A5E1-6B825DA00774}" dt="2026-08-28T06:44:36.856" v="5581" actId="20577"/>
          <ac:spMkLst>
            <pc:docMk/>
            <pc:sldMk cId="4039511945" sldId="256"/>
            <ac:spMk id="12" creationId="{2DC126C8-0B32-25C6-EDF3-6494E50FC898}"/>
          </ac:spMkLst>
        </pc:spChg>
        <pc:spChg chg="add">
          <ac:chgData name="ACEM2-21 ac37822m(長岡高専)" userId="45dd5a03-675d-49d7-a16d-8a5974401386" providerId="ADAL" clId="{995BAEAC-821C-448C-A5E1-6B825DA00774}" dt="2026-08-28T06:44:08.420" v="5541" actId="22"/>
          <ac:spMkLst>
            <pc:docMk/>
            <pc:sldMk cId="4039511945" sldId="256"/>
            <ac:spMk id="14" creationId="{0893C410-0B30-4BAF-315E-4717B358C89A}"/>
          </ac:spMkLst>
        </pc:spChg>
        <pc:spChg chg="add">
          <ac:chgData name="ACEM2-21 ac37822m(長岡高専)" userId="45dd5a03-675d-49d7-a16d-8a5974401386" providerId="ADAL" clId="{995BAEAC-821C-448C-A5E1-6B825DA00774}" dt="2026-08-28T06:44:08.420" v="5541" actId="22"/>
          <ac:spMkLst>
            <pc:docMk/>
            <pc:sldMk cId="4039511945" sldId="256"/>
            <ac:spMk id="16" creationId="{89D46182-A1DD-17B1-1736-89D29DBBA6FD}"/>
          </ac:spMkLst>
        </pc:spChg>
        <pc:spChg chg="add mod">
          <ac:chgData name="ACEM2-21 ac37822m(長岡高専)" userId="45dd5a03-675d-49d7-a16d-8a5974401386" providerId="ADAL" clId="{995BAEAC-821C-448C-A5E1-6B825DA00774}" dt="2026-08-28T06:44:44.673" v="5582" actId="1076"/>
          <ac:spMkLst>
            <pc:docMk/>
            <pc:sldMk cId="4039511945" sldId="256"/>
            <ac:spMk id="18" creationId="{3D1E5A2F-67E8-C076-A2AE-10742F6C91B7}"/>
          </ac:spMkLst>
        </pc:spChg>
      </pc:sldChg>
      <pc:sldChg chg="addSp delSp modSp mod modNotesTx">
        <pc:chgData name="ACEM2-21 ac37822m(長岡高専)" userId="45dd5a03-675d-49d7-a16d-8a5974401386" providerId="ADAL" clId="{995BAEAC-821C-448C-A5E1-6B825DA00774}" dt="2026-09-15T14:57:49.036" v="8296" actId="20577"/>
        <pc:sldMkLst>
          <pc:docMk/>
          <pc:sldMk cId="1614531952" sldId="257"/>
        </pc:sldMkLst>
        <pc:spChg chg="add mod">
          <ac:chgData name="ACEM2-21 ac37822m(長岡高専)" userId="45dd5a03-675d-49d7-a16d-8a5974401386" providerId="ADAL" clId="{995BAEAC-821C-448C-A5E1-6B825DA00774}" dt="2026-09-15T14:54:21.590" v="7852" actId="20577"/>
          <ac:spMkLst>
            <pc:docMk/>
            <pc:sldMk cId="1614531952" sldId="257"/>
            <ac:spMk id="9" creationId="{EF829B69-4BE3-6BE4-CA40-1DF293AB198C}"/>
          </ac:spMkLst>
        </pc:spChg>
        <pc:spChg chg="mod">
          <ac:chgData name="ACEM2-21 ac37822m(長岡高専)" userId="45dd5a03-675d-49d7-a16d-8a5974401386" providerId="ADAL" clId="{995BAEAC-821C-448C-A5E1-6B825DA00774}" dt="2026-08-27T05:16:21.032" v="89" actId="20577"/>
          <ac:spMkLst>
            <pc:docMk/>
            <pc:sldMk cId="1614531952" sldId="257"/>
            <ac:spMk id="11" creationId="{B171C714-A3D1-7EBD-3E35-C3D40A04CFCC}"/>
          </ac:spMkLst>
        </pc:spChg>
        <pc:grpChg chg="mod">
          <ac:chgData name="ACEM2-21 ac37822m(長岡高専)" userId="45dd5a03-675d-49d7-a16d-8a5974401386" providerId="ADAL" clId="{995BAEAC-821C-448C-A5E1-6B825DA00774}" dt="2026-09-01T06:05:44.658" v="5725" actId="1076"/>
          <ac:grpSpMkLst>
            <pc:docMk/>
            <pc:sldMk cId="1614531952" sldId="257"/>
            <ac:grpSpMk id="7" creationId="{662D2841-6813-C8EA-2B89-08C07FD60042}"/>
          </ac:grpSpMkLst>
        </pc:grpChg>
      </pc:sldChg>
      <pc:sldChg chg="addSp delSp modSp add mod modNotesTx">
        <pc:chgData name="ACEM2-21 ac37822m(長岡高専)" userId="45dd5a03-675d-49d7-a16d-8a5974401386" providerId="ADAL" clId="{995BAEAC-821C-448C-A5E1-6B825DA00774}" dt="2026-09-15T15:00:30.438" v="8775" actId="20577"/>
        <pc:sldMkLst>
          <pc:docMk/>
          <pc:sldMk cId="1055157735" sldId="260"/>
        </pc:sldMkLst>
        <pc:spChg chg="mod">
          <ac:chgData name="ACEM2-21 ac37822m(長岡高専)" userId="45dd5a03-675d-49d7-a16d-8a5974401386" providerId="ADAL" clId="{995BAEAC-821C-448C-A5E1-6B825DA00774}" dt="2026-08-27T06:36:49.770" v="902" actId="20577"/>
          <ac:spMkLst>
            <pc:docMk/>
            <pc:sldMk cId="1055157735" sldId="260"/>
            <ac:spMk id="11" creationId="{AC147638-74E8-83F2-096B-2869174298A2}"/>
          </ac:spMkLst>
        </pc:spChg>
        <pc:spChg chg="add mod">
          <ac:chgData name="ACEM2-21 ac37822m(長岡高専)" userId="45dd5a03-675d-49d7-a16d-8a5974401386" providerId="ADAL" clId="{995BAEAC-821C-448C-A5E1-6B825DA00774}" dt="2026-09-01T06:30:04.723" v="5803" actId="1076"/>
          <ac:spMkLst>
            <pc:docMk/>
            <pc:sldMk cId="1055157735" sldId="260"/>
            <ac:spMk id="66" creationId="{56F4D455-195A-0CA6-59C6-FCEF7AB895E8}"/>
          </ac:spMkLst>
        </pc:spChg>
        <pc:spChg chg="add mod">
          <ac:chgData name="ACEM2-21 ac37822m(長岡高専)" userId="45dd5a03-675d-49d7-a16d-8a5974401386" providerId="ADAL" clId="{995BAEAC-821C-448C-A5E1-6B825DA00774}" dt="2026-09-01T06:30:35.036" v="5811" actId="14100"/>
          <ac:spMkLst>
            <pc:docMk/>
            <pc:sldMk cId="1055157735" sldId="260"/>
            <ac:spMk id="72" creationId="{DA21506C-9B19-6490-A3A7-959C5053D192}"/>
          </ac:spMkLst>
        </pc:spChg>
        <pc:spChg chg="add mod">
          <ac:chgData name="ACEM2-21 ac37822m(長岡高専)" userId="45dd5a03-675d-49d7-a16d-8a5974401386" providerId="ADAL" clId="{995BAEAC-821C-448C-A5E1-6B825DA00774}" dt="2026-09-01T06:30:39.021" v="5812" actId="403"/>
          <ac:spMkLst>
            <pc:docMk/>
            <pc:sldMk cId="1055157735" sldId="260"/>
            <ac:spMk id="78" creationId="{072A197C-73CE-E770-5CEC-2381075B62A7}"/>
          </ac:spMkLst>
        </pc:spChg>
        <pc:spChg chg="add mod">
          <ac:chgData name="ACEM2-21 ac37822m(長岡高専)" userId="45dd5a03-675d-49d7-a16d-8a5974401386" providerId="ADAL" clId="{995BAEAC-821C-448C-A5E1-6B825DA00774}" dt="2026-09-01T06:29:26.243" v="5794" actId="14100"/>
          <ac:spMkLst>
            <pc:docMk/>
            <pc:sldMk cId="1055157735" sldId="260"/>
            <ac:spMk id="86" creationId="{8D5CE153-158C-57A3-368D-84BA713A93A3}"/>
          </ac:spMkLst>
        </pc:spChg>
        <pc:spChg chg="add mod">
          <ac:chgData name="ACEM2-21 ac37822m(長岡高専)" userId="45dd5a03-675d-49d7-a16d-8a5974401386" providerId="ADAL" clId="{995BAEAC-821C-448C-A5E1-6B825DA00774}" dt="2026-09-01T06:29:31.706" v="5797" actId="14100"/>
          <ac:spMkLst>
            <pc:docMk/>
            <pc:sldMk cId="1055157735" sldId="260"/>
            <ac:spMk id="88" creationId="{42FC6FB7-167C-242D-6B35-98A9D310C231}"/>
          </ac:spMkLst>
        </pc:spChg>
        <pc:spChg chg="add mod">
          <ac:chgData name="ACEM2-21 ac37822m(長岡高専)" userId="45dd5a03-675d-49d7-a16d-8a5974401386" providerId="ADAL" clId="{995BAEAC-821C-448C-A5E1-6B825DA00774}" dt="2026-09-01T06:29:39.122" v="5798" actId="14100"/>
          <ac:spMkLst>
            <pc:docMk/>
            <pc:sldMk cId="1055157735" sldId="260"/>
            <ac:spMk id="90" creationId="{AC000FBC-20D8-241D-5CC4-3AFAA158765F}"/>
          </ac:spMkLst>
        </pc:spChg>
      </pc:sldChg>
      <pc:sldChg chg="addSp delSp modSp add mod ord modNotesTx">
        <pc:chgData name="ACEM2-21 ac37822m(長岡高専)" userId="45dd5a03-675d-49d7-a16d-8a5974401386" providerId="ADAL" clId="{995BAEAC-821C-448C-A5E1-6B825DA00774}" dt="2026-09-15T15:02:55.980" v="9063" actId="20577"/>
        <pc:sldMkLst>
          <pc:docMk/>
          <pc:sldMk cId="2712717103" sldId="261"/>
        </pc:sldMkLst>
        <pc:spChg chg="mod">
          <ac:chgData name="ACEM2-21 ac37822m(長岡高専)" userId="45dd5a03-675d-49d7-a16d-8a5974401386" providerId="ADAL" clId="{995BAEAC-821C-448C-A5E1-6B825DA00774}" dt="2026-09-15T14:43:11.955" v="7724" actId="1076"/>
          <ac:spMkLst>
            <pc:docMk/>
            <pc:sldMk cId="2712717103" sldId="261"/>
            <ac:spMk id="9" creationId="{10C0EFF0-7E0D-1071-9DCF-3971BEF0377F}"/>
          </ac:spMkLst>
        </pc:spChg>
        <pc:spChg chg="mod">
          <ac:chgData name="ACEM2-21 ac37822m(長岡高専)" userId="45dd5a03-675d-49d7-a16d-8a5974401386" providerId="ADAL" clId="{995BAEAC-821C-448C-A5E1-6B825DA00774}" dt="2026-09-01T06:31:39.241" v="5909" actId="20577"/>
          <ac:spMkLst>
            <pc:docMk/>
            <pc:sldMk cId="2712717103" sldId="261"/>
            <ac:spMk id="11" creationId="{91B4097F-F4DE-7614-E244-523CB55123A3}"/>
          </ac:spMkLst>
        </pc:spChg>
        <pc:spChg chg="add mod">
          <ac:chgData name="ACEM2-21 ac37822m(長岡高専)" userId="45dd5a03-675d-49d7-a16d-8a5974401386" providerId="ADAL" clId="{995BAEAC-821C-448C-A5E1-6B825DA00774}" dt="2026-09-15T14:43:15.307" v="7725" actId="1076"/>
          <ac:spMkLst>
            <pc:docMk/>
            <pc:sldMk cId="2712717103" sldId="261"/>
            <ac:spMk id="50" creationId="{52C0885E-08AB-E0F2-0C3F-D656F76CEB64}"/>
          </ac:spMkLst>
        </pc:spChg>
        <pc:graphicFrameChg chg="mod">
          <ac:chgData name="ACEM2-21 ac37822m(長岡高専)" userId="45dd5a03-675d-49d7-a16d-8a5974401386" providerId="ADAL" clId="{995BAEAC-821C-448C-A5E1-6B825DA00774}" dt="2026-09-15T14:53:29.507" v="7849" actId="1076"/>
          <ac:graphicFrameMkLst>
            <pc:docMk/>
            <pc:sldMk cId="2712717103" sldId="261"/>
            <ac:graphicFrameMk id="4" creationId="{5306B373-9934-7D67-33BB-3E29DF33BC98}"/>
          </ac:graphicFrameMkLst>
        </pc:graphicFrameChg>
        <pc:picChg chg="mod">
          <ac:chgData name="ACEM2-21 ac37822m(長岡高専)" userId="45dd5a03-675d-49d7-a16d-8a5974401386" providerId="ADAL" clId="{995BAEAC-821C-448C-A5E1-6B825DA00774}" dt="2026-09-15T14:43:11.955" v="7724" actId="1076"/>
          <ac:picMkLst>
            <pc:docMk/>
            <pc:sldMk cId="2712717103" sldId="261"/>
            <ac:picMk id="5" creationId="{D64F8FBB-511A-A0FE-35DE-87319C5408D3}"/>
          </ac:picMkLst>
        </pc:picChg>
        <pc:picChg chg="add mod">
          <ac:chgData name="ACEM2-21 ac37822m(長岡高専)" userId="45dd5a03-675d-49d7-a16d-8a5974401386" providerId="ADAL" clId="{995BAEAC-821C-448C-A5E1-6B825DA00774}" dt="2026-09-15T14:43:11.955" v="7724" actId="1076"/>
          <ac:picMkLst>
            <pc:docMk/>
            <pc:sldMk cId="2712717103" sldId="261"/>
            <ac:picMk id="48" creationId="{C416D623-A2BA-BEBA-96D8-2B1DC9CEC280}"/>
          </ac:picMkLst>
        </pc:picChg>
      </pc:sldChg>
      <pc:sldChg chg="addSp delSp modSp add mod modNotesTx">
        <pc:chgData name="ACEM2-21 ac37822m(長岡高専)" userId="45dd5a03-675d-49d7-a16d-8a5974401386" providerId="ADAL" clId="{995BAEAC-821C-448C-A5E1-6B825DA00774}" dt="2026-09-15T15:17:08.199" v="10458" actId="20577"/>
        <pc:sldMkLst>
          <pc:docMk/>
          <pc:sldMk cId="683892195" sldId="263"/>
        </pc:sldMkLst>
        <pc:spChg chg="mod">
          <ac:chgData name="ACEM2-21 ac37822m(長岡高専)" userId="45dd5a03-675d-49d7-a16d-8a5974401386" providerId="ADAL" clId="{995BAEAC-821C-448C-A5E1-6B825DA00774}" dt="2026-09-15T15:15:38.078" v="10348" actId="20577"/>
          <ac:spMkLst>
            <pc:docMk/>
            <pc:sldMk cId="683892195" sldId="263"/>
            <ac:spMk id="3" creationId="{9110F28A-CA9B-779F-0836-DA711CD3014F}"/>
          </ac:spMkLst>
        </pc:spChg>
        <pc:spChg chg="add mod">
          <ac:chgData name="ACEM2-21 ac37822m(長岡高専)" userId="45dd5a03-675d-49d7-a16d-8a5974401386" providerId="ADAL" clId="{995BAEAC-821C-448C-A5E1-6B825DA00774}" dt="2026-09-15T14:08:29.272" v="7062" actId="1076"/>
          <ac:spMkLst>
            <pc:docMk/>
            <pc:sldMk cId="683892195" sldId="263"/>
            <ac:spMk id="8" creationId="{51F0311F-0E5D-E4BF-939C-8210616917C6}"/>
          </ac:spMkLst>
        </pc:spChg>
        <pc:spChg chg="mod">
          <ac:chgData name="ACEM2-21 ac37822m(長岡高専)" userId="45dd5a03-675d-49d7-a16d-8a5974401386" providerId="ADAL" clId="{995BAEAC-821C-448C-A5E1-6B825DA00774}" dt="2026-08-28T04:26:54.717" v="5337" actId="20577"/>
          <ac:spMkLst>
            <pc:docMk/>
            <pc:sldMk cId="683892195" sldId="263"/>
            <ac:spMk id="11" creationId="{1873C7D6-14F4-DE90-DBA0-3C748C542061}"/>
          </ac:spMkLst>
        </pc:spChg>
        <pc:spChg chg="add mod">
          <ac:chgData name="ACEM2-21 ac37822m(長岡高専)" userId="45dd5a03-675d-49d7-a16d-8a5974401386" providerId="ADAL" clId="{995BAEAC-821C-448C-A5E1-6B825DA00774}" dt="2026-09-15T14:04:38.199" v="6784" actId="20577"/>
          <ac:spMkLst>
            <pc:docMk/>
            <pc:sldMk cId="683892195" sldId="263"/>
            <ac:spMk id="13" creationId="{171800BB-AEC5-7783-292D-9CB9FA803EAC}"/>
          </ac:spMkLst>
        </pc:spChg>
        <pc:graphicFrameChg chg="add del mod modGraphic">
          <ac:chgData name="ACEM2-21 ac37822m(長岡高専)" userId="45dd5a03-675d-49d7-a16d-8a5974401386" providerId="ADAL" clId="{995BAEAC-821C-448C-A5E1-6B825DA00774}" dt="2026-09-15T13:52:22.249" v="6592" actId="21"/>
          <ac:graphicFrameMkLst>
            <pc:docMk/>
            <pc:sldMk cId="683892195" sldId="263"/>
            <ac:graphicFrameMk id="5" creationId="{83468553-10DF-0DB4-6C06-C07B43B40C86}"/>
          </ac:graphicFrameMkLst>
        </pc:graphicFrameChg>
        <pc:graphicFrameChg chg="add mod modGraphic">
          <ac:chgData name="ACEM2-21 ac37822m(長岡高専)" userId="45dd5a03-675d-49d7-a16d-8a5974401386" providerId="ADAL" clId="{995BAEAC-821C-448C-A5E1-6B825DA00774}" dt="2026-09-15T14:01:40.022" v="6657" actId="122"/>
          <ac:graphicFrameMkLst>
            <pc:docMk/>
            <pc:sldMk cId="683892195" sldId="263"/>
            <ac:graphicFrameMk id="9" creationId="{86EB06F1-17FF-637D-BB6A-BEEF0F6923FC}"/>
          </ac:graphicFrameMkLst>
        </pc:graphicFrameChg>
        <pc:graphicFrameChg chg="del">
          <ac:chgData name="ACEM2-21 ac37822m(長岡高専)" userId="45dd5a03-675d-49d7-a16d-8a5974401386" providerId="ADAL" clId="{995BAEAC-821C-448C-A5E1-6B825DA00774}" dt="2026-09-15T12:40:39.233" v="6531" actId="21"/>
          <ac:graphicFrameMkLst>
            <pc:docMk/>
            <pc:sldMk cId="683892195" sldId="263"/>
            <ac:graphicFrameMk id="80" creationId="{7B4AE82D-DF32-DDD0-EFA5-2A34BC73605C}"/>
          </ac:graphicFrameMkLst>
        </pc:graphicFrameChg>
      </pc:sldChg>
      <pc:sldChg chg="addSp delSp modSp add mod modNotesTx">
        <pc:chgData name="ACEM2-21 ac37822m(長岡高専)" userId="45dd5a03-675d-49d7-a16d-8a5974401386" providerId="ADAL" clId="{995BAEAC-821C-448C-A5E1-6B825DA00774}" dt="2026-09-15T15:20:33.068" v="10460" actId="20577"/>
        <pc:sldMkLst>
          <pc:docMk/>
          <pc:sldMk cId="1578321219" sldId="266"/>
        </pc:sldMkLst>
        <pc:spChg chg="mod">
          <ac:chgData name="ACEM2-21 ac37822m(長岡高専)" userId="45dd5a03-675d-49d7-a16d-8a5974401386" providerId="ADAL" clId="{995BAEAC-821C-448C-A5E1-6B825DA00774}" dt="2026-09-15T14:31:04.452" v="7192" actId="20577"/>
          <ac:spMkLst>
            <pc:docMk/>
            <pc:sldMk cId="1578321219" sldId="266"/>
            <ac:spMk id="3" creationId="{3802E31C-8F6B-DF03-DF2C-7DE164EEEE5A}"/>
          </ac:spMkLst>
        </pc:spChg>
        <pc:spChg chg="mod">
          <ac:chgData name="ACEM2-21 ac37822m(長岡高専)" userId="45dd5a03-675d-49d7-a16d-8a5974401386" providerId="ADAL" clId="{995BAEAC-821C-448C-A5E1-6B825DA00774}" dt="2026-08-28T04:26:59.592" v="5347" actId="20577"/>
          <ac:spMkLst>
            <pc:docMk/>
            <pc:sldMk cId="1578321219" sldId="266"/>
            <ac:spMk id="11" creationId="{FD94D171-437F-84EB-FB8C-B6ADAF6C0BAF}"/>
          </ac:spMkLst>
        </pc:spChg>
        <pc:spChg chg="add del mod">
          <ac:chgData name="ACEM2-21 ac37822m(長岡高専)" userId="45dd5a03-675d-49d7-a16d-8a5974401386" providerId="ADAL" clId="{995BAEAC-821C-448C-A5E1-6B825DA00774}" dt="2026-09-15T14:08:16.082" v="7060" actId="20577"/>
          <ac:spMkLst>
            <pc:docMk/>
            <pc:sldMk cId="1578321219" sldId="266"/>
            <ac:spMk id="12" creationId="{3DB4D514-05FA-2232-35CD-D70FD084B728}"/>
          </ac:spMkLst>
        </pc:spChg>
        <pc:picChg chg="mod">
          <ac:chgData name="ACEM2-21 ac37822m(長岡高専)" userId="45dd5a03-675d-49d7-a16d-8a5974401386" providerId="ADAL" clId="{995BAEAC-821C-448C-A5E1-6B825DA00774}" dt="2026-09-15T14:06:02.171" v="6855" actId="1076"/>
          <ac:picMkLst>
            <pc:docMk/>
            <pc:sldMk cId="1578321219" sldId="266"/>
            <ac:picMk id="14" creationId="{5D3A17D9-9424-852B-A13C-0FB99AA3727A}"/>
          </ac:picMkLst>
        </pc:picChg>
        <pc:picChg chg="mod">
          <ac:chgData name="ACEM2-21 ac37822m(長岡高専)" userId="45dd5a03-675d-49d7-a16d-8a5974401386" providerId="ADAL" clId="{995BAEAC-821C-448C-A5E1-6B825DA00774}" dt="2026-09-15T14:06:02.171" v="6855" actId="1076"/>
          <ac:picMkLst>
            <pc:docMk/>
            <pc:sldMk cId="1578321219" sldId="266"/>
            <ac:picMk id="17" creationId="{2BE397B8-C420-D958-5942-FDD0EE15C491}"/>
          </ac:picMkLst>
        </pc:picChg>
      </pc:sldChg>
      <pc:sldChg chg="addSp delSp modSp add mod modNotesTx">
        <pc:chgData name="ACEM2-21 ac37822m(長岡高専)" userId="45dd5a03-675d-49d7-a16d-8a5974401386" providerId="ADAL" clId="{995BAEAC-821C-448C-A5E1-6B825DA00774}" dt="2026-09-15T15:07:56.296" v="9537" actId="20577"/>
        <pc:sldMkLst>
          <pc:docMk/>
          <pc:sldMk cId="3400072852" sldId="267"/>
        </pc:sldMkLst>
        <pc:spChg chg="add mod">
          <ac:chgData name="ACEM2-21 ac37822m(長岡高専)" userId="45dd5a03-675d-49d7-a16d-8a5974401386" providerId="ADAL" clId="{995BAEAC-821C-448C-A5E1-6B825DA00774}" dt="2026-09-01T08:22:00.925" v="6086" actId="1076"/>
          <ac:spMkLst>
            <pc:docMk/>
            <pc:sldMk cId="3400072852" sldId="267"/>
            <ac:spMk id="5" creationId="{B01BA904-3777-78C1-F96B-32A3A990EC0E}"/>
          </ac:spMkLst>
        </pc:spChg>
        <pc:spChg chg="add mod">
          <ac:chgData name="ACEM2-21 ac37822m(長岡高専)" userId="45dd5a03-675d-49d7-a16d-8a5974401386" providerId="ADAL" clId="{995BAEAC-821C-448C-A5E1-6B825DA00774}" dt="2026-09-01T08:22:00.925" v="6086" actId="1076"/>
          <ac:spMkLst>
            <pc:docMk/>
            <pc:sldMk cId="3400072852" sldId="267"/>
            <ac:spMk id="8" creationId="{748A91D8-00FC-6593-8199-BA702E18F134}"/>
          </ac:spMkLst>
        </pc:spChg>
        <pc:spChg chg="mod">
          <ac:chgData name="ACEM2-21 ac37822m(長岡高専)" userId="45dd5a03-675d-49d7-a16d-8a5974401386" providerId="ADAL" clId="{995BAEAC-821C-448C-A5E1-6B825DA00774}" dt="2026-09-01T06:32:05.189" v="5929" actId="20577"/>
          <ac:spMkLst>
            <pc:docMk/>
            <pc:sldMk cId="3400072852" sldId="267"/>
            <ac:spMk id="11" creationId="{CF60603F-BF27-4045-80B3-94D352740838}"/>
          </ac:spMkLst>
        </pc:spChg>
        <pc:spChg chg="mod">
          <ac:chgData name="ACEM2-21 ac37822m(長岡高専)" userId="45dd5a03-675d-49d7-a16d-8a5974401386" providerId="ADAL" clId="{995BAEAC-821C-448C-A5E1-6B825DA00774}" dt="2026-09-01T08:19:33.782" v="6035"/>
          <ac:spMkLst>
            <pc:docMk/>
            <pc:sldMk cId="3400072852" sldId="267"/>
            <ac:spMk id="13" creationId="{82332FC7-1703-CED5-871C-5E24E4690BE7}"/>
          </ac:spMkLst>
        </pc:spChg>
        <pc:spChg chg="mod">
          <ac:chgData name="ACEM2-21 ac37822m(長岡高専)" userId="45dd5a03-675d-49d7-a16d-8a5974401386" providerId="ADAL" clId="{995BAEAC-821C-448C-A5E1-6B825DA00774}" dt="2026-09-01T08:19:33.782" v="6035"/>
          <ac:spMkLst>
            <pc:docMk/>
            <pc:sldMk cId="3400072852" sldId="267"/>
            <ac:spMk id="14" creationId="{B8086926-C6D6-1DA0-0E32-E2EF49210481}"/>
          </ac:spMkLst>
        </pc:spChg>
        <pc:spChg chg="add mod">
          <ac:chgData name="ACEM2-21 ac37822m(長岡高専)" userId="45dd5a03-675d-49d7-a16d-8a5974401386" providerId="ADAL" clId="{995BAEAC-821C-448C-A5E1-6B825DA00774}" dt="2026-09-01T08:22:00.925" v="6086" actId="1076"/>
          <ac:spMkLst>
            <pc:docMk/>
            <pc:sldMk cId="3400072852" sldId="267"/>
            <ac:spMk id="15" creationId="{67AE1883-F716-A97F-C4CC-F2DFB0160B77}"/>
          </ac:spMkLst>
        </pc:spChg>
        <pc:spChg chg="add mod">
          <ac:chgData name="ACEM2-21 ac37822m(長岡高専)" userId="45dd5a03-675d-49d7-a16d-8a5974401386" providerId="ADAL" clId="{995BAEAC-821C-448C-A5E1-6B825DA00774}" dt="2026-09-01T08:22:00.925" v="6086" actId="1076"/>
          <ac:spMkLst>
            <pc:docMk/>
            <pc:sldMk cId="3400072852" sldId="267"/>
            <ac:spMk id="16" creationId="{7800DA27-1681-01DC-F9DA-CB22AD12FAE7}"/>
          </ac:spMkLst>
        </pc:spChg>
        <pc:spChg chg="mod">
          <ac:chgData name="ACEM2-21 ac37822m(長岡高専)" userId="45dd5a03-675d-49d7-a16d-8a5974401386" providerId="ADAL" clId="{995BAEAC-821C-448C-A5E1-6B825DA00774}" dt="2026-09-01T08:22:00.925" v="6086" actId="1076"/>
          <ac:spMkLst>
            <pc:docMk/>
            <pc:sldMk cId="3400072852" sldId="267"/>
            <ac:spMk id="17" creationId="{2B875CF8-0058-749D-D826-5CB2C031AC6E}"/>
          </ac:spMkLst>
        </pc:spChg>
        <pc:spChg chg="add mod">
          <ac:chgData name="ACEM2-21 ac37822m(長岡高専)" userId="45dd5a03-675d-49d7-a16d-8a5974401386" providerId="ADAL" clId="{995BAEAC-821C-448C-A5E1-6B825DA00774}" dt="2026-09-01T08:22:00.925" v="6086" actId="1076"/>
          <ac:spMkLst>
            <pc:docMk/>
            <pc:sldMk cId="3400072852" sldId="267"/>
            <ac:spMk id="18" creationId="{F51BF5B9-0691-F8F0-7924-74D01ECB667C}"/>
          </ac:spMkLst>
        </pc:spChg>
        <pc:spChg chg="add mod">
          <ac:chgData name="ACEM2-21 ac37822m(長岡高専)" userId="45dd5a03-675d-49d7-a16d-8a5974401386" providerId="ADAL" clId="{995BAEAC-821C-448C-A5E1-6B825DA00774}" dt="2026-09-01T08:22:00.925" v="6086" actId="1076"/>
          <ac:spMkLst>
            <pc:docMk/>
            <pc:sldMk cId="3400072852" sldId="267"/>
            <ac:spMk id="19" creationId="{3BEBCE1B-F5FB-58B3-85F6-C51333200372}"/>
          </ac:spMkLst>
        </pc:spChg>
        <pc:spChg chg="add mod">
          <ac:chgData name="ACEM2-21 ac37822m(長岡高専)" userId="45dd5a03-675d-49d7-a16d-8a5974401386" providerId="ADAL" clId="{995BAEAC-821C-448C-A5E1-6B825DA00774}" dt="2026-09-01T08:22:00.925" v="6086" actId="1076"/>
          <ac:spMkLst>
            <pc:docMk/>
            <pc:sldMk cId="3400072852" sldId="267"/>
            <ac:spMk id="20" creationId="{43A695BB-12A5-4295-48CE-E627F9890028}"/>
          </ac:spMkLst>
        </pc:spChg>
        <pc:spChg chg="add mod">
          <ac:chgData name="ACEM2-21 ac37822m(長岡高専)" userId="45dd5a03-675d-49d7-a16d-8a5974401386" providerId="ADAL" clId="{995BAEAC-821C-448C-A5E1-6B825DA00774}" dt="2026-09-01T08:22:00.925" v="6086" actId="1076"/>
          <ac:spMkLst>
            <pc:docMk/>
            <pc:sldMk cId="3400072852" sldId="267"/>
            <ac:spMk id="21" creationId="{86BD2F19-916C-2F07-CD25-4315FD34AED2}"/>
          </ac:spMkLst>
        </pc:spChg>
        <pc:spChg chg="add mod">
          <ac:chgData name="ACEM2-21 ac37822m(長岡高専)" userId="45dd5a03-675d-49d7-a16d-8a5974401386" providerId="ADAL" clId="{995BAEAC-821C-448C-A5E1-6B825DA00774}" dt="2026-09-01T08:20:41.165" v="6085" actId="20577"/>
          <ac:spMkLst>
            <pc:docMk/>
            <pc:sldMk cId="3400072852" sldId="267"/>
            <ac:spMk id="26" creationId="{AD4E38E4-0228-CFF2-5D46-559179356D63}"/>
          </ac:spMkLst>
        </pc:spChg>
        <pc:spChg chg="mod">
          <ac:chgData name="ACEM2-21 ac37822m(長岡高専)" userId="45dd5a03-675d-49d7-a16d-8a5974401386" providerId="ADAL" clId="{995BAEAC-821C-448C-A5E1-6B825DA00774}" dt="2026-09-15T15:07:11.215" v="9348" actId="20577"/>
          <ac:spMkLst>
            <pc:docMk/>
            <pc:sldMk cId="3400072852" sldId="267"/>
            <ac:spMk id="28" creationId="{638ED28B-B87D-DD00-8299-22FE24B65FAF}"/>
          </ac:spMkLst>
        </pc:spChg>
        <pc:spChg chg="mod">
          <ac:chgData name="ACEM2-21 ac37822m(長岡高専)" userId="45dd5a03-675d-49d7-a16d-8a5974401386" providerId="ADAL" clId="{995BAEAC-821C-448C-A5E1-6B825DA00774}" dt="2026-09-15T14:43:57.201" v="7732" actId="1076"/>
          <ac:spMkLst>
            <pc:docMk/>
            <pc:sldMk cId="3400072852" sldId="267"/>
            <ac:spMk id="76" creationId="{30CC9629-0A8B-E18C-CE4E-805C78EC3171}"/>
          </ac:spMkLst>
        </pc:spChg>
        <pc:spChg chg="mod">
          <ac:chgData name="ACEM2-21 ac37822m(長岡高専)" userId="45dd5a03-675d-49d7-a16d-8a5974401386" providerId="ADAL" clId="{995BAEAC-821C-448C-A5E1-6B825DA00774}" dt="2026-09-15T14:44:19.943" v="7735" actId="1076"/>
          <ac:spMkLst>
            <pc:docMk/>
            <pc:sldMk cId="3400072852" sldId="267"/>
            <ac:spMk id="99" creationId="{318C0A35-861A-B5C2-3E5D-532A9D151D64}"/>
          </ac:spMkLst>
        </pc:spChg>
        <pc:spChg chg="mod">
          <ac:chgData name="ACEM2-21 ac37822m(長岡高専)" userId="45dd5a03-675d-49d7-a16d-8a5974401386" providerId="ADAL" clId="{995BAEAC-821C-448C-A5E1-6B825DA00774}" dt="2026-09-15T14:44:19.943" v="7735" actId="1076"/>
          <ac:spMkLst>
            <pc:docMk/>
            <pc:sldMk cId="3400072852" sldId="267"/>
            <ac:spMk id="127" creationId="{C4F26478-BCE6-51E3-F6B0-380B67857CF2}"/>
          </ac:spMkLst>
        </pc:spChg>
        <pc:grpChg chg="mod">
          <ac:chgData name="ACEM2-21 ac37822m(長岡高専)" userId="45dd5a03-675d-49d7-a16d-8a5974401386" providerId="ADAL" clId="{995BAEAC-821C-448C-A5E1-6B825DA00774}" dt="2026-09-15T14:44:13.740" v="7734" actId="1076"/>
          <ac:grpSpMkLst>
            <pc:docMk/>
            <pc:sldMk cId="3400072852" sldId="267"/>
            <ac:grpSpMk id="77" creationId="{38628BBF-F850-AA2C-CD20-1BFC906895BB}"/>
          </ac:grpSpMkLst>
        </pc:grpChg>
        <pc:grpChg chg="mod">
          <ac:chgData name="ACEM2-21 ac37822m(長岡高専)" userId="45dd5a03-675d-49d7-a16d-8a5974401386" providerId="ADAL" clId="{995BAEAC-821C-448C-A5E1-6B825DA00774}" dt="2026-09-15T14:44:13.740" v="7734" actId="1076"/>
          <ac:grpSpMkLst>
            <pc:docMk/>
            <pc:sldMk cId="3400072852" sldId="267"/>
            <ac:grpSpMk id="78" creationId="{AA47197B-65CB-76B0-B2FE-B3A4C7427568}"/>
          </ac:grpSpMkLst>
        </pc:grpChg>
        <pc:grpChg chg="mod">
          <ac:chgData name="ACEM2-21 ac37822m(長岡高専)" userId="45dd5a03-675d-49d7-a16d-8a5974401386" providerId="ADAL" clId="{995BAEAC-821C-448C-A5E1-6B825DA00774}" dt="2026-09-15T14:44:13.740" v="7734" actId="1076"/>
          <ac:grpSpMkLst>
            <pc:docMk/>
            <pc:sldMk cId="3400072852" sldId="267"/>
            <ac:grpSpMk id="81" creationId="{0515AF8F-02B0-DC40-8233-0216DEDFD436}"/>
          </ac:grpSpMkLst>
        </pc:grpChg>
        <pc:picChg chg="mod">
          <ac:chgData name="ACEM2-21 ac37822m(長岡高専)" userId="45dd5a03-675d-49d7-a16d-8a5974401386" providerId="ADAL" clId="{995BAEAC-821C-448C-A5E1-6B825DA00774}" dt="2026-09-01T08:22:00.925" v="6086" actId="1076"/>
          <ac:picMkLst>
            <pc:docMk/>
            <pc:sldMk cId="3400072852" sldId="267"/>
            <ac:picMk id="24" creationId="{F69A1F14-FF30-8664-C15B-8AD81624DCFE}"/>
          </ac:picMkLst>
        </pc:picChg>
      </pc:sldChg>
      <pc:sldChg chg="addSp delSp modSp mod modAnim modNotesTx">
        <pc:chgData name="ACEM2-21 ac37822m(長岡高専)" userId="45dd5a03-675d-49d7-a16d-8a5974401386" providerId="ADAL" clId="{995BAEAC-821C-448C-A5E1-6B825DA00774}" dt="2026-09-15T14:51:39.922" v="7774" actId="1076"/>
        <pc:sldMkLst>
          <pc:docMk/>
          <pc:sldMk cId="3630399525" sldId="268"/>
        </pc:sldMkLst>
        <pc:spChg chg="mod">
          <ac:chgData name="ACEM2-21 ac37822m(長岡高専)" userId="45dd5a03-675d-49d7-a16d-8a5974401386" providerId="ADAL" clId="{995BAEAC-821C-448C-A5E1-6B825DA00774}" dt="2026-08-28T04:27:05.656" v="5357" actId="20577"/>
          <ac:spMkLst>
            <pc:docMk/>
            <pc:sldMk cId="3630399525" sldId="268"/>
            <ac:spMk id="11" creationId="{06140BCD-47BF-7E01-E735-469E650F861A}"/>
          </ac:spMkLst>
        </pc:spChg>
        <pc:spChg chg="del">
          <ac:chgData name="ACEM2-21 ac37822m(長岡高専)" userId="45dd5a03-675d-49d7-a16d-8a5974401386" providerId="ADAL" clId="{995BAEAC-821C-448C-A5E1-6B825DA00774}" dt="2026-09-15T14:30:45.363" v="7179" actId="21"/>
          <ac:spMkLst>
            <pc:docMk/>
            <pc:sldMk cId="3630399525" sldId="268"/>
            <ac:spMk id="15" creationId="{A9ACDE3A-D4CE-6F27-6E89-BBD11784C58B}"/>
          </ac:spMkLst>
        </pc:spChg>
        <pc:spChg chg="add mod">
          <ac:chgData name="ACEM2-21 ac37822m(長岡高専)" userId="45dd5a03-675d-49d7-a16d-8a5974401386" providerId="ADAL" clId="{995BAEAC-821C-448C-A5E1-6B825DA00774}" dt="2026-09-15T14:51:39.922" v="7774" actId="1076"/>
          <ac:spMkLst>
            <pc:docMk/>
            <pc:sldMk cId="3630399525" sldId="268"/>
            <ac:spMk id="16" creationId="{D4606541-C66B-0A2B-74F1-3BB28724AB79}"/>
          </ac:spMkLst>
        </pc:spChg>
        <pc:spChg chg="del">
          <ac:chgData name="ACEM2-21 ac37822m(長岡高専)" userId="45dd5a03-675d-49d7-a16d-8a5974401386" providerId="ADAL" clId="{995BAEAC-821C-448C-A5E1-6B825DA00774}" dt="2026-09-15T14:30:45.363" v="7179" actId="21"/>
          <ac:spMkLst>
            <pc:docMk/>
            <pc:sldMk cId="3630399525" sldId="268"/>
            <ac:spMk id="17" creationId="{C76B63BD-57D7-A29C-3AAE-D7A985E6FD2F}"/>
          </ac:spMkLst>
        </pc:spChg>
        <pc:spChg chg="add mod">
          <ac:chgData name="ACEM2-21 ac37822m(長岡高専)" userId="45dd5a03-675d-49d7-a16d-8a5974401386" providerId="ADAL" clId="{995BAEAC-821C-448C-A5E1-6B825DA00774}" dt="2026-09-15T14:51:39.922" v="7774" actId="1076"/>
          <ac:spMkLst>
            <pc:docMk/>
            <pc:sldMk cId="3630399525" sldId="268"/>
            <ac:spMk id="20" creationId="{8CC88110-A86F-12F4-3E31-57A66803BE37}"/>
          </ac:spMkLst>
        </pc:spChg>
        <pc:picChg chg="add mod">
          <ac:chgData name="ACEM2-21 ac37822m(長岡高専)" userId="45dd5a03-675d-49d7-a16d-8a5974401386" providerId="ADAL" clId="{995BAEAC-821C-448C-A5E1-6B825DA00774}" dt="2026-09-15T14:51:34.724" v="7773" actId="1076"/>
          <ac:picMkLst>
            <pc:docMk/>
            <pc:sldMk cId="3630399525" sldId="268"/>
            <ac:picMk id="3" creationId="{B97B10DA-E9C7-B097-5E67-60C16FD340DA}"/>
          </ac:picMkLst>
        </pc:picChg>
        <pc:picChg chg="add mod">
          <ac:chgData name="ACEM2-21 ac37822m(長岡高専)" userId="45dd5a03-675d-49d7-a16d-8a5974401386" providerId="ADAL" clId="{995BAEAC-821C-448C-A5E1-6B825DA00774}" dt="2026-09-15T14:51:34.724" v="7773" actId="1076"/>
          <ac:picMkLst>
            <pc:docMk/>
            <pc:sldMk cId="3630399525" sldId="268"/>
            <ac:picMk id="12" creationId="{4E21A75B-F4C1-CD40-AAB5-3AF51683E0DB}"/>
          </ac:picMkLst>
        </pc:picChg>
      </pc:sldChg>
      <pc:sldChg chg="modSp mod modNotesTx">
        <pc:chgData name="ACEM2-21 ac37822m(長岡高専)" userId="45dd5a03-675d-49d7-a16d-8a5974401386" providerId="ADAL" clId="{995BAEAC-821C-448C-A5E1-6B825DA00774}" dt="2026-09-15T15:20:45.902" v="10462" actId="20577"/>
        <pc:sldMkLst>
          <pc:docMk/>
          <pc:sldMk cId="1265696255" sldId="269"/>
        </pc:sldMkLst>
        <pc:spChg chg="mod">
          <ac:chgData name="ACEM2-21 ac37822m(長岡高専)" userId="45dd5a03-675d-49d7-a16d-8a5974401386" providerId="ADAL" clId="{995BAEAC-821C-448C-A5E1-6B825DA00774}" dt="2026-09-15T14:39:23.098" v="7217" actId="20577"/>
          <ac:spMkLst>
            <pc:docMk/>
            <pc:sldMk cId="1265696255" sldId="269"/>
            <ac:spMk id="5" creationId="{481F3886-3DE3-76F0-1C75-EB43A3572131}"/>
          </ac:spMkLst>
        </pc:spChg>
      </pc:sldChg>
      <pc:sldChg chg="modSp mod modNotesTx">
        <pc:chgData name="ACEM2-21 ac37822m(長岡高専)" userId="45dd5a03-675d-49d7-a16d-8a5974401386" providerId="ADAL" clId="{995BAEAC-821C-448C-A5E1-6B825DA00774}" dt="2026-09-15T15:14:02.867" v="10223" actId="20577"/>
        <pc:sldMkLst>
          <pc:docMk/>
          <pc:sldMk cId="3476658783" sldId="270"/>
        </pc:sldMkLst>
        <pc:spChg chg="mod">
          <ac:chgData name="ACEM2-21 ac37822m(長岡高専)" userId="45dd5a03-675d-49d7-a16d-8a5974401386" providerId="ADAL" clId="{995BAEAC-821C-448C-A5E1-6B825DA00774}" dt="2026-09-15T12:40:17.886" v="6530" actId="20577"/>
          <ac:spMkLst>
            <pc:docMk/>
            <pc:sldMk cId="3476658783" sldId="270"/>
            <ac:spMk id="3" creationId="{728020B5-2B10-460C-FAB5-89773203F787}"/>
          </ac:spMkLst>
        </pc:spChg>
      </pc:sldChg>
      <pc:sldChg chg="addSp delSp modSp add mod modNotesTx">
        <pc:chgData name="ACEM2-21 ac37822m(長岡高専)" userId="45dd5a03-675d-49d7-a16d-8a5974401386" providerId="ADAL" clId="{995BAEAC-821C-448C-A5E1-6B825DA00774}" dt="2026-09-15T15:13:08.515" v="10188" actId="20577"/>
        <pc:sldMkLst>
          <pc:docMk/>
          <pc:sldMk cId="3866805907" sldId="271"/>
        </pc:sldMkLst>
        <pc:spChg chg="del mod">
          <ac:chgData name="ACEM2-21 ac37822m(長岡高専)" userId="45dd5a03-675d-49d7-a16d-8a5974401386" providerId="ADAL" clId="{995BAEAC-821C-448C-A5E1-6B825DA00774}" dt="2026-09-15T14:48:37.760" v="7744" actId="21"/>
          <ac:spMkLst>
            <pc:docMk/>
            <pc:sldMk cId="3866805907" sldId="271"/>
            <ac:spMk id="3" creationId="{02F4A2C7-49CF-E7BA-8532-F781A2BDB5BA}"/>
          </ac:spMkLst>
        </pc:spChg>
        <pc:spChg chg="add del">
          <ac:chgData name="ACEM2-21 ac37822m(長岡高専)" userId="45dd5a03-675d-49d7-a16d-8a5974401386" providerId="ADAL" clId="{995BAEAC-821C-448C-A5E1-6B825DA00774}" dt="2026-09-15T14:46:14.534" v="7737" actId="22"/>
          <ac:spMkLst>
            <pc:docMk/>
            <pc:sldMk cId="3866805907" sldId="271"/>
            <ac:spMk id="8" creationId="{63C7CF8D-5EB3-2182-5D40-D2B73A6F9F14}"/>
          </ac:spMkLst>
        </pc:spChg>
        <pc:spChg chg="add del mod">
          <ac:chgData name="ACEM2-21 ac37822m(長岡高専)" userId="45dd5a03-675d-49d7-a16d-8a5974401386" providerId="ADAL" clId="{995BAEAC-821C-448C-A5E1-6B825DA00774}" dt="2026-09-01T06:32:41.666" v="5988" actId="14100"/>
          <ac:spMkLst>
            <pc:docMk/>
            <pc:sldMk cId="3866805907" sldId="271"/>
            <ac:spMk id="11" creationId="{925A6F93-345E-62C4-D547-0DEA1E33E939}"/>
          </ac:spMkLst>
        </pc:spChg>
        <pc:spChg chg="add mod">
          <ac:chgData name="ACEM2-21 ac37822m(長岡高専)" userId="45dd5a03-675d-49d7-a16d-8a5974401386" providerId="ADAL" clId="{995BAEAC-821C-448C-A5E1-6B825DA00774}" dt="2026-09-15T14:46:25.937" v="7740" actId="1076"/>
          <ac:spMkLst>
            <pc:docMk/>
            <pc:sldMk cId="3866805907" sldId="271"/>
            <ac:spMk id="13" creationId="{44016B29-9E33-FA4F-24CA-782DF0DF2CE0}"/>
          </ac:spMkLst>
        </pc:spChg>
        <pc:spChg chg="add mod">
          <ac:chgData name="ACEM2-21 ac37822m(長岡高専)" userId="45dd5a03-675d-49d7-a16d-8a5974401386" providerId="ADAL" clId="{995BAEAC-821C-448C-A5E1-6B825DA00774}" dt="2026-09-15T14:49:31.969" v="7763" actId="1076"/>
          <ac:spMkLst>
            <pc:docMk/>
            <pc:sldMk cId="3866805907" sldId="271"/>
            <ac:spMk id="19" creationId="{28601A24-81EE-C974-6D3D-252D5D2FF4B5}"/>
          </ac:spMkLst>
        </pc:spChg>
        <pc:graphicFrameChg chg="add mod modGraphic">
          <ac:chgData name="ACEM2-21 ac37822m(長岡高専)" userId="45dd5a03-675d-49d7-a16d-8a5974401386" providerId="ADAL" clId="{995BAEAC-821C-448C-A5E1-6B825DA00774}" dt="2026-09-15T14:48:59.699" v="7747" actId="1076"/>
          <ac:graphicFrameMkLst>
            <pc:docMk/>
            <pc:sldMk cId="3866805907" sldId="271"/>
            <ac:graphicFrameMk id="14" creationId="{5DFE1BC2-3B55-0391-EB0A-8C5410671BEB}"/>
          </ac:graphicFrameMkLst>
        </pc:graphicFrameChg>
      </pc:sldChg>
      <pc:sldChg chg="addSp delSp modSp add mod modNotesTx">
        <pc:chgData name="ACEM2-21 ac37822m(長岡高専)" userId="45dd5a03-675d-49d7-a16d-8a5974401386" providerId="ADAL" clId="{995BAEAC-821C-448C-A5E1-6B825DA00774}" dt="2026-09-15T15:20:27.145" v="10459" actId="20577"/>
        <pc:sldMkLst>
          <pc:docMk/>
          <pc:sldMk cId="315102233" sldId="272"/>
        </pc:sldMkLst>
        <pc:spChg chg="mod">
          <ac:chgData name="ACEM2-21 ac37822m(長岡高専)" userId="45dd5a03-675d-49d7-a16d-8a5974401386" providerId="ADAL" clId="{995BAEAC-821C-448C-A5E1-6B825DA00774}" dt="2026-09-15T14:31:09.989" v="7203" actId="20577"/>
          <ac:spMkLst>
            <pc:docMk/>
            <pc:sldMk cId="315102233" sldId="272"/>
            <ac:spMk id="3" creationId="{0AB27B1E-4E4A-BAE0-DFD9-D9071103CF9E}"/>
          </ac:spMkLst>
        </pc:spChg>
        <pc:spChg chg="mod">
          <ac:chgData name="ACEM2-21 ac37822m(長岡高専)" userId="45dd5a03-675d-49d7-a16d-8a5974401386" providerId="ADAL" clId="{995BAEAC-821C-448C-A5E1-6B825DA00774}" dt="2026-09-15T14:04:57.814" v="6785"/>
          <ac:spMkLst>
            <pc:docMk/>
            <pc:sldMk cId="315102233" sldId="272"/>
            <ac:spMk id="8" creationId="{E2B88F23-4ED2-40F3-024A-2E6F66EE4AEB}"/>
          </ac:spMkLst>
        </pc:spChg>
        <pc:spChg chg="mod">
          <ac:chgData name="ACEM2-21 ac37822m(長岡高専)" userId="45dd5a03-675d-49d7-a16d-8a5974401386" providerId="ADAL" clId="{995BAEAC-821C-448C-A5E1-6B825DA00774}" dt="2026-09-15T14:08:24.657" v="7061" actId="1076"/>
          <ac:spMkLst>
            <pc:docMk/>
            <pc:sldMk cId="315102233" sldId="272"/>
            <ac:spMk id="15" creationId="{2BB44548-3206-945A-9AB6-E1FD1B751101}"/>
          </ac:spMkLst>
        </pc:spChg>
        <pc:spChg chg="mod">
          <ac:chgData name="ACEM2-21 ac37822m(長岡高専)" userId="45dd5a03-675d-49d7-a16d-8a5974401386" providerId="ADAL" clId="{995BAEAC-821C-448C-A5E1-6B825DA00774}" dt="2026-09-15T14:29:36.507" v="7173" actId="1076"/>
          <ac:spMkLst>
            <pc:docMk/>
            <pc:sldMk cId="315102233" sldId="272"/>
            <ac:spMk id="70" creationId="{C20F21EB-6465-EFC9-20E8-7834E5147F94}"/>
          </ac:spMkLst>
        </pc:spChg>
        <pc:spChg chg="mod">
          <ac:chgData name="ACEM2-21 ac37822m(長岡高専)" userId="45dd5a03-675d-49d7-a16d-8a5974401386" providerId="ADAL" clId="{995BAEAC-821C-448C-A5E1-6B825DA00774}" dt="2026-09-15T14:29:36.507" v="7173" actId="1076"/>
          <ac:spMkLst>
            <pc:docMk/>
            <pc:sldMk cId="315102233" sldId="272"/>
            <ac:spMk id="72" creationId="{39FFB5A3-88CD-E860-EF97-CCCEEC54DC80}"/>
          </ac:spMkLst>
        </pc:spChg>
        <pc:graphicFrameChg chg="add mod">
          <ac:chgData name="ACEM2-21 ac37822m(長岡高専)" userId="45dd5a03-675d-49d7-a16d-8a5974401386" providerId="ADAL" clId="{995BAEAC-821C-448C-A5E1-6B825DA00774}" dt="2026-09-15T13:37:21.724" v="6539" actId="571"/>
          <ac:graphicFrameMkLst>
            <pc:docMk/>
            <pc:sldMk cId="315102233" sldId="272"/>
            <ac:graphicFrameMk id="5" creationId="{DE2F8172-1F36-B734-0B0C-F3625238C3B4}"/>
          </ac:graphicFrameMkLst>
        </pc:graphicFrameChg>
        <pc:graphicFrameChg chg="add mod">
          <ac:chgData name="ACEM2-21 ac37822m(長岡高専)" userId="45dd5a03-675d-49d7-a16d-8a5974401386" providerId="ADAL" clId="{995BAEAC-821C-448C-A5E1-6B825DA00774}" dt="2026-09-15T13:37:34.713" v="6541"/>
          <ac:graphicFrameMkLst>
            <pc:docMk/>
            <pc:sldMk cId="315102233" sldId="272"/>
            <ac:graphicFrameMk id="9" creationId="{EA59D3F5-9BEF-0ABD-A0F0-AC16ED978A6A}"/>
          </ac:graphicFrameMkLst>
        </pc:graphicFrameChg>
        <pc:graphicFrameChg chg="add mod modGraphic">
          <ac:chgData name="ACEM2-21 ac37822m(長岡高専)" userId="45dd5a03-675d-49d7-a16d-8a5974401386" providerId="ADAL" clId="{995BAEAC-821C-448C-A5E1-6B825DA00774}" dt="2026-09-15T13:38:06.552" v="6546" actId="14100"/>
          <ac:graphicFrameMkLst>
            <pc:docMk/>
            <pc:sldMk cId="315102233" sldId="272"/>
            <ac:graphicFrameMk id="12" creationId="{187EB9D2-42DB-F047-F003-0C55BB16F667}"/>
          </ac:graphicFrameMkLst>
        </pc:graphicFrameChg>
        <pc:graphicFrameChg chg="add del mod modGraphic">
          <ac:chgData name="ACEM2-21 ac37822m(長岡高専)" userId="45dd5a03-675d-49d7-a16d-8a5974401386" providerId="ADAL" clId="{995BAEAC-821C-448C-A5E1-6B825DA00774}" dt="2026-09-15T14:01:24.441" v="6653" actId="122"/>
          <ac:graphicFrameMkLst>
            <pc:docMk/>
            <pc:sldMk cId="315102233" sldId="272"/>
            <ac:graphicFrameMk id="17" creationId="{1F759231-A72B-D3A1-BD39-CA2C5A655271}"/>
          </ac:graphicFrameMkLst>
        </pc:graphicFrameChg>
      </pc:sldChg>
      <pc:sldChg chg="addSp delSp modSp mod delAnim modAnim modNotesTx">
        <pc:chgData name="ACEM2-21 ac37822m(長岡高専)" userId="45dd5a03-675d-49d7-a16d-8a5974401386" providerId="ADAL" clId="{995BAEAC-821C-448C-A5E1-6B825DA00774}" dt="2026-09-15T15:20:37.762" v="10461" actId="20577"/>
        <pc:sldMkLst>
          <pc:docMk/>
          <pc:sldMk cId="628031770" sldId="274"/>
        </pc:sldMkLst>
        <pc:spChg chg="del mod">
          <ac:chgData name="ACEM2-21 ac37822m(長岡高専)" userId="45dd5a03-675d-49d7-a16d-8a5974401386" providerId="ADAL" clId="{995BAEAC-821C-448C-A5E1-6B825DA00774}" dt="2026-09-15T14:29:26.593" v="7171"/>
          <ac:spMkLst>
            <pc:docMk/>
            <pc:sldMk cId="628031770" sldId="274"/>
            <ac:spMk id="3" creationId="{F57E3D77-2465-546C-094A-F35ED8397DF0}"/>
          </ac:spMkLst>
        </pc:spChg>
        <pc:spChg chg="mod">
          <ac:chgData name="ACEM2-21 ac37822m(長岡高専)" userId="45dd5a03-675d-49d7-a16d-8a5974401386" providerId="ADAL" clId="{995BAEAC-821C-448C-A5E1-6B825DA00774}" dt="2026-09-15T14:18:00.607" v="7111" actId="20577"/>
          <ac:spMkLst>
            <pc:docMk/>
            <pc:sldMk cId="628031770" sldId="274"/>
            <ac:spMk id="11" creationId="{63D74D0C-1281-2A3C-DA5B-0FD35FA5BBDA}"/>
          </ac:spMkLst>
        </pc:spChg>
        <pc:spChg chg="mod">
          <ac:chgData name="ACEM2-21 ac37822m(長岡高専)" userId="45dd5a03-675d-49d7-a16d-8a5974401386" providerId="ADAL" clId="{995BAEAC-821C-448C-A5E1-6B825DA00774}" dt="2026-09-15T14:52:39.220" v="7848" actId="20577"/>
          <ac:spMkLst>
            <pc:docMk/>
            <pc:sldMk cId="628031770" sldId="274"/>
            <ac:spMk id="14" creationId="{2075733D-A357-11C4-9F42-F58982D1DAE7}"/>
          </ac:spMkLst>
        </pc:spChg>
        <pc:spChg chg="add del mod topLvl">
          <ac:chgData name="ACEM2-21 ac37822m(長岡高専)" userId="45dd5a03-675d-49d7-a16d-8a5974401386" providerId="ADAL" clId="{995BAEAC-821C-448C-A5E1-6B825DA00774}" dt="2026-09-15T14:23:07.490" v="7127" actId="165"/>
          <ac:spMkLst>
            <pc:docMk/>
            <pc:sldMk cId="628031770" sldId="274"/>
            <ac:spMk id="15" creationId="{BA87274C-0D18-2885-6FC9-98769FF883DC}"/>
          </ac:spMkLst>
        </pc:spChg>
        <pc:spChg chg="del">
          <ac:chgData name="ACEM2-21 ac37822m(長岡高専)" userId="45dd5a03-675d-49d7-a16d-8a5974401386" providerId="ADAL" clId="{995BAEAC-821C-448C-A5E1-6B825DA00774}" dt="2026-09-15T14:15:06.170" v="7063" actId="21"/>
          <ac:spMkLst>
            <pc:docMk/>
            <pc:sldMk cId="628031770" sldId="274"/>
            <ac:spMk id="16" creationId="{91957FF8-4E56-D576-EDE3-119BE544D1FC}"/>
          </ac:spMkLst>
        </pc:spChg>
        <pc:spChg chg="del">
          <ac:chgData name="ACEM2-21 ac37822m(長岡高専)" userId="45dd5a03-675d-49d7-a16d-8a5974401386" providerId="ADAL" clId="{995BAEAC-821C-448C-A5E1-6B825DA00774}" dt="2026-09-15T14:15:06.170" v="7063" actId="21"/>
          <ac:spMkLst>
            <pc:docMk/>
            <pc:sldMk cId="628031770" sldId="274"/>
            <ac:spMk id="18" creationId="{B125AC5B-FB8E-7C32-9577-3A11ABBD4CF1}"/>
          </ac:spMkLst>
        </pc:spChg>
        <pc:spChg chg="add del mod">
          <ac:chgData name="ACEM2-21 ac37822m(長岡高専)" userId="45dd5a03-675d-49d7-a16d-8a5974401386" providerId="ADAL" clId="{995BAEAC-821C-448C-A5E1-6B825DA00774}" dt="2026-09-15T14:28:18.394" v="7128" actId="21"/>
          <ac:spMkLst>
            <pc:docMk/>
            <pc:sldMk cId="628031770" sldId="274"/>
            <ac:spMk id="23" creationId="{9FA59CB2-49AB-E268-B3FA-9D9FA6F32C46}"/>
          </ac:spMkLst>
        </pc:spChg>
        <pc:spChg chg="add mod">
          <ac:chgData name="ACEM2-21 ac37822m(長岡高専)" userId="45dd5a03-675d-49d7-a16d-8a5974401386" providerId="ADAL" clId="{995BAEAC-821C-448C-A5E1-6B825DA00774}" dt="2026-09-15T14:29:52.281" v="7177" actId="1076"/>
          <ac:spMkLst>
            <pc:docMk/>
            <pc:sldMk cId="628031770" sldId="274"/>
            <ac:spMk id="27" creationId="{A5D6F99F-8A88-FB2B-E2B0-D1C8740F3CA1}"/>
          </ac:spMkLst>
        </pc:spChg>
        <pc:spChg chg="add mod">
          <ac:chgData name="ACEM2-21 ac37822m(長岡高専)" userId="45dd5a03-675d-49d7-a16d-8a5974401386" providerId="ADAL" clId="{995BAEAC-821C-448C-A5E1-6B825DA00774}" dt="2026-09-15T14:29:48.077" v="7176" actId="1076"/>
          <ac:spMkLst>
            <pc:docMk/>
            <pc:sldMk cId="628031770" sldId="274"/>
            <ac:spMk id="29" creationId="{4BD6AF18-122E-8937-F855-C0C122A8AAE3}"/>
          </ac:spMkLst>
        </pc:spChg>
        <pc:grpChg chg="add del mod">
          <ac:chgData name="ACEM2-21 ac37822m(長岡高専)" userId="45dd5a03-675d-49d7-a16d-8a5974401386" providerId="ADAL" clId="{995BAEAC-821C-448C-A5E1-6B825DA00774}" dt="2026-09-15T14:28:18.394" v="7128" actId="21"/>
          <ac:grpSpMkLst>
            <pc:docMk/>
            <pc:sldMk cId="628031770" sldId="274"/>
            <ac:grpSpMk id="17" creationId="{DD4E4959-DDB5-B415-5488-983D18161F86}"/>
          </ac:grpSpMkLst>
        </pc:grpChg>
        <pc:picChg chg="add del mod">
          <ac:chgData name="ACEM2-21 ac37822m(長岡高専)" userId="45dd5a03-675d-49d7-a16d-8a5974401386" providerId="ADAL" clId="{995BAEAC-821C-448C-A5E1-6B825DA00774}" dt="2026-09-15T14:15:19.451" v="7066" actId="21"/>
          <ac:picMkLst>
            <pc:docMk/>
            <pc:sldMk cId="628031770" sldId="274"/>
            <ac:picMk id="5" creationId="{3EB45B55-58B0-C496-9E8A-17C5870E6EFF}"/>
          </ac:picMkLst>
        </pc:picChg>
        <pc:picChg chg="add del mod">
          <ac:chgData name="ACEM2-21 ac37822m(長岡高専)" userId="45dd5a03-675d-49d7-a16d-8a5974401386" providerId="ADAL" clId="{995BAEAC-821C-448C-A5E1-6B825DA00774}" dt="2026-09-15T14:15:19.451" v="7066" actId="21"/>
          <ac:picMkLst>
            <pc:docMk/>
            <pc:sldMk cId="628031770" sldId="274"/>
            <ac:picMk id="9" creationId="{05A29DA5-AF70-E6F7-8FF3-BFF282AA2E08}"/>
          </ac:picMkLst>
        </pc:picChg>
        <pc:picChg chg="add del mod ord">
          <ac:chgData name="ACEM2-21 ac37822m(長岡高専)" userId="45dd5a03-675d-49d7-a16d-8a5974401386" providerId="ADAL" clId="{995BAEAC-821C-448C-A5E1-6B825DA00774}" dt="2026-09-15T14:28:20.669" v="7129" actId="21"/>
          <ac:picMkLst>
            <pc:docMk/>
            <pc:sldMk cId="628031770" sldId="274"/>
            <ac:picMk id="12" creationId="{1F4A1B28-E3E6-AE53-AAE9-7C6DE49487BB}"/>
          </ac:picMkLst>
        </pc:picChg>
        <pc:picChg chg="add mod ord topLvl modCrop">
          <ac:chgData name="ACEM2-21 ac37822m(長岡高専)" userId="45dd5a03-675d-49d7-a16d-8a5974401386" providerId="ADAL" clId="{995BAEAC-821C-448C-A5E1-6B825DA00774}" dt="2026-09-15T14:23:07.490" v="7127" actId="165"/>
          <ac:picMkLst>
            <pc:docMk/>
            <pc:sldMk cId="628031770" sldId="274"/>
            <ac:picMk id="13" creationId="{773F5F17-AE84-BF9F-98E8-17D9A9F43570}"/>
          </ac:picMkLst>
        </pc:picChg>
        <pc:picChg chg="add del">
          <ac:chgData name="ACEM2-21 ac37822m(長岡高専)" userId="45dd5a03-675d-49d7-a16d-8a5974401386" providerId="ADAL" clId="{995BAEAC-821C-448C-A5E1-6B825DA00774}" dt="2026-09-15T14:17:23.894" v="7094" actId="22"/>
          <ac:picMkLst>
            <pc:docMk/>
            <pc:sldMk cId="628031770" sldId="274"/>
            <ac:picMk id="20" creationId="{0B06526E-3AB4-ED6D-FDCB-1E41A16DAD02}"/>
          </ac:picMkLst>
        </pc:picChg>
        <pc:picChg chg="add del">
          <ac:chgData name="ACEM2-21 ac37822m(長岡高専)" userId="45dd5a03-675d-49d7-a16d-8a5974401386" providerId="ADAL" clId="{995BAEAC-821C-448C-A5E1-6B825DA00774}" dt="2026-09-15T14:17:23.894" v="7094" actId="22"/>
          <ac:picMkLst>
            <pc:docMk/>
            <pc:sldMk cId="628031770" sldId="274"/>
            <ac:picMk id="22" creationId="{3F8840D4-BEB1-C37A-204E-08BC917E02BB}"/>
          </ac:picMkLst>
        </pc:picChg>
        <pc:picChg chg="add mod">
          <ac:chgData name="ACEM2-21 ac37822m(長岡高専)" userId="45dd5a03-675d-49d7-a16d-8a5974401386" providerId="ADAL" clId="{995BAEAC-821C-448C-A5E1-6B825DA00774}" dt="2026-09-15T14:29:31.557" v="7172" actId="1076"/>
          <ac:picMkLst>
            <pc:docMk/>
            <pc:sldMk cId="628031770" sldId="274"/>
            <ac:picMk id="24" creationId="{89EFB701-5360-FC2E-51B6-BD76862CC3A2}"/>
          </ac:picMkLst>
        </pc:picChg>
        <pc:picChg chg="add mod">
          <ac:chgData name="ACEM2-21 ac37822m(長岡高専)" userId="45dd5a03-675d-49d7-a16d-8a5974401386" providerId="ADAL" clId="{995BAEAC-821C-448C-A5E1-6B825DA00774}" dt="2026-09-15T14:29:31.557" v="7172" actId="1076"/>
          <ac:picMkLst>
            <pc:docMk/>
            <pc:sldMk cId="628031770" sldId="274"/>
            <ac:picMk id="25" creationId="{1806D804-C21B-7389-A642-2BBE9EF6DD12}"/>
          </ac:picMkLst>
        </pc:picChg>
      </pc:sldChg>
      <pc:sldChg chg="modSp mod modNotesTx">
        <pc:chgData name="ACEM2-21 ac37822m(長岡高専)" userId="45dd5a03-675d-49d7-a16d-8a5974401386" providerId="ADAL" clId="{995BAEAC-821C-448C-A5E1-6B825DA00774}" dt="2026-09-15T15:09:51.161" v="9702" actId="20577"/>
        <pc:sldMkLst>
          <pc:docMk/>
          <pc:sldMk cId="558206630" sldId="275"/>
        </pc:sldMkLst>
        <pc:spChg chg="mod">
          <ac:chgData name="ACEM2-21 ac37822m(長岡高専)" userId="45dd5a03-675d-49d7-a16d-8a5974401386" providerId="ADAL" clId="{995BAEAC-821C-448C-A5E1-6B825DA00774}" dt="2026-09-15T14:42:56.176" v="7721" actId="113"/>
          <ac:spMkLst>
            <pc:docMk/>
            <pc:sldMk cId="558206630" sldId="275"/>
            <ac:spMk id="26" creationId="{04FCA7A9-30C2-4C78-B6D9-B1D3BC34033D}"/>
          </ac:spMkLst>
        </pc:spChg>
      </pc:sldChg>
      <pc:sldChg chg="modSp mod modNotesTx">
        <pc:chgData name="ACEM2-21 ac37822m(長岡高専)" userId="45dd5a03-675d-49d7-a16d-8a5974401386" providerId="ADAL" clId="{995BAEAC-821C-448C-A5E1-6B825DA00774}" dt="2026-09-15T15:11:23.992" v="9948" actId="20577"/>
        <pc:sldMkLst>
          <pc:docMk/>
          <pc:sldMk cId="795901822" sldId="276"/>
        </pc:sldMkLst>
        <pc:spChg chg="mod">
          <ac:chgData name="ACEM2-21 ac37822m(長岡高専)" userId="45dd5a03-675d-49d7-a16d-8a5974401386" providerId="ADAL" clId="{995BAEAC-821C-448C-A5E1-6B825DA00774}" dt="2026-09-15T14:39:51.431" v="7230" actId="20577"/>
          <ac:spMkLst>
            <pc:docMk/>
            <pc:sldMk cId="795901822" sldId="276"/>
            <ac:spMk id="11" creationId="{77E1D361-1BC8-CF47-5AB8-FAF3AEC45ADE}"/>
          </ac:spMkLst>
        </pc:spChg>
      </pc:sldChg>
    </pc:docChg>
  </pc:docChgLst>
  <pc:docChgLst>
    <pc:chgData name="ACEM2-21 ac37822m(長岡高専)" userId="45dd5a03-675d-49d7-a16d-8a5974401386" providerId="ADAL" clId="{27FE6A37-5C74-4966-8564-B51DD8B2CFF0}"/>
    <pc:docChg chg="undo custSel addSld delSld modSld">
      <pc:chgData name="ACEM2-21 ac37822m(長岡高専)" userId="45dd5a03-675d-49d7-a16d-8a5974401386" providerId="ADAL" clId="{27FE6A37-5C74-4966-8564-B51DD8B2CFF0}" dt="2026-09-07T15:18:17.929" v="2261" actId="20577"/>
      <pc:docMkLst>
        <pc:docMk/>
      </pc:docMkLst>
      <pc:sldChg chg="modSp mod">
        <pc:chgData name="ACEM2-21 ac37822m(長岡高専)" userId="45dd5a03-675d-49d7-a16d-8a5974401386" providerId="ADAL" clId="{27FE6A37-5C74-4966-8564-B51DD8B2CFF0}" dt="2026-08-27T13:04:26.034" v="288" actId="20577"/>
        <pc:sldMkLst>
          <pc:docMk/>
          <pc:sldMk cId="4039511945" sldId="256"/>
        </pc:sldMkLst>
        <pc:spChg chg="mod">
          <ac:chgData name="ACEM2-21 ac37822m(長岡高専)" userId="45dd5a03-675d-49d7-a16d-8a5974401386" providerId="ADAL" clId="{27FE6A37-5C74-4966-8564-B51DD8B2CFF0}" dt="2026-08-27T13:04:26.034" v="288" actId="20577"/>
          <ac:spMkLst>
            <pc:docMk/>
            <pc:sldMk cId="4039511945" sldId="256"/>
            <ac:spMk id="4" creationId="{9E517A19-D6AC-4410-95AD-6AB703636F6A}"/>
          </ac:spMkLst>
        </pc:spChg>
      </pc:sldChg>
      <pc:sldChg chg="addSp delSp modSp mod">
        <pc:chgData name="ACEM2-21 ac37822m(長岡高専)" userId="45dd5a03-675d-49d7-a16d-8a5974401386" providerId="ADAL" clId="{27FE6A37-5C74-4966-8564-B51DD8B2CFF0}" dt="2026-09-02T05:40:58.112" v="1305" actId="20577"/>
        <pc:sldMkLst>
          <pc:docMk/>
          <pc:sldMk cId="1614531952" sldId="257"/>
        </pc:sldMkLst>
        <pc:spChg chg="add mod">
          <ac:chgData name="ACEM2-21 ac37822m(長岡高専)" userId="45dd5a03-675d-49d7-a16d-8a5974401386" providerId="ADAL" clId="{27FE6A37-5C74-4966-8564-B51DD8B2CFF0}" dt="2026-08-27T13:04:09.886" v="273"/>
          <ac:spMkLst>
            <pc:docMk/>
            <pc:sldMk cId="1614531952" sldId="257"/>
            <ac:spMk id="8" creationId="{D9C44998-A6BB-6683-5482-E7B9211408C7}"/>
          </ac:spMkLst>
        </pc:spChg>
        <pc:spChg chg="mod">
          <ac:chgData name="ACEM2-21 ac37822m(長岡高専)" userId="45dd5a03-675d-49d7-a16d-8a5974401386" providerId="ADAL" clId="{27FE6A37-5C74-4966-8564-B51DD8B2CFF0}" dt="2026-09-02T05:40:58.112" v="1305" actId="20577"/>
          <ac:spMkLst>
            <pc:docMk/>
            <pc:sldMk cId="1614531952" sldId="257"/>
            <ac:spMk id="9" creationId="{EF829B69-4BE3-6BE4-CA40-1DF293AB198C}"/>
          </ac:spMkLst>
        </pc:spChg>
        <pc:spChg chg="add mod">
          <ac:chgData name="ACEM2-21 ac37822m(長岡高専)" userId="45dd5a03-675d-49d7-a16d-8a5974401386" providerId="ADAL" clId="{27FE6A37-5C74-4966-8564-B51DD8B2CFF0}" dt="2026-08-27T13:04:57.296" v="300"/>
          <ac:spMkLst>
            <pc:docMk/>
            <pc:sldMk cId="1614531952" sldId="257"/>
            <ac:spMk id="12" creationId="{3B673A7B-A2B6-248C-CC5F-AE7FA993CB52}"/>
          </ac:spMkLst>
        </pc:spChg>
        <pc:spChg chg="mod">
          <ac:chgData name="ACEM2-21 ac37822m(長岡高専)" userId="45dd5a03-675d-49d7-a16d-8a5974401386" providerId="ADAL" clId="{27FE6A37-5C74-4966-8564-B51DD8B2CFF0}" dt="2026-08-27T12:51:04.426" v="33" actId="165"/>
          <ac:spMkLst>
            <pc:docMk/>
            <pc:sldMk cId="1614531952" sldId="257"/>
            <ac:spMk id="17" creationId="{B06E5D19-8A83-AF9D-84DA-689064E00033}"/>
          </ac:spMkLst>
        </pc:spChg>
        <pc:spChg chg="mod">
          <ac:chgData name="ACEM2-21 ac37822m(長岡高専)" userId="45dd5a03-675d-49d7-a16d-8a5974401386" providerId="ADAL" clId="{27FE6A37-5C74-4966-8564-B51DD8B2CFF0}" dt="2026-08-27T12:51:54.749" v="66" actId="404"/>
          <ac:spMkLst>
            <pc:docMk/>
            <pc:sldMk cId="1614531952" sldId="257"/>
            <ac:spMk id="18" creationId="{A4D793F4-5A1F-7434-571E-E18FD4712A3D}"/>
          </ac:spMkLst>
        </pc:spChg>
        <pc:spChg chg="mod topLvl">
          <ac:chgData name="ACEM2-21 ac37822m(長岡高専)" userId="45dd5a03-675d-49d7-a16d-8a5974401386" providerId="ADAL" clId="{27FE6A37-5C74-4966-8564-B51DD8B2CFF0}" dt="2026-08-27T13:03:19.953" v="261" actId="164"/>
          <ac:spMkLst>
            <pc:docMk/>
            <pc:sldMk cId="1614531952" sldId="257"/>
            <ac:spMk id="20" creationId="{7F7F6181-C643-AAAF-AEC8-E15A70BD9755}"/>
          </ac:spMkLst>
        </pc:spChg>
        <pc:spChg chg="mod topLvl">
          <ac:chgData name="ACEM2-21 ac37822m(長岡高専)" userId="45dd5a03-675d-49d7-a16d-8a5974401386" providerId="ADAL" clId="{27FE6A37-5C74-4966-8564-B51DD8B2CFF0}" dt="2026-08-27T13:03:19.953" v="261" actId="164"/>
          <ac:spMkLst>
            <pc:docMk/>
            <pc:sldMk cId="1614531952" sldId="257"/>
            <ac:spMk id="61" creationId="{110A89B7-1DB8-733D-4807-57C43E7D82CD}"/>
          </ac:spMkLst>
        </pc:spChg>
        <pc:grpChg chg="add mod">
          <ac:chgData name="ACEM2-21 ac37822m(長岡高専)" userId="45dd5a03-675d-49d7-a16d-8a5974401386" providerId="ADAL" clId="{27FE6A37-5C74-4966-8564-B51DD8B2CFF0}" dt="2026-08-27T13:09:21.591" v="527" actId="1076"/>
          <ac:grpSpMkLst>
            <pc:docMk/>
            <pc:sldMk cId="1614531952" sldId="257"/>
            <ac:grpSpMk id="7" creationId="{662D2841-6813-C8EA-2B89-08C07FD60042}"/>
          </ac:grpSpMkLst>
        </pc:grpChg>
        <pc:grpChg chg="mod topLvl">
          <ac:chgData name="ACEM2-21 ac37822m(長岡高専)" userId="45dd5a03-675d-49d7-a16d-8a5974401386" providerId="ADAL" clId="{27FE6A37-5C74-4966-8564-B51DD8B2CFF0}" dt="2026-08-27T13:03:19.953" v="261" actId="164"/>
          <ac:grpSpMkLst>
            <pc:docMk/>
            <pc:sldMk cId="1614531952" sldId="257"/>
            <ac:grpSpMk id="13" creationId="{D198C248-8387-B1B8-9D3F-861041F59592}"/>
          </ac:grpSpMkLst>
        </pc:grpChg>
        <pc:grpChg chg="mod">
          <ac:chgData name="ACEM2-21 ac37822m(長岡高専)" userId="45dd5a03-675d-49d7-a16d-8a5974401386" providerId="ADAL" clId="{27FE6A37-5C74-4966-8564-B51DD8B2CFF0}" dt="2026-08-27T12:51:04.426" v="33" actId="165"/>
          <ac:grpSpMkLst>
            <pc:docMk/>
            <pc:sldMk cId="1614531952" sldId="257"/>
            <ac:grpSpMk id="16" creationId="{4B4FD0D9-611E-4C00-3935-FB1567A10461}"/>
          </ac:grpSpMkLst>
        </pc:grpChg>
        <pc:grpChg chg="mod topLvl">
          <ac:chgData name="ACEM2-21 ac37822m(長岡高専)" userId="45dd5a03-675d-49d7-a16d-8a5974401386" providerId="ADAL" clId="{27FE6A37-5C74-4966-8564-B51DD8B2CFF0}" dt="2026-08-27T13:03:19.953" v="261" actId="164"/>
          <ac:grpSpMkLst>
            <pc:docMk/>
            <pc:sldMk cId="1614531952" sldId="257"/>
            <ac:grpSpMk id="39" creationId="{EC2BACAF-0DCD-599C-5DD4-CD009F160B6F}"/>
          </ac:grpSpMkLst>
        </pc:grpChg>
        <pc:picChg chg="mod">
          <ac:chgData name="ACEM2-21 ac37822m(長岡高専)" userId="45dd5a03-675d-49d7-a16d-8a5974401386" providerId="ADAL" clId="{27FE6A37-5C74-4966-8564-B51DD8B2CFF0}" dt="2026-08-27T12:51:04.426" v="33" actId="165"/>
          <ac:picMkLst>
            <pc:docMk/>
            <pc:sldMk cId="1614531952" sldId="257"/>
            <ac:picMk id="38" creationId="{96DAF670-F4E4-B7B2-5DFF-0ED5E1598EDB}"/>
          </ac:picMkLst>
        </pc:picChg>
      </pc:sldChg>
      <pc:sldChg chg="addSp delSp modSp mod">
        <pc:chgData name="ACEM2-21 ac37822m(長岡高専)" userId="45dd5a03-675d-49d7-a16d-8a5974401386" providerId="ADAL" clId="{27FE6A37-5C74-4966-8564-B51DD8B2CFF0}" dt="2026-09-02T05:42:37.215" v="1427" actId="1076"/>
        <pc:sldMkLst>
          <pc:docMk/>
          <pc:sldMk cId="1055157735" sldId="260"/>
        </pc:sldMkLst>
        <pc:spChg chg="add mod">
          <ac:chgData name="ACEM2-21 ac37822m(長岡高専)" userId="45dd5a03-675d-49d7-a16d-8a5974401386" providerId="ADAL" clId="{27FE6A37-5C74-4966-8564-B51DD8B2CFF0}" dt="2026-08-27T13:04:11.362" v="275"/>
          <ac:spMkLst>
            <pc:docMk/>
            <pc:sldMk cId="1055157735" sldId="260"/>
            <ac:spMk id="2" creationId="{35ED4072-AF16-FDB2-129E-DDBC8DA231BF}"/>
          </ac:spMkLst>
        </pc:spChg>
        <pc:spChg chg="add mod">
          <ac:chgData name="ACEM2-21 ac37822m(長岡高専)" userId="45dd5a03-675d-49d7-a16d-8a5974401386" providerId="ADAL" clId="{27FE6A37-5C74-4966-8564-B51DD8B2CFF0}" dt="2026-08-27T13:04:58.672" v="302"/>
          <ac:spMkLst>
            <pc:docMk/>
            <pc:sldMk cId="1055157735" sldId="260"/>
            <ac:spMk id="3" creationId="{924003C7-F022-1A66-9B84-3F2CF60600D8}"/>
          </ac:spMkLst>
        </pc:spChg>
        <pc:spChg chg="mod">
          <ac:chgData name="ACEM2-21 ac37822m(長岡高専)" userId="45dd5a03-675d-49d7-a16d-8a5974401386" providerId="ADAL" clId="{27FE6A37-5C74-4966-8564-B51DD8B2CFF0}" dt="2026-08-27T13:10:53.178" v="562"/>
          <ac:spMkLst>
            <pc:docMk/>
            <pc:sldMk cId="1055157735" sldId="260"/>
            <ac:spMk id="11" creationId="{AC147638-74E8-83F2-096B-2869174298A2}"/>
          </ac:spMkLst>
        </pc:spChg>
        <pc:spChg chg="mod">
          <ac:chgData name="ACEM2-21 ac37822m(長岡高専)" userId="45dd5a03-675d-49d7-a16d-8a5974401386" providerId="ADAL" clId="{27FE6A37-5C74-4966-8564-B51DD8B2CFF0}" dt="2026-09-02T05:42:37.215" v="1427" actId="1076"/>
          <ac:spMkLst>
            <pc:docMk/>
            <pc:sldMk cId="1055157735" sldId="260"/>
            <ac:spMk id="66" creationId="{56F4D455-195A-0CA6-59C6-FCEF7AB895E8}"/>
          </ac:spMkLst>
        </pc:spChg>
        <pc:spChg chg="mod">
          <ac:chgData name="ACEM2-21 ac37822m(長岡高専)" userId="45dd5a03-675d-49d7-a16d-8a5974401386" providerId="ADAL" clId="{27FE6A37-5C74-4966-8564-B51DD8B2CFF0}" dt="2026-09-02T05:42:37.215" v="1427" actId="1076"/>
          <ac:spMkLst>
            <pc:docMk/>
            <pc:sldMk cId="1055157735" sldId="260"/>
            <ac:spMk id="72" creationId="{DA21506C-9B19-6490-A3A7-959C5053D192}"/>
          </ac:spMkLst>
        </pc:spChg>
        <pc:spChg chg="mod">
          <ac:chgData name="ACEM2-21 ac37822m(長岡高専)" userId="45dd5a03-675d-49d7-a16d-8a5974401386" providerId="ADAL" clId="{27FE6A37-5C74-4966-8564-B51DD8B2CFF0}" dt="2026-09-02T05:42:37.215" v="1427" actId="1076"/>
          <ac:spMkLst>
            <pc:docMk/>
            <pc:sldMk cId="1055157735" sldId="260"/>
            <ac:spMk id="78" creationId="{072A197C-73CE-E770-5CEC-2381075B62A7}"/>
          </ac:spMkLst>
        </pc:spChg>
        <pc:spChg chg="mod">
          <ac:chgData name="ACEM2-21 ac37822m(長岡高専)" userId="45dd5a03-675d-49d7-a16d-8a5974401386" providerId="ADAL" clId="{27FE6A37-5C74-4966-8564-B51DD8B2CFF0}" dt="2026-09-02T05:42:37.215" v="1427" actId="1076"/>
          <ac:spMkLst>
            <pc:docMk/>
            <pc:sldMk cId="1055157735" sldId="260"/>
            <ac:spMk id="86" creationId="{8D5CE153-158C-57A3-368D-84BA713A93A3}"/>
          </ac:spMkLst>
        </pc:spChg>
        <pc:spChg chg="add del mod">
          <ac:chgData name="ACEM2-21 ac37822m(長岡高専)" userId="45dd5a03-675d-49d7-a16d-8a5974401386" providerId="ADAL" clId="{27FE6A37-5C74-4966-8564-B51DD8B2CFF0}" dt="2026-09-02T05:42:37.215" v="1427" actId="1076"/>
          <ac:spMkLst>
            <pc:docMk/>
            <pc:sldMk cId="1055157735" sldId="260"/>
            <ac:spMk id="88" creationId="{42FC6FB7-167C-242D-6B35-98A9D310C231}"/>
          </ac:spMkLst>
        </pc:spChg>
        <pc:spChg chg="mod">
          <ac:chgData name="ACEM2-21 ac37822m(長岡高専)" userId="45dd5a03-675d-49d7-a16d-8a5974401386" providerId="ADAL" clId="{27FE6A37-5C74-4966-8564-B51DD8B2CFF0}" dt="2026-09-02T05:42:37.215" v="1427" actId="1076"/>
          <ac:spMkLst>
            <pc:docMk/>
            <pc:sldMk cId="1055157735" sldId="260"/>
            <ac:spMk id="90" creationId="{AC000FBC-20D8-241D-5CC4-3AFAA158765F}"/>
          </ac:spMkLst>
        </pc:spChg>
      </pc:sldChg>
      <pc:sldChg chg="addSp delSp modSp mod modNotesTx">
        <pc:chgData name="ACEM2-21 ac37822m(長岡高専)" userId="45dd5a03-675d-49d7-a16d-8a5974401386" providerId="ADAL" clId="{27FE6A37-5C74-4966-8564-B51DD8B2CFF0}" dt="2026-09-07T15:11:52.969" v="2012" actId="1076"/>
        <pc:sldMkLst>
          <pc:docMk/>
          <pc:sldMk cId="2712717103" sldId="261"/>
        </pc:sldMkLst>
        <pc:spChg chg="add mod">
          <ac:chgData name="ACEM2-21 ac37822m(長岡高専)" userId="45dd5a03-675d-49d7-a16d-8a5974401386" providerId="ADAL" clId="{27FE6A37-5C74-4966-8564-B51DD8B2CFF0}" dt="2026-08-27T13:04:12.031" v="276"/>
          <ac:spMkLst>
            <pc:docMk/>
            <pc:sldMk cId="2712717103" sldId="261"/>
            <ac:spMk id="2" creationId="{4C010968-A70A-6840-463C-91341CD1493D}"/>
          </ac:spMkLst>
        </pc:spChg>
        <pc:spChg chg="add mod">
          <ac:chgData name="ACEM2-21 ac37822m(長岡高専)" userId="45dd5a03-675d-49d7-a16d-8a5974401386" providerId="ADAL" clId="{27FE6A37-5C74-4966-8564-B51DD8B2CFF0}" dt="2026-08-27T13:04:59.265" v="303"/>
          <ac:spMkLst>
            <pc:docMk/>
            <pc:sldMk cId="2712717103" sldId="261"/>
            <ac:spMk id="7" creationId="{AA3A0A67-C733-9F44-8C06-C6AB39D2A328}"/>
          </ac:spMkLst>
        </pc:spChg>
        <pc:spChg chg="add mod">
          <ac:chgData name="ACEM2-21 ac37822m(長岡高専)" userId="45dd5a03-675d-49d7-a16d-8a5974401386" providerId="ADAL" clId="{27FE6A37-5C74-4966-8564-B51DD8B2CFF0}" dt="2026-09-07T15:11:43.540" v="1998" actId="1076"/>
          <ac:spMkLst>
            <pc:docMk/>
            <pc:sldMk cId="2712717103" sldId="261"/>
            <ac:spMk id="9" creationId="{10C0EFF0-7E0D-1071-9DCF-3971BEF0377F}"/>
          </ac:spMkLst>
        </pc:spChg>
        <pc:spChg chg="mod">
          <ac:chgData name="ACEM2-21 ac37822m(長岡高専)" userId="45dd5a03-675d-49d7-a16d-8a5974401386" providerId="ADAL" clId="{27FE6A37-5C74-4966-8564-B51DD8B2CFF0}" dt="2026-09-07T15:11:52.969" v="2012" actId="1076"/>
          <ac:spMkLst>
            <pc:docMk/>
            <pc:sldMk cId="2712717103" sldId="261"/>
            <ac:spMk id="50" creationId="{52C0885E-08AB-E0F2-0C3F-D656F76CEB64}"/>
          </ac:spMkLst>
        </pc:spChg>
        <pc:picChg chg="add mod">
          <ac:chgData name="ACEM2-21 ac37822m(長岡高専)" userId="45dd5a03-675d-49d7-a16d-8a5974401386" providerId="ADAL" clId="{27FE6A37-5C74-4966-8564-B51DD8B2CFF0}" dt="2026-09-07T15:11:21.309" v="1961" actId="1076"/>
          <ac:picMkLst>
            <pc:docMk/>
            <pc:sldMk cId="2712717103" sldId="261"/>
            <ac:picMk id="5" creationId="{D64F8FBB-511A-A0FE-35DE-87319C5408D3}"/>
          </ac:picMkLst>
        </pc:picChg>
        <pc:picChg chg="mod">
          <ac:chgData name="ACEM2-21 ac37822m(長岡高専)" userId="45dd5a03-675d-49d7-a16d-8a5974401386" providerId="ADAL" clId="{27FE6A37-5C74-4966-8564-B51DD8B2CFF0}" dt="2026-09-07T15:09:31.235" v="1953" actId="1076"/>
          <ac:picMkLst>
            <pc:docMk/>
            <pc:sldMk cId="2712717103" sldId="261"/>
            <ac:picMk id="48" creationId="{C416D623-A2BA-BEBA-96D8-2B1DC9CEC280}"/>
          </ac:picMkLst>
        </pc:picChg>
      </pc:sldChg>
      <pc:sldChg chg="addSp delSp modSp mod">
        <pc:chgData name="ACEM2-21 ac37822m(長岡高専)" userId="45dd5a03-675d-49d7-a16d-8a5974401386" providerId="ADAL" clId="{27FE6A37-5C74-4966-8564-B51DD8B2CFF0}" dt="2026-09-07T15:17:11.965" v="2109" actId="1076"/>
        <pc:sldMkLst>
          <pc:docMk/>
          <pc:sldMk cId="683892195" sldId="263"/>
        </pc:sldMkLst>
        <pc:spChg chg="add mod">
          <ac:chgData name="ACEM2-21 ac37822m(長岡高専)" userId="45dd5a03-675d-49d7-a16d-8a5974401386" providerId="ADAL" clId="{27FE6A37-5C74-4966-8564-B51DD8B2CFF0}" dt="2026-08-27T13:04:14.007" v="278"/>
          <ac:spMkLst>
            <pc:docMk/>
            <pc:sldMk cId="683892195" sldId="263"/>
            <ac:spMk id="2" creationId="{32E2AF87-0EC3-81D9-4AB2-86BBF2557BA4}"/>
          </ac:spMkLst>
        </pc:spChg>
        <pc:spChg chg="mod">
          <ac:chgData name="ACEM2-21 ac37822m(長岡高専)" userId="45dd5a03-675d-49d7-a16d-8a5974401386" providerId="ADAL" clId="{27FE6A37-5C74-4966-8564-B51DD8B2CFF0}" dt="2026-09-07T15:17:11.965" v="2109" actId="1076"/>
          <ac:spMkLst>
            <pc:docMk/>
            <pc:sldMk cId="683892195" sldId="263"/>
            <ac:spMk id="3" creationId="{9110F28A-CA9B-779F-0836-DA711CD3014F}"/>
          </ac:spMkLst>
        </pc:spChg>
        <pc:spChg chg="add mod">
          <ac:chgData name="ACEM2-21 ac37822m(長岡高専)" userId="45dd5a03-675d-49d7-a16d-8a5974401386" providerId="ADAL" clId="{27FE6A37-5C74-4966-8564-B51DD8B2CFF0}" dt="2026-08-27T13:05:01.447" v="305"/>
          <ac:spMkLst>
            <pc:docMk/>
            <pc:sldMk cId="683892195" sldId="263"/>
            <ac:spMk id="7" creationId="{32B42386-14B6-9B33-E60A-EDA2DB02D5AF}"/>
          </ac:spMkLst>
        </pc:spChg>
        <pc:spChg chg="mod">
          <ac:chgData name="ACEM2-21 ac37822m(長岡高専)" userId="45dd5a03-675d-49d7-a16d-8a5974401386" providerId="ADAL" clId="{27FE6A37-5C74-4966-8564-B51DD8B2CFF0}" dt="2026-09-07T15:14:14.588" v="2029" actId="1076"/>
          <ac:spMkLst>
            <pc:docMk/>
            <pc:sldMk cId="683892195" sldId="263"/>
            <ac:spMk id="8" creationId="{51F0311F-0E5D-E4BF-939C-8210616917C6}"/>
          </ac:spMkLst>
        </pc:spChg>
        <pc:spChg chg="mod">
          <ac:chgData name="ACEM2-21 ac37822m(長岡高専)" userId="45dd5a03-675d-49d7-a16d-8a5974401386" providerId="ADAL" clId="{27FE6A37-5C74-4966-8564-B51DD8B2CFF0}" dt="2026-09-02T05:56:47.413" v="1853" actId="20577"/>
          <ac:spMkLst>
            <pc:docMk/>
            <pc:sldMk cId="683892195" sldId="263"/>
            <ac:spMk id="11" creationId="{1873C7D6-14F4-DE90-DBA0-3C748C542061}"/>
          </ac:spMkLst>
        </pc:spChg>
        <pc:spChg chg="mod">
          <ac:chgData name="ACEM2-21 ac37822m(長岡高専)" userId="45dd5a03-675d-49d7-a16d-8a5974401386" providerId="ADAL" clId="{27FE6A37-5C74-4966-8564-B51DD8B2CFF0}" dt="2026-09-07T15:14:12.001" v="2028" actId="1076"/>
          <ac:spMkLst>
            <pc:docMk/>
            <pc:sldMk cId="683892195" sldId="263"/>
            <ac:spMk id="17" creationId="{B09F0192-B95E-3FAA-855E-9F21C371D09D}"/>
          </ac:spMkLst>
        </pc:spChg>
      </pc:sldChg>
      <pc:sldChg chg="addSp delSp modSp mod">
        <pc:chgData name="ACEM2-21 ac37822m(長岡高専)" userId="45dd5a03-675d-49d7-a16d-8a5974401386" providerId="ADAL" clId="{27FE6A37-5C74-4966-8564-B51DD8B2CFF0}" dt="2026-09-07T15:06:53.585" v="1911" actId="20577"/>
        <pc:sldMkLst>
          <pc:docMk/>
          <pc:sldMk cId="1578321219" sldId="266"/>
        </pc:sldMkLst>
        <pc:spChg chg="add mod">
          <ac:chgData name="ACEM2-21 ac37822m(長岡高専)" userId="45dd5a03-675d-49d7-a16d-8a5974401386" providerId="ADAL" clId="{27FE6A37-5C74-4966-8564-B51DD8B2CFF0}" dt="2026-08-27T13:04:15.759" v="280"/>
          <ac:spMkLst>
            <pc:docMk/>
            <pc:sldMk cId="1578321219" sldId="266"/>
            <ac:spMk id="2" creationId="{40CDACBD-827E-74F7-BCCB-18A9D0502884}"/>
          </ac:spMkLst>
        </pc:spChg>
        <pc:spChg chg="mod">
          <ac:chgData name="ACEM2-21 ac37822m(長岡高専)" userId="45dd5a03-675d-49d7-a16d-8a5974401386" providerId="ADAL" clId="{27FE6A37-5C74-4966-8564-B51DD8B2CFF0}" dt="2026-09-07T15:06:53.585" v="1911" actId="20577"/>
          <ac:spMkLst>
            <pc:docMk/>
            <pc:sldMk cId="1578321219" sldId="266"/>
            <ac:spMk id="3" creationId="{3802E31C-8F6B-DF03-DF2C-7DE164EEEE5A}"/>
          </ac:spMkLst>
        </pc:spChg>
        <pc:spChg chg="add mod">
          <ac:chgData name="ACEM2-21 ac37822m(長岡高専)" userId="45dd5a03-675d-49d7-a16d-8a5974401386" providerId="ADAL" clId="{27FE6A37-5C74-4966-8564-B51DD8B2CFF0}" dt="2026-08-27T13:05:03.912" v="307"/>
          <ac:spMkLst>
            <pc:docMk/>
            <pc:sldMk cId="1578321219" sldId="266"/>
            <ac:spMk id="7" creationId="{CCE1159D-73A4-C6BE-8AA8-0E95B7339D30}"/>
          </ac:spMkLst>
        </pc:spChg>
        <pc:spChg chg="mod">
          <ac:chgData name="ACEM2-21 ac37822m(長岡高専)" userId="45dd5a03-675d-49d7-a16d-8a5974401386" providerId="ADAL" clId="{27FE6A37-5C74-4966-8564-B51DD8B2CFF0}" dt="2026-09-02T05:56:53.174" v="1856" actId="20577"/>
          <ac:spMkLst>
            <pc:docMk/>
            <pc:sldMk cId="1578321219" sldId="266"/>
            <ac:spMk id="11" creationId="{FD94D171-437F-84EB-FB8C-B6ADAF6C0BAF}"/>
          </ac:spMkLst>
        </pc:spChg>
      </pc:sldChg>
      <pc:sldChg chg="addSp delSp modSp mod">
        <pc:chgData name="ACEM2-21 ac37822m(長岡高専)" userId="45dd5a03-675d-49d7-a16d-8a5974401386" providerId="ADAL" clId="{27FE6A37-5C74-4966-8564-B51DD8B2CFF0}" dt="2026-09-02T05:57:36.204" v="1862" actId="207"/>
        <pc:sldMkLst>
          <pc:docMk/>
          <pc:sldMk cId="3400072852" sldId="267"/>
        </pc:sldMkLst>
        <pc:spChg chg="add mod">
          <ac:chgData name="ACEM2-21 ac37822m(長岡高専)" userId="45dd5a03-675d-49d7-a16d-8a5974401386" providerId="ADAL" clId="{27FE6A37-5C74-4966-8564-B51DD8B2CFF0}" dt="2026-08-27T13:04:13.066" v="277"/>
          <ac:spMkLst>
            <pc:docMk/>
            <pc:sldMk cId="3400072852" sldId="267"/>
            <ac:spMk id="2" creationId="{D63565B0-4E0E-B871-E93A-9E9732A001D1}"/>
          </ac:spMkLst>
        </pc:spChg>
        <pc:spChg chg="mod">
          <ac:chgData name="ACEM2-21 ac37822m(長岡高専)" userId="45dd5a03-675d-49d7-a16d-8a5974401386" providerId="ADAL" clId="{27FE6A37-5C74-4966-8564-B51DD8B2CFF0}" dt="2026-09-02T05:35:16.522" v="1229" actId="164"/>
          <ac:spMkLst>
            <pc:docMk/>
            <pc:sldMk cId="3400072852" sldId="267"/>
            <ac:spMk id="5" creationId="{B01BA904-3777-78C1-F96B-32A3A990EC0E}"/>
          </ac:spMkLst>
        </pc:spChg>
        <pc:spChg chg="add mod">
          <ac:chgData name="ACEM2-21 ac37822m(長岡高専)" userId="45dd5a03-675d-49d7-a16d-8a5974401386" providerId="ADAL" clId="{27FE6A37-5C74-4966-8564-B51DD8B2CFF0}" dt="2026-08-27T13:05:00.506" v="304"/>
          <ac:spMkLst>
            <pc:docMk/>
            <pc:sldMk cId="3400072852" sldId="267"/>
            <ac:spMk id="7" creationId="{31DDFEB0-3D53-0C61-DBC9-4631B49F9473}"/>
          </ac:spMkLst>
        </pc:spChg>
        <pc:spChg chg="mod">
          <ac:chgData name="ACEM2-21 ac37822m(長岡高専)" userId="45dd5a03-675d-49d7-a16d-8a5974401386" providerId="ADAL" clId="{27FE6A37-5C74-4966-8564-B51DD8B2CFF0}" dt="2026-09-02T05:35:16.522" v="1229" actId="164"/>
          <ac:spMkLst>
            <pc:docMk/>
            <pc:sldMk cId="3400072852" sldId="267"/>
            <ac:spMk id="8" creationId="{748A91D8-00FC-6593-8199-BA702E18F134}"/>
          </ac:spMkLst>
        </pc:spChg>
        <pc:spChg chg="mod">
          <ac:chgData name="ACEM2-21 ac37822m(長岡高専)" userId="45dd5a03-675d-49d7-a16d-8a5974401386" providerId="ADAL" clId="{27FE6A37-5C74-4966-8564-B51DD8B2CFF0}" dt="2026-09-02T05:35:16.522" v="1229" actId="164"/>
          <ac:spMkLst>
            <pc:docMk/>
            <pc:sldMk cId="3400072852" sldId="267"/>
            <ac:spMk id="15" creationId="{67AE1883-F716-A97F-C4CC-F2DFB0160B77}"/>
          </ac:spMkLst>
        </pc:spChg>
        <pc:spChg chg="mod">
          <ac:chgData name="ACEM2-21 ac37822m(長岡高専)" userId="45dd5a03-675d-49d7-a16d-8a5974401386" providerId="ADAL" clId="{27FE6A37-5C74-4966-8564-B51DD8B2CFF0}" dt="2026-09-02T05:35:16.522" v="1229" actId="164"/>
          <ac:spMkLst>
            <pc:docMk/>
            <pc:sldMk cId="3400072852" sldId="267"/>
            <ac:spMk id="16" creationId="{7800DA27-1681-01DC-F9DA-CB22AD12FAE7}"/>
          </ac:spMkLst>
        </pc:spChg>
        <pc:spChg chg="mod">
          <ac:chgData name="ACEM2-21 ac37822m(長岡高専)" userId="45dd5a03-675d-49d7-a16d-8a5974401386" providerId="ADAL" clId="{27FE6A37-5C74-4966-8564-B51DD8B2CFF0}" dt="2026-09-02T05:35:16.522" v="1229" actId="164"/>
          <ac:spMkLst>
            <pc:docMk/>
            <pc:sldMk cId="3400072852" sldId="267"/>
            <ac:spMk id="17" creationId="{2B875CF8-0058-749D-D826-5CB2C031AC6E}"/>
          </ac:spMkLst>
        </pc:spChg>
        <pc:spChg chg="mod">
          <ac:chgData name="ACEM2-21 ac37822m(長岡高専)" userId="45dd5a03-675d-49d7-a16d-8a5974401386" providerId="ADAL" clId="{27FE6A37-5C74-4966-8564-B51DD8B2CFF0}" dt="2026-09-02T05:35:16.522" v="1229" actId="164"/>
          <ac:spMkLst>
            <pc:docMk/>
            <pc:sldMk cId="3400072852" sldId="267"/>
            <ac:spMk id="18" creationId="{F51BF5B9-0691-F8F0-7924-74D01ECB667C}"/>
          </ac:spMkLst>
        </pc:spChg>
        <pc:spChg chg="mod">
          <ac:chgData name="ACEM2-21 ac37822m(長岡高専)" userId="45dd5a03-675d-49d7-a16d-8a5974401386" providerId="ADAL" clId="{27FE6A37-5C74-4966-8564-B51DD8B2CFF0}" dt="2026-09-02T05:35:16.522" v="1229" actId="164"/>
          <ac:spMkLst>
            <pc:docMk/>
            <pc:sldMk cId="3400072852" sldId="267"/>
            <ac:spMk id="19" creationId="{3BEBCE1B-F5FB-58B3-85F6-C51333200372}"/>
          </ac:spMkLst>
        </pc:spChg>
        <pc:spChg chg="mod">
          <ac:chgData name="ACEM2-21 ac37822m(長岡高専)" userId="45dd5a03-675d-49d7-a16d-8a5974401386" providerId="ADAL" clId="{27FE6A37-5C74-4966-8564-B51DD8B2CFF0}" dt="2026-09-02T05:35:16.522" v="1229" actId="164"/>
          <ac:spMkLst>
            <pc:docMk/>
            <pc:sldMk cId="3400072852" sldId="267"/>
            <ac:spMk id="20" creationId="{43A695BB-12A5-4295-48CE-E627F9890028}"/>
          </ac:spMkLst>
        </pc:spChg>
        <pc:spChg chg="mod">
          <ac:chgData name="ACEM2-21 ac37822m(長岡高専)" userId="45dd5a03-675d-49d7-a16d-8a5974401386" providerId="ADAL" clId="{27FE6A37-5C74-4966-8564-B51DD8B2CFF0}" dt="2026-09-02T05:35:16.522" v="1229" actId="164"/>
          <ac:spMkLst>
            <pc:docMk/>
            <pc:sldMk cId="3400072852" sldId="267"/>
            <ac:spMk id="21" creationId="{86BD2F19-916C-2F07-CD25-4315FD34AED2}"/>
          </ac:spMkLst>
        </pc:spChg>
        <pc:spChg chg="mod">
          <ac:chgData name="ACEM2-21 ac37822m(長岡高専)" userId="45dd5a03-675d-49d7-a16d-8a5974401386" providerId="ADAL" clId="{27FE6A37-5C74-4966-8564-B51DD8B2CFF0}" dt="2026-09-02T05:46:28.695" v="1459" actId="20577"/>
          <ac:spMkLst>
            <pc:docMk/>
            <pc:sldMk cId="3400072852" sldId="267"/>
            <ac:spMk id="26" creationId="{AD4E38E4-0228-CFF2-5D46-559179356D63}"/>
          </ac:spMkLst>
        </pc:spChg>
        <pc:spChg chg="add mod">
          <ac:chgData name="ACEM2-21 ac37822m(長岡高専)" userId="45dd5a03-675d-49d7-a16d-8a5974401386" providerId="ADAL" clId="{27FE6A37-5C74-4966-8564-B51DD8B2CFF0}" dt="2026-09-02T05:57:36.204" v="1862" actId="207"/>
          <ac:spMkLst>
            <pc:docMk/>
            <pc:sldMk cId="3400072852" sldId="267"/>
            <ac:spMk id="28" creationId="{638ED28B-B87D-DD00-8299-22FE24B65FAF}"/>
          </ac:spMkLst>
        </pc:spChg>
        <pc:grpChg chg="mod">
          <ac:chgData name="ACEM2-21 ac37822m(長岡高専)" userId="45dd5a03-675d-49d7-a16d-8a5974401386" providerId="ADAL" clId="{27FE6A37-5C74-4966-8564-B51DD8B2CFF0}" dt="2026-09-02T05:46:32.961" v="1460" actId="1076"/>
          <ac:grpSpMkLst>
            <pc:docMk/>
            <pc:sldMk cId="3400072852" sldId="267"/>
            <ac:grpSpMk id="25" creationId="{A585FF2D-4835-80CA-BB98-1CC37C539437}"/>
          </ac:grpSpMkLst>
        </pc:grpChg>
        <pc:picChg chg="mod">
          <ac:chgData name="ACEM2-21 ac37822m(長岡高専)" userId="45dd5a03-675d-49d7-a16d-8a5974401386" providerId="ADAL" clId="{27FE6A37-5C74-4966-8564-B51DD8B2CFF0}" dt="2026-09-02T05:35:16.522" v="1229" actId="164"/>
          <ac:picMkLst>
            <pc:docMk/>
            <pc:sldMk cId="3400072852" sldId="267"/>
            <ac:picMk id="22" creationId="{C57D0B4E-6870-0884-E032-7E2F9580A7A9}"/>
          </ac:picMkLst>
        </pc:picChg>
      </pc:sldChg>
      <pc:sldChg chg="addSp delSp modSp add mod">
        <pc:chgData name="ACEM2-21 ac37822m(長岡高専)" userId="45dd5a03-675d-49d7-a16d-8a5974401386" providerId="ADAL" clId="{27FE6A37-5C74-4966-8564-B51DD8B2CFF0}" dt="2026-09-07T15:07:29.323" v="1923" actId="1076"/>
        <pc:sldMkLst>
          <pc:docMk/>
          <pc:sldMk cId="3630399525" sldId="268"/>
        </pc:sldMkLst>
        <pc:spChg chg="add">
          <ac:chgData name="ACEM2-21 ac37822m(長岡高専)" userId="45dd5a03-675d-49d7-a16d-8a5974401386" providerId="ADAL" clId="{27FE6A37-5C74-4966-8564-B51DD8B2CFF0}" dt="2026-09-07T15:07:05.362" v="1914" actId="22"/>
          <ac:spMkLst>
            <pc:docMk/>
            <pc:sldMk cId="3630399525" sldId="268"/>
            <ac:spMk id="8" creationId="{1C683C20-B0E8-9AA0-6473-A02CD4D92A54}"/>
          </ac:spMkLst>
        </pc:spChg>
        <pc:spChg chg="mod">
          <ac:chgData name="ACEM2-21 ac37822m(長岡高専)" userId="45dd5a03-675d-49d7-a16d-8a5974401386" providerId="ADAL" clId="{27FE6A37-5C74-4966-8564-B51DD8B2CFF0}" dt="2026-09-02T05:56:57.947" v="1857" actId="20577"/>
          <ac:spMkLst>
            <pc:docMk/>
            <pc:sldMk cId="3630399525" sldId="268"/>
            <ac:spMk id="11" creationId="{06140BCD-47BF-7E01-E735-469E650F861A}"/>
          </ac:spMkLst>
        </pc:spChg>
      </pc:sldChg>
      <pc:sldChg chg="addSp delSp modSp add mod">
        <pc:chgData name="ACEM2-21 ac37822m(長岡高専)" userId="45dd5a03-675d-49d7-a16d-8a5974401386" providerId="ADAL" clId="{27FE6A37-5C74-4966-8564-B51DD8B2CFF0}" dt="2026-08-27T13:22:12.321" v="1082" actId="20577"/>
        <pc:sldMkLst>
          <pc:docMk/>
          <pc:sldMk cId="1265696255" sldId="269"/>
        </pc:sldMkLst>
        <pc:spChg chg="add mod">
          <ac:chgData name="ACEM2-21 ac37822m(長岡高専)" userId="45dd5a03-675d-49d7-a16d-8a5974401386" providerId="ADAL" clId="{27FE6A37-5C74-4966-8564-B51DD8B2CFF0}" dt="2026-08-27T13:22:12.321" v="1082" actId="20577"/>
          <ac:spMkLst>
            <pc:docMk/>
            <pc:sldMk cId="1265696255" sldId="269"/>
            <ac:spMk id="5" creationId="{481F3886-3DE3-76F0-1C75-EB43A3572131}"/>
          </ac:spMkLst>
        </pc:spChg>
        <pc:spChg chg="mod">
          <ac:chgData name="ACEM2-21 ac37822m(長岡高専)" userId="45dd5a03-675d-49d7-a16d-8a5974401386" providerId="ADAL" clId="{27FE6A37-5C74-4966-8564-B51DD8B2CFF0}" dt="2026-08-27T13:20:59.389" v="1050" actId="20577"/>
          <ac:spMkLst>
            <pc:docMk/>
            <pc:sldMk cId="1265696255" sldId="269"/>
            <ac:spMk id="11" creationId="{BD7F2914-19A2-0536-564A-DD3721539646}"/>
          </ac:spMkLst>
        </pc:spChg>
      </pc:sldChg>
      <pc:sldChg chg="addSp delSp modSp mod delAnim">
        <pc:chgData name="ACEM2-21 ac37822m(長岡高専)" userId="45dd5a03-675d-49d7-a16d-8a5974401386" providerId="ADAL" clId="{27FE6A37-5C74-4966-8564-B51DD8B2CFF0}" dt="2026-09-02T05:58:02.521" v="1863" actId="22"/>
        <pc:sldMkLst>
          <pc:docMk/>
          <pc:sldMk cId="3476658783" sldId="270"/>
        </pc:sldMkLst>
        <pc:spChg chg="mod">
          <ac:chgData name="ACEM2-21 ac37822m(長岡高専)" userId="45dd5a03-675d-49d7-a16d-8a5974401386" providerId="ADAL" clId="{27FE6A37-5C74-4966-8564-B51DD8B2CFF0}" dt="2026-09-02T05:56:42.028" v="1852" actId="20577"/>
          <ac:spMkLst>
            <pc:docMk/>
            <pc:sldMk cId="3476658783" sldId="270"/>
            <ac:spMk id="3" creationId="{728020B5-2B10-460C-FAB5-89773203F787}"/>
          </ac:spMkLst>
        </pc:spChg>
        <pc:spChg chg="mod">
          <ac:chgData name="ACEM2-21 ac37822m(長岡高専)" userId="45dd5a03-675d-49d7-a16d-8a5974401386" providerId="ADAL" clId="{27FE6A37-5C74-4966-8564-B51DD8B2CFF0}" dt="2026-09-02T05:25:38.503" v="1188" actId="20577"/>
          <ac:spMkLst>
            <pc:docMk/>
            <pc:sldMk cId="3476658783" sldId="270"/>
            <ac:spMk id="11" creationId="{A6877DCE-29EC-16A5-2AE4-9A129DD112BA}"/>
          </ac:spMkLst>
        </pc:spChg>
        <pc:spChg chg="mod">
          <ac:chgData name="ACEM2-21 ac37822m(長岡高専)" userId="45dd5a03-675d-49d7-a16d-8a5974401386" providerId="ADAL" clId="{27FE6A37-5C74-4966-8564-B51DD8B2CFF0}" dt="2026-09-02T05:56:01.346" v="1782" actId="1076"/>
          <ac:spMkLst>
            <pc:docMk/>
            <pc:sldMk cId="3476658783" sldId="270"/>
            <ac:spMk id="13" creationId="{737E4934-9B63-BFD3-76F4-237772BB05D3}"/>
          </ac:spMkLst>
        </pc:spChg>
        <pc:spChg chg="add mod">
          <ac:chgData name="ACEM2-21 ac37822m(長岡高専)" userId="45dd5a03-675d-49d7-a16d-8a5974401386" providerId="ADAL" clId="{27FE6A37-5C74-4966-8564-B51DD8B2CFF0}" dt="2026-09-02T05:56:37.440" v="1851" actId="122"/>
          <ac:spMkLst>
            <pc:docMk/>
            <pc:sldMk cId="3476658783" sldId="270"/>
            <ac:spMk id="16" creationId="{CAB8ECF6-28D2-95A0-DEF2-A0615990BB1B}"/>
          </ac:spMkLst>
        </pc:spChg>
        <pc:graphicFrameChg chg="add mod modGraphic">
          <ac:chgData name="ACEM2-21 ac37822m(長岡高専)" userId="45dd5a03-675d-49d7-a16d-8a5974401386" providerId="ADAL" clId="{27FE6A37-5C74-4966-8564-B51DD8B2CFF0}" dt="2026-09-02T05:56:01.346" v="1782" actId="1076"/>
          <ac:graphicFrameMkLst>
            <pc:docMk/>
            <pc:sldMk cId="3476658783" sldId="270"/>
            <ac:graphicFrameMk id="14" creationId="{B4FCD05F-7BA4-C074-3B68-DDDEF0021D71}"/>
          </ac:graphicFrameMkLst>
        </pc:graphicFrameChg>
        <pc:graphicFrameChg chg="add">
          <ac:chgData name="ACEM2-21 ac37822m(長岡高専)" userId="45dd5a03-675d-49d7-a16d-8a5974401386" providerId="ADAL" clId="{27FE6A37-5C74-4966-8564-B51DD8B2CFF0}" dt="2026-09-02T05:58:02.521" v="1863" actId="22"/>
          <ac:graphicFrameMkLst>
            <pc:docMk/>
            <pc:sldMk cId="3476658783" sldId="270"/>
            <ac:graphicFrameMk id="18" creationId="{1FDB736E-042C-FACD-D238-238FCEB21C40}"/>
          </ac:graphicFrameMkLst>
        </pc:graphicFrameChg>
      </pc:sldChg>
      <pc:sldChg chg="addSp delSp modSp mod">
        <pc:chgData name="ACEM2-21 ac37822m(長岡高専)" userId="45dd5a03-675d-49d7-a16d-8a5974401386" providerId="ADAL" clId="{27FE6A37-5C74-4966-8564-B51DD8B2CFF0}" dt="2026-09-02T05:58:06.665" v="1865" actId="478"/>
        <pc:sldMkLst>
          <pc:docMk/>
          <pc:sldMk cId="3866805907" sldId="271"/>
        </pc:sldMkLst>
        <pc:spChg chg="add del mod">
          <ac:chgData name="ACEM2-21 ac37822m(長岡高専)" userId="45dd5a03-675d-49d7-a16d-8a5974401386" providerId="ADAL" clId="{27FE6A37-5C74-4966-8564-B51DD8B2CFF0}" dt="2026-09-02T05:48:58.097" v="1649" actId="47"/>
          <ac:spMkLst>
            <pc:docMk/>
            <pc:sldMk cId="3866805907" sldId="271"/>
            <ac:spMk id="16" creationId="{9D5DB1AF-781A-949E-ABCF-DBFEAF0A8399}"/>
          </ac:spMkLst>
        </pc:spChg>
        <pc:spChg chg="add mod">
          <ac:chgData name="ACEM2-21 ac37822m(長岡高専)" userId="45dd5a03-675d-49d7-a16d-8a5974401386" providerId="ADAL" clId="{27FE6A37-5C74-4966-8564-B51DD8B2CFF0}" dt="2026-09-02T05:50:11.544" v="1683" actId="1076"/>
          <ac:spMkLst>
            <pc:docMk/>
            <pc:sldMk cId="3866805907" sldId="271"/>
            <ac:spMk id="20" creationId="{315A2C10-2280-32D9-BBAE-3414C8FFB4EC}"/>
          </ac:spMkLst>
        </pc:spChg>
      </pc:sldChg>
      <pc:sldChg chg="addSp modSp mod">
        <pc:chgData name="ACEM2-21 ac37822m(長岡高専)" userId="45dd5a03-675d-49d7-a16d-8a5974401386" providerId="ADAL" clId="{27FE6A37-5C74-4966-8564-B51DD8B2CFF0}" dt="2026-09-07T15:18:17.929" v="2261" actId="20577"/>
        <pc:sldMkLst>
          <pc:docMk/>
          <pc:sldMk cId="315102233" sldId="272"/>
        </pc:sldMkLst>
        <pc:spChg chg="mod">
          <ac:chgData name="ACEM2-21 ac37822m(長岡高専)" userId="45dd5a03-675d-49d7-a16d-8a5974401386" providerId="ADAL" clId="{27FE6A37-5C74-4966-8564-B51DD8B2CFF0}" dt="2026-09-07T15:18:17.929" v="2261" actId="20577"/>
          <ac:spMkLst>
            <pc:docMk/>
            <pc:sldMk cId="315102233" sldId="272"/>
            <ac:spMk id="3" creationId="{0AB27B1E-4E4A-BAE0-DFD9-D9071103CF9E}"/>
          </ac:spMkLst>
        </pc:spChg>
        <pc:spChg chg="add mod">
          <ac:chgData name="ACEM2-21 ac37822m(長岡高専)" userId="45dd5a03-675d-49d7-a16d-8a5974401386" providerId="ADAL" clId="{27FE6A37-5C74-4966-8564-B51DD8B2CFF0}" dt="2026-09-07T15:18:14.023" v="2260"/>
          <ac:spMkLst>
            <pc:docMk/>
            <pc:sldMk cId="315102233" sldId="272"/>
            <ac:spMk id="8" creationId="{E2B88F23-4ED2-40F3-024A-2E6F66EE4AE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EBDEF-5C33-4249-96EE-F7C14F3258FB}"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ECCAB-B8BF-44D0-8687-F9EB53B32FC9}" type="slidenum">
              <a:rPr lang="en-US" smtClean="0"/>
              <a:t>‹#›</a:t>
            </a:fld>
            <a:endParaRPr lang="en-US"/>
          </a:p>
        </p:txBody>
      </p:sp>
    </p:spTree>
    <p:extLst>
      <p:ext uri="{BB962C8B-B14F-4D97-AF65-F5344CB8AC3E}">
        <p14:creationId xmlns:p14="http://schemas.microsoft.com/office/powerpoint/2010/main" val="67154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a:t>「</a:t>
            </a:r>
            <a:r>
              <a:rPr dirty="0" err="1"/>
              <a:t>スポーツの姿勢推定のための人体モデル拡張と追加学習</a:t>
            </a:r>
            <a:r>
              <a:rPr dirty="0"/>
              <a:t>」</a:t>
            </a:r>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1</a:t>
            </a:fld>
            <a:endParaRPr lang="en-US"/>
          </a:p>
        </p:txBody>
      </p:sp>
    </p:spTree>
    <p:extLst>
      <p:ext uri="{BB962C8B-B14F-4D97-AF65-F5344CB8AC3E}">
        <p14:creationId xmlns:p14="http://schemas.microsoft.com/office/powerpoint/2010/main" val="2961840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近年、</a:t>
            </a:r>
            <a:r>
              <a:rPr dirty="0" err="1"/>
              <a:t>スポーツにおける</a:t>
            </a:r>
            <a:r>
              <a:rPr lang="ja-JP" altLang="en-US" dirty="0"/>
              <a:t>姿勢推定の活用がされています。</a:t>
            </a:r>
            <a:endParaRPr lang="en-US" altLang="ja-JP" dirty="0"/>
          </a:p>
          <a:p>
            <a:r>
              <a:rPr lang="en-US" altLang="ja-JP" dirty="0"/>
              <a:t>2</a:t>
            </a:r>
            <a:r>
              <a:rPr lang="ja-JP" altLang="en-US" dirty="0"/>
              <a:t>次元画像から深層学習モデルを用いて</a:t>
            </a:r>
            <a:r>
              <a:rPr lang="en-US" altLang="ja-JP" dirty="0"/>
              <a:t>2</a:t>
            </a:r>
            <a:r>
              <a:rPr lang="ja-JP" altLang="en-US" dirty="0"/>
              <a:t>次元の姿勢推定を行い、それを</a:t>
            </a:r>
            <a:r>
              <a:rPr lang="en-US" altLang="ja-JP" dirty="0"/>
              <a:t>3</a:t>
            </a:r>
            <a:r>
              <a:rPr lang="ja-JP" altLang="en-US" dirty="0"/>
              <a:t>次元に変換することで</a:t>
            </a:r>
            <a:r>
              <a:rPr lang="en-US" altLang="ja-JP" dirty="0"/>
              <a:t>3</a:t>
            </a:r>
            <a:r>
              <a:rPr lang="ja-JP" altLang="en-US" dirty="0"/>
              <a:t>次元の姿勢推定が行えるため、モーションキャプチャ等に頼らず、接触を伴うようなスポーツへの活用も期待されています。</a:t>
            </a:r>
            <a:endParaRPr lang="en-US" altLang="ja-JP" dirty="0"/>
          </a:p>
          <a:p>
            <a:r>
              <a:rPr lang="ja-JP" altLang="en-US" dirty="0"/>
              <a:t>しかし、</a:t>
            </a:r>
            <a:r>
              <a:rPr dirty="0"/>
              <a:t>動画像からの姿勢推定には、オクルージョンによる精度低下と、既存データセットの関節点数が17点であるため人体の柔軟性を再現できないという課題があります。</a:t>
            </a:r>
            <a:endParaRPr lang="en-US" dirty="0"/>
          </a:p>
          <a:p>
            <a:r>
              <a:rPr dirty="0"/>
              <a:t>これらの解決には深層学習モデルへの追加学習が有効ですが、正確なデータセットを大量に用意する必要があり、実世界での収集は困難です。</a:t>
            </a:r>
          </a:p>
          <a:p>
            <a:r>
              <a:rPr dirty="0"/>
              <a:t>そこで本研究では、単一視点からの3次元姿勢推定における人体の柔軟性の再現とセルフオクルージョンに対する精度向上を目的とします。</a:t>
            </a:r>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2</a:t>
            </a:fld>
            <a:endParaRPr lang="en-US"/>
          </a:p>
        </p:txBody>
      </p:sp>
    </p:spTree>
    <p:extLst>
      <p:ext uri="{BB962C8B-B14F-4D97-AF65-F5344CB8AC3E}">
        <p14:creationId xmlns:p14="http://schemas.microsoft.com/office/powerpoint/2010/main" val="1947196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0208C-2204-A6FE-2A6A-1E9BB40C6D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6BA11E-DA05-7B6C-08CB-FB1290FEE9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668719-0356-42FC-C02E-824A1EC6A308}"/>
              </a:ext>
            </a:extLst>
          </p:cNvPr>
          <p:cNvSpPr>
            <a:spLocks noGrp="1"/>
          </p:cNvSpPr>
          <p:nvPr>
            <p:ph type="body" idx="1"/>
          </p:nvPr>
        </p:nvSpPr>
        <p:spPr/>
        <p:txBody>
          <a:bodyPr/>
          <a:lstStyle/>
          <a:p>
            <a:r>
              <a:rPr lang="ja-JP" altLang="en-US" dirty="0"/>
              <a:t>本研究では、人体の柔軟性を再現するのに十分な関節点をもつ人体モデルの実装手法と、</a:t>
            </a:r>
            <a:r>
              <a:rPr lang="en-US" altLang="ja-JP" dirty="0"/>
              <a:t>3DCG</a:t>
            </a:r>
            <a:r>
              <a:rPr lang="ja-JP" altLang="en-US" dirty="0"/>
              <a:t>を用いたデータセットの拡張手法を提案します。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研究手法は次の</a:t>
            </a:r>
            <a:r>
              <a:rPr lang="en-US" altLang="ja-JP" dirty="0"/>
              <a:t>3</a:t>
            </a:r>
            <a:r>
              <a:rPr lang="ja-JP" altLang="en-US" dirty="0"/>
              <a:t>つの工程からなります。</a:t>
            </a:r>
            <a:endParaRPr lang="en-US" dirty="0"/>
          </a:p>
          <a:p>
            <a:r>
              <a:rPr dirty="0" err="1"/>
              <a:t>工程①では人体スケルトンの首から腰の間に新たに関節点を追加します</a:t>
            </a:r>
            <a:r>
              <a:rPr dirty="0"/>
              <a:t>。</a:t>
            </a:r>
            <a:endParaRPr lang="en-US" dirty="0"/>
          </a:p>
          <a:p>
            <a:r>
              <a:rPr dirty="0"/>
              <a:t>工程②では3DCGを用いてデータセットとアノテーションデータを自動生成し、追加学習を行います。</a:t>
            </a:r>
            <a:endParaRPr lang="en-US" dirty="0"/>
          </a:p>
          <a:p>
            <a:r>
              <a:rPr dirty="0" err="1"/>
              <a:t>工程③ではテストデータを用いて柔軟性・恒常性・セルフオクルージョンに対する精度を評価します</a:t>
            </a:r>
            <a:r>
              <a:rPr dirty="0"/>
              <a:t>。</a:t>
            </a:r>
            <a:endParaRPr lang="en-US" dirty="0"/>
          </a:p>
          <a:p>
            <a:r>
              <a:rPr lang="ja-JP" altLang="en-US" dirty="0"/>
              <a:t>工程③までを実施したら、その結果から人体モデルやデータセットの条件を変更し、同じ工程を進めます。</a:t>
            </a:r>
            <a:br>
              <a:rPr lang="en-US" altLang="ja-JP" dirty="0"/>
            </a:br>
            <a:r>
              <a:rPr lang="ja-JP" altLang="en-US" dirty="0"/>
              <a:t>これにより、より実用的なモデル、データセットの実装、拡張を目指します。</a:t>
            </a:r>
            <a:endParaRPr dirty="0"/>
          </a:p>
        </p:txBody>
      </p:sp>
      <p:sp>
        <p:nvSpPr>
          <p:cNvPr id="4" name="スライド番号プレースホルダー 3">
            <a:extLst>
              <a:ext uri="{FF2B5EF4-FFF2-40B4-BE49-F238E27FC236}">
                <a16:creationId xmlns:a16="http://schemas.microsoft.com/office/drawing/2014/main" id="{63A1788F-15DD-716C-D28E-64E23D18EC80}"/>
              </a:ext>
            </a:extLst>
          </p:cNvPr>
          <p:cNvSpPr>
            <a:spLocks noGrp="1"/>
          </p:cNvSpPr>
          <p:nvPr>
            <p:ph type="sldNum" sz="quarter" idx="5"/>
          </p:nvPr>
        </p:nvSpPr>
        <p:spPr/>
        <p:txBody>
          <a:bodyPr/>
          <a:lstStyle/>
          <a:p>
            <a:fld id="{66CECCAB-B8BF-44D0-8687-F9EB53B32FC9}" type="slidenum">
              <a:rPr lang="en-US" smtClean="0"/>
              <a:t>3</a:t>
            </a:fld>
            <a:endParaRPr lang="en-US"/>
          </a:p>
        </p:txBody>
      </p:sp>
    </p:spTree>
    <p:extLst>
      <p:ext uri="{BB962C8B-B14F-4D97-AF65-F5344CB8AC3E}">
        <p14:creationId xmlns:p14="http://schemas.microsoft.com/office/powerpoint/2010/main" val="456482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5694E-1FBE-46D6-A94B-C434F2FBD7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619BAD-FCC5-2C23-A89C-7BA6118830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4C2F4AE-8243-183F-90F9-F3CC308EE132}"/>
              </a:ext>
            </a:extLst>
          </p:cNvPr>
          <p:cNvSpPr>
            <a:spLocks noGrp="1"/>
          </p:cNvSpPr>
          <p:nvPr>
            <p:ph type="body" idx="1"/>
          </p:nvPr>
        </p:nvSpPr>
        <p:spPr/>
        <p:txBody>
          <a:bodyPr/>
          <a:lstStyle/>
          <a:p>
            <a:r>
              <a:rPr dirty="0" err="1"/>
              <a:t>工程</a:t>
            </a:r>
            <a:r>
              <a:rPr dirty="0"/>
              <a:t>①</a:t>
            </a:r>
            <a:r>
              <a:rPr lang="ja-JP" altLang="en-US" dirty="0"/>
              <a:t>人体モデルの拡張では推定モデルおよびデータセットのベースとして、</a:t>
            </a:r>
            <a:r>
              <a:rPr dirty="0"/>
              <a:t>2次元姿勢推定</a:t>
            </a:r>
            <a:r>
              <a:rPr lang="ja-JP" altLang="en-US" dirty="0"/>
              <a:t>モデルにに</a:t>
            </a:r>
            <a:r>
              <a:rPr dirty="0" err="1"/>
              <a:t>HRNet</a:t>
            </a:r>
            <a:r>
              <a:rPr lang="ja-JP" altLang="en-US" dirty="0"/>
              <a:t>、データセットとして</a:t>
            </a:r>
            <a:r>
              <a:rPr lang="en-US" altLang="ja-JP" dirty="0"/>
              <a:t>COCO dataset</a:t>
            </a:r>
            <a:r>
              <a:rPr dirty="0"/>
              <a:t>、3次元姿勢変換</a:t>
            </a:r>
            <a:r>
              <a:rPr lang="ja-JP" altLang="en-US" dirty="0"/>
              <a:t>モデルに</a:t>
            </a:r>
            <a:r>
              <a:rPr dirty="0" err="1"/>
              <a:t>MotionBERT</a:t>
            </a:r>
            <a:r>
              <a:rPr lang="ja-JP" altLang="en-US" dirty="0"/>
              <a:t>、データセットとして</a:t>
            </a:r>
            <a:r>
              <a:rPr lang="en-US" altLang="ja-JP" dirty="0"/>
              <a:t>H36M</a:t>
            </a:r>
            <a:r>
              <a:rPr dirty="0"/>
              <a:t>を用います。</a:t>
            </a:r>
            <a:br>
              <a:rPr lang="en-US" dirty="0"/>
            </a:br>
            <a:endParaRPr lang="en-US" dirty="0"/>
          </a:p>
        </p:txBody>
      </p:sp>
      <p:sp>
        <p:nvSpPr>
          <p:cNvPr id="4" name="スライド番号プレースホルダー 3">
            <a:extLst>
              <a:ext uri="{FF2B5EF4-FFF2-40B4-BE49-F238E27FC236}">
                <a16:creationId xmlns:a16="http://schemas.microsoft.com/office/drawing/2014/main" id="{D3E14B10-BA21-8F12-BF9F-933F66AF65CC}"/>
              </a:ext>
            </a:extLst>
          </p:cNvPr>
          <p:cNvSpPr>
            <a:spLocks noGrp="1"/>
          </p:cNvSpPr>
          <p:nvPr>
            <p:ph type="sldNum" sz="quarter" idx="5"/>
          </p:nvPr>
        </p:nvSpPr>
        <p:spPr/>
        <p:txBody>
          <a:bodyPr/>
          <a:lstStyle/>
          <a:p>
            <a:fld id="{66CECCAB-B8BF-44D0-8687-F9EB53B32FC9}" type="slidenum">
              <a:rPr lang="en-US" smtClean="0"/>
              <a:t>4</a:t>
            </a:fld>
            <a:endParaRPr lang="en-US"/>
          </a:p>
        </p:txBody>
      </p:sp>
    </p:spTree>
    <p:extLst>
      <p:ext uri="{BB962C8B-B14F-4D97-AF65-F5344CB8AC3E}">
        <p14:creationId xmlns:p14="http://schemas.microsoft.com/office/powerpoint/2010/main" val="3146778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C0CC1-EA31-4DDC-1352-0C6569D179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F9F25C-7380-F7FD-1E0D-A3A8E27DFA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43F65A-39F7-A9BD-384D-85F15DACEA8E}"/>
              </a:ext>
            </a:extLst>
          </p:cNvPr>
          <p:cNvSpPr>
            <a:spLocks noGrp="1"/>
          </p:cNvSpPr>
          <p:nvPr>
            <p:ph type="body" idx="1"/>
          </p:nvPr>
        </p:nvSpPr>
        <p:spPr/>
        <p:txBody>
          <a:bodyPr/>
          <a:lstStyle/>
          <a:p>
            <a:r>
              <a:rPr dirty="0" err="1"/>
              <a:t>工程</a:t>
            </a:r>
            <a:r>
              <a:rPr dirty="0"/>
              <a:t>②、</a:t>
            </a:r>
            <a:r>
              <a:rPr dirty="0" err="1"/>
              <a:t>データセットの拡張についてです</a:t>
            </a:r>
            <a:r>
              <a:rPr dirty="0"/>
              <a:t>。</a:t>
            </a:r>
            <a:endParaRPr lang="en-US" dirty="0"/>
          </a:p>
          <a:p>
            <a:r>
              <a:rPr lang="ja-JP" altLang="ja-JP" sz="1200" kern="1200" dirty="0">
                <a:solidFill>
                  <a:schemeClr val="tx1"/>
                </a:solidFill>
                <a:effectLst/>
                <a:latin typeface="+mn-lt"/>
                <a:ea typeface="+mn-ea"/>
                <a:cs typeface="+mn-cs"/>
              </a:rPr>
              <a:t>データセットは，3次元仮想空間とアバターを活用することで</a:t>
            </a:r>
            <a:r>
              <a:rPr lang="ja-JP" altLang="en-US" sz="1200" kern="1200" dirty="0">
                <a:solidFill>
                  <a:schemeClr val="tx1"/>
                </a:solidFill>
                <a:effectLst/>
                <a:latin typeface="+mn-lt"/>
                <a:ea typeface="+mn-ea"/>
                <a:cs typeface="+mn-cs"/>
              </a:rPr>
              <a:t>、</a:t>
            </a:r>
            <a:r>
              <a:rPr lang="ja-JP" altLang="ja-JP" sz="1200" kern="1200" dirty="0">
                <a:solidFill>
                  <a:schemeClr val="tx1"/>
                </a:solidFill>
                <a:effectLst/>
                <a:latin typeface="+mn-lt"/>
                <a:ea typeface="+mn-ea"/>
                <a:cs typeface="+mn-cs"/>
              </a:rPr>
              <a:t>自動的に作成</a:t>
            </a:r>
            <a:r>
              <a:rPr lang="ja-JP" altLang="en-US" sz="1200" kern="1200" dirty="0">
                <a:solidFill>
                  <a:schemeClr val="tx1"/>
                </a:solidFill>
                <a:effectLst/>
                <a:latin typeface="+mn-lt"/>
                <a:ea typeface="+mn-ea"/>
                <a:cs typeface="+mn-cs"/>
              </a:rPr>
              <a:t>します。</a:t>
            </a:r>
            <a:r>
              <a:rPr lang="ja-JP" altLang="ja-JP" sz="1200" kern="1200" dirty="0">
                <a:solidFill>
                  <a:schemeClr val="tx1"/>
                </a:solidFill>
                <a:effectLst/>
                <a:latin typeface="+mn-lt"/>
                <a:ea typeface="+mn-ea"/>
                <a:cs typeface="+mn-cs"/>
              </a:rPr>
              <a:t>アバターのポーズを制御するために，3Dモデルの変形に用いられるアーマチュアという機能を</a:t>
            </a:r>
            <a:r>
              <a:rPr lang="ja-JP" altLang="en-US" sz="1200" kern="1200" dirty="0">
                <a:solidFill>
                  <a:schemeClr val="tx1"/>
                </a:solidFill>
                <a:effectLst/>
                <a:latin typeface="+mn-lt"/>
                <a:ea typeface="+mn-ea"/>
                <a:cs typeface="+mn-cs"/>
              </a:rPr>
              <a:t>用います。</a:t>
            </a:r>
            <a:endParaRPr lang="en-US" altLang="ja-JP" sz="1200" kern="1200" dirty="0">
              <a:solidFill>
                <a:schemeClr val="tx1"/>
              </a:solidFill>
              <a:effectLst/>
              <a:latin typeface="+mn-lt"/>
              <a:ea typeface="+mn-ea"/>
              <a:cs typeface="+mn-cs"/>
            </a:endParaRPr>
          </a:p>
          <a:p>
            <a:r>
              <a:rPr lang="ja-JP" altLang="ja-JP" sz="1200" kern="1200" dirty="0">
                <a:solidFill>
                  <a:schemeClr val="tx1"/>
                </a:solidFill>
                <a:effectLst/>
                <a:latin typeface="+mn-lt"/>
                <a:ea typeface="+mn-ea"/>
                <a:cs typeface="+mn-cs"/>
              </a:rPr>
              <a:t>アーマチュアにモーションデータを適用することで</a:t>
            </a:r>
            <a:r>
              <a:rPr lang="ja-JP" altLang="en-US" sz="1200" kern="1200" dirty="0">
                <a:solidFill>
                  <a:schemeClr val="tx1"/>
                </a:solidFill>
                <a:effectLst/>
                <a:latin typeface="+mn-lt"/>
                <a:ea typeface="+mn-ea"/>
                <a:cs typeface="+mn-cs"/>
              </a:rPr>
              <a:t>、</a:t>
            </a:r>
            <a:r>
              <a:rPr lang="ja-JP" altLang="ja-JP" sz="1200" kern="1200" dirty="0">
                <a:solidFill>
                  <a:schemeClr val="tx1"/>
                </a:solidFill>
                <a:effectLst/>
                <a:latin typeface="+mn-lt"/>
                <a:ea typeface="+mn-ea"/>
                <a:cs typeface="+mn-cs"/>
              </a:rPr>
              <a:t>アバターに連続したポーズを取らせる</a:t>
            </a:r>
            <a:r>
              <a:rPr lang="ja-JP" altLang="en-US" sz="1200" kern="1200" dirty="0">
                <a:solidFill>
                  <a:schemeClr val="tx1"/>
                </a:solidFill>
                <a:effectLst/>
                <a:latin typeface="+mn-lt"/>
                <a:ea typeface="+mn-ea"/>
                <a:cs typeface="+mn-cs"/>
              </a:rPr>
              <a:t>ことができます。</a:t>
            </a:r>
            <a:endParaRPr lang="en-US" altLang="ja-JP" sz="1200" kern="1200" dirty="0">
              <a:solidFill>
                <a:schemeClr val="tx1"/>
              </a:solidFill>
              <a:effectLst/>
              <a:latin typeface="+mn-lt"/>
              <a:ea typeface="+mn-ea"/>
              <a:cs typeface="+mn-cs"/>
            </a:endParaRPr>
          </a:p>
          <a:p>
            <a:r>
              <a:rPr lang="ja-JP" altLang="ja-JP" sz="1200" kern="1200" dirty="0">
                <a:solidFill>
                  <a:schemeClr val="tx1"/>
                </a:solidFill>
                <a:effectLst/>
                <a:latin typeface="+mn-lt"/>
                <a:ea typeface="+mn-ea"/>
                <a:cs typeface="+mn-cs"/>
              </a:rPr>
              <a:t>3DCGソフトウェアであるBlender</a:t>
            </a:r>
            <a:r>
              <a:rPr lang="ja-JP" altLang="en-US" sz="1200" kern="1200" dirty="0">
                <a:solidFill>
                  <a:schemeClr val="tx1"/>
                </a:solidFill>
                <a:effectLst/>
                <a:latin typeface="+mn-lt"/>
                <a:ea typeface="+mn-ea"/>
                <a:cs typeface="+mn-cs"/>
              </a:rPr>
              <a:t>の</a:t>
            </a:r>
            <a:r>
              <a:rPr lang="ja-JP" altLang="ja-JP" sz="1200" kern="1200" dirty="0">
                <a:solidFill>
                  <a:schemeClr val="tx1"/>
                </a:solidFill>
                <a:effectLst/>
                <a:latin typeface="+mn-lt"/>
                <a:ea typeface="+mn-ea"/>
                <a:cs typeface="+mn-cs"/>
              </a:rPr>
              <a:t>3次元仮想空間に</a:t>
            </a:r>
            <a:r>
              <a:rPr lang="ja-JP" altLang="en-US" sz="1200" kern="1200" dirty="0">
                <a:solidFill>
                  <a:schemeClr val="tx1"/>
                </a:solidFill>
                <a:effectLst/>
                <a:latin typeface="+mn-lt"/>
                <a:ea typeface="+mn-ea"/>
                <a:cs typeface="+mn-cs"/>
              </a:rPr>
              <a:t>、</a:t>
            </a:r>
            <a:r>
              <a:rPr lang="ja-JP" altLang="ja-JP" sz="1200" kern="1200" dirty="0">
                <a:solidFill>
                  <a:schemeClr val="tx1"/>
                </a:solidFill>
                <a:effectLst/>
                <a:latin typeface="+mn-lt"/>
                <a:ea typeface="+mn-ea"/>
                <a:cs typeface="+mn-cs"/>
              </a:rPr>
              <a:t>ポーズをとったアバターを配置し</a:t>
            </a:r>
            <a:r>
              <a:rPr lang="ja-JP" altLang="en-US" sz="1200" kern="1200" dirty="0">
                <a:solidFill>
                  <a:schemeClr val="tx1"/>
                </a:solidFill>
                <a:effectLst/>
                <a:latin typeface="+mn-lt"/>
                <a:ea typeface="+mn-ea"/>
                <a:cs typeface="+mn-cs"/>
              </a:rPr>
              <a:t>、</a:t>
            </a:r>
            <a:r>
              <a:rPr lang="ja-JP" altLang="ja-JP" sz="1200" kern="1200" dirty="0">
                <a:solidFill>
                  <a:schemeClr val="tx1"/>
                </a:solidFill>
                <a:effectLst/>
                <a:latin typeface="+mn-lt"/>
                <a:ea typeface="+mn-ea"/>
                <a:cs typeface="+mn-cs"/>
              </a:rPr>
              <a:t>それを囲むように複数台のカメラを設置</a:t>
            </a:r>
            <a:r>
              <a:rPr lang="ja-JP" altLang="en-US" sz="1200" kern="1200" dirty="0">
                <a:solidFill>
                  <a:schemeClr val="tx1"/>
                </a:solidFill>
                <a:effectLst/>
                <a:latin typeface="+mn-lt"/>
                <a:ea typeface="+mn-ea"/>
                <a:cs typeface="+mn-cs"/>
              </a:rPr>
              <a:t>します。</a:t>
            </a:r>
            <a:endParaRPr lang="en-US" altLang="ja-JP" sz="1200" kern="1200" dirty="0">
              <a:solidFill>
                <a:schemeClr val="tx1"/>
              </a:solidFill>
              <a:effectLst/>
              <a:latin typeface="+mn-lt"/>
              <a:ea typeface="+mn-ea"/>
              <a:cs typeface="+mn-cs"/>
            </a:endParaRPr>
          </a:p>
          <a:p>
            <a:r>
              <a:rPr lang="ja-JP" altLang="ja-JP" sz="1200" kern="1200" dirty="0">
                <a:solidFill>
                  <a:schemeClr val="tx1"/>
                </a:solidFill>
                <a:effectLst/>
                <a:latin typeface="+mn-lt"/>
                <a:ea typeface="+mn-ea"/>
                <a:cs typeface="+mn-cs"/>
              </a:rPr>
              <a:t>アバターは</a:t>
            </a:r>
            <a:r>
              <a:rPr lang="en-US" altLang="ja-JP" sz="1200" kern="1200" dirty="0" err="1">
                <a:solidFill>
                  <a:schemeClr val="tx1"/>
                </a:solidFill>
                <a:effectLst/>
                <a:latin typeface="+mn-lt"/>
                <a:ea typeface="+mn-ea"/>
                <a:cs typeface="+mn-cs"/>
              </a:rPr>
              <a:t>MakeHuman</a:t>
            </a:r>
            <a:r>
              <a:rPr lang="ja-JP" altLang="en-US" sz="1200" kern="1200" dirty="0">
                <a:solidFill>
                  <a:schemeClr val="tx1"/>
                </a:solidFill>
                <a:effectLst/>
                <a:latin typeface="+mn-lt"/>
                <a:ea typeface="+mn-ea"/>
                <a:cs typeface="+mn-cs"/>
              </a:rPr>
              <a:t>というオープンソースで作成します。</a:t>
            </a:r>
            <a:endParaRPr lang="en-US" altLang="ja-JP" sz="1200" kern="1200" dirty="0">
              <a:solidFill>
                <a:schemeClr val="tx1"/>
              </a:solidFill>
              <a:effectLst/>
              <a:latin typeface="+mn-lt"/>
              <a:ea typeface="+mn-ea"/>
              <a:cs typeface="+mn-cs"/>
            </a:endParaRPr>
          </a:p>
          <a:p>
            <a:r>
              <a:rPr lang="ja-JP" altLang="en-US" dirty="0"/>
              <a:t>体格や性別、衣服といったアバターのバリエーションやカメラの台数を増やすことで、一つのポーズから大量のデータセットを作成することが可能であり、セルフオクルージョンにも対応したデータセットが作成できると考えます。</a:t>
            </a:r>
            <a:endParaRPr lang="en-US" altLang="ja-JP" dirty="0"/>
          </a:p>
          <a:p>
            <a:endParaRPr lang="en-US" dirty="0"/>
          </a:p>
        </p:txBody>
      </p:sp>
      <p:sp>
        <p:nvSpPr>
          <p:cNvPr id="4" name="スライド番号プレースホルダー 3">
            <a:extLst>
              <a:ext uri="{FF2B5EF4-FFF2-40B4-BE49-F238E27FC236}">
                <a16:creationId xmlns:a16="http://schemas.microsoft.com/office/drawing/2014/main" id="{A8A02C72-7388-00F2-8BB3-E2DD49218E21}"/>
              </a:ext>
            </a:extLst>
          </p:cNvPr>
          <p:cNvSpPr>
            <a:spLocks noGrp="1"/>
          </p:cNvSpPr>
          <p:nvPr>
            <p:ph type="sldNum" sz="quarter" idx="5"/>
          </p:nvPr>
        </p:nvSpPr>
        <p:spPr/>
        <p:txBody>
          <a:bodyPr/>
          <a:lstStyle/>
          <a:p>
            <a:fld id="{66CECCAB-B8BF-44D0-8687-F9EB53B32FC9}" type="slidenum">
              <a:rPr lang="en-US" smtClean="0"/>
              <a:t>5</a:t>
            </a:fld>
            <a:endParaRPr lang="en-US"/>
          </a:p>
        </p:txBody>
      </p:sp>
    </p:spTree>
    <p:extLst>
      <p:ext uri="{BB962C8B-B14F-4D97-AF65-F5344CB8AC3E}">
        <p14:creationId xmlns:p14="http://schemas.microsoft.com/office/powerpoint/2010/main" val="1445131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10D17-B634-F947-D0EF-249F043186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C6D41-84B7-57C4-9334-7F08DB25BB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8D7C9D-C699-03DE-F175-5D643A1574A2}"/>
              </a:ext>
            </a:extLst>
          </p:cNvPr>
          <p:cNvSpPr>
            <a:spLocks noGrp="1"/>
          </p:cNvSpPr>
          <p:nvPr>
            <p:ph type="body" idx="1"/>
          </p:nvPr>
        </p:nvSpPr>
        <p:spPr/>
        <p:txBody>
          <a:bodyPr/>
          <a:lstStyle/>
          <a:p>
            <a:r>
              <a:rPr dirty="0" err="1"/>
              <a:t>工程</a:t>
            </a:r>
            <a:r>
              <a:rPr lang="ja-JP" altLang="en-US" dirty="0"/>
              <a:t>③</a:t>
            </a:r>
            <a:r>
              <a:rPr dirty="0"/>
              <a:t>、</a:t>
            </a:r>
            <a:r>
              <a:rPr lang="ja-JP" altLang="en-US" dirty="0"/>
              <a:t>評価についてです</a:t>
            </a:r>
            <a:r>
              <a:rPr dirty="0"/>
              <a:t>。</a:t>
            </a:r>
            <a:endParaRPr lang="en-US" b="0" dirty="0"/>
          </a:p>
          <a:p>
            <a:pPr>
              <a:lnSpc>
                <a:spcPts val="2400"/>
              </a:lnSpc>
            </a:pPr>
            <a:r>
              <a:rPr lang="ja-JP" altLang="en-US" sz="1200" b="0" dirty="0">
                <a:solidFill>
                  <a:srgbClr val="222222"/>
                </a:solidFill>
                <a:latin typeface="Noto Sans JP"/>
              </a:rPr>
              <a:t>恒常性については、</a:t>
            </a:r>
            <a:r>
              <a:rPr lang="ja-JP" altLang="en-US" sz="1200" dirty="0">
                <a:solidFill>
                  <a:srgbClr val="222222"/>
                </a:solidFill>
                <a:latin typeface="Noto Sans JP"/>
              </a:rPr>
              <a:t>首から腰にかけての人体の恒常性を再現した推定ができているかを評価します。</a:t>
            </a:r>
            <a:endParaRPr lang="en-US" altLang="ja-JP" sz="1200" dirty="0">
              <a:solidFill>
                <a:srgbClr val="222222"/>
              </a:solidFill>
              <a:latin typeface="Noto Sans JP"/>
            </a:endParaRPr>
          </a:p>
          <a:p>
            <a:pPr>
              <a:lnSpc>
                <a:spcPts val="2400"/>
              </a:lnSpc>
            </a:pPr>
            <a:r>
              <a:rPr lang="ja-JP" altLang="en-US" sz="1200" b="0" dirty="0">
                <a:solidFill>
                  <a:srgbClr val="222222"/>
                </a:solidFill>
                <a:latin typeface="Noto Sans JP"/>
              </a:rPr>
              <a:t>柔軟性については、</a:t>
            </a:r>
            <a:r>
              <a:rPr lang="ja-JP" altLang="en-US" sz="1200" dirty="0">
                <a:solidFill>
                  <a:srgbClr val="222222"/>
                </a:solidFill>
                <a:latin typeface="Noto Sans JP"/>
              </a:rPr>
              <a:t>首から腰にかけての人体の柔軟性を再現した推定ができているかを評価します。</a:t>
            </a:r>
            <a:endParaRPr lang="en-US" altLang="ja-JP" sz="1200" dirty="0">
              <a:solidFill>
                <a:srgbClr val="222222"/>
              </a:solidFill>
              <a:latin typeface="Noto Sans JP"/>
            </a:endParaRPr>
          </a:p>
          <a:p>
            <a:pPr>
              <a:lnSpc>
                <a:spcPts val="2400"/>
              </a:lnSpc>
            </a:pPr>
            <a:r>
              <a:rPr lang="ja-JP" altLang="en-US" sz="1200" b="0" dirty="0">
                <a:solidFill>
                  <a:srgbClr val="222222"/>
                </a:solidFill>
                <a:latin typeface="Noto Sans JP"/>
              </a:rPr>
              <a:t>セルフオクルージョンについては、</a:t>
            </a:r>
            <a:r>
              <a:rPr lang="ja-JP" altLang="en-US" sz="1200" dirty="0">
                <a:solidFill>
                  <a:srgbClr val="222222"/>
                </a:solidFill>
                <a:latin typeface="Noto Sans JP"/>
              </a:rPr>
              <a:t>腕や脚などにセルフオクルージョンが発生しているシーンでの推定精度を評価します。</a:t>
            </a:r>
            <a:endParaRPr lang="en-US" altLang="ja-JP" sz="1200" dirty="0">
              <a:solidFill>
                <a:srgbClr val="222222"/>
              </a:solidFill>
              <a:latin typeface="Noto Sans JP"/>
            </a:endParaRPr>
          </a:p>
          <a:p>
            <a:pPr>
              <a:lnSpc>
                <a:spcPts val="2400"/>
              </a:lnSpc>
            </a:pPr>
            <a:endParaRPr lang="en-US" altLang="ja-JP" sz="1200" dirty="0">
              <a:solidFill>
                <a:srgbClr val="222222"/>
              </a:solidFill>
              <a:latin typeface="Noto Sans JP"/>
            </a:endParaRPr>
          </a:p>
          <a:p>
            <a:pPr>
              <a:lnSpc>
                <a:spcPts val="2400"/>
              </a:lnSpc>
            </a:pPr>
            <a:r>
              <a:rPr lang="ja-JP" altLang="en-US" sz="1200" dirty="0">
                <a:solidFill>
                  <a:srgbClr val="222222"/>
                </a:solidFill>
                <a:latin typeface="Noto Sans JP"/>
              </a:rPr>
              <a:t>次のスライドから一巡目を実施した結果を報告します。</a:t>
            </a:r>
            <a:endParaRPr lang="en-US" altLang="ja-JP" sz="1200" dirty="0">
              <a:solidFill>
                <a:srgbClr val="222222"/>
              </a:solidFill>
              <a:latin typeface="Noto Sans JP"/>
            </a:endParaRPr>
          </a:p>
          <a:p>
            <a:endParaRPr dirty="0"/>
          </a:p>
        </p:txBody>
      </p:sp>
      <p:sp>
        <p:nvSpPr>
          <p:cNvPr id="4" name="スライド番号プレースホルダー 3">
            <a:extLst>
              <a:ext uri="{FF2B5EF4-FFF2-40B4-BE49-F238E27FC236}">
                <a16:creationId xmlns:a16="http://schemas.microsoft.com/office/drawing/2014/main" id="{E994A413-4102-42A0-2E98-DF1AF351AE2C}"/>
              </a:ext>
            </a:extLst>
          </p:cNvPr>
          <p:cNvSpPr>
            <a:spLocks noGrp="1"/>
          </p:cNvSpPr>
          <p:nvPr>
            <p:ph type="sldNum" sz="quarter" idx="5"/>
          </p:nvPr>
        </p:nvSpPr>
        <p:spPr/>
        <p:txBody>
          <a:bodyPr/>
          <a:lstStyle/>
          <a:p>
            <a:fld id="{66CECCAB-B8BF-44D0-8687-F9EB53B32FC9}" type="slidenum">
              <a:rPr lang="en-US" smtClean="0"/>
              <a:t>6</a:t>
            </a:fld>
            <a:endParaRPr lang="en-US"/>
          </a:p>
        </p:txBody>
      </p:sp>
    </p:spTree>
    <p:extLst>
      <p:ext uri="{BB962C8B-B14F-4D97-AF65-F5344CB8AC3E}">
        <p14:creationId xmlns:p14="http://schemas.microsoft.com/office/powerpoint/2010/main" val="1630640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ED1FD-69F2-255D-270B-2AF84F9992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46B2BE-BA77-CD10-B689-5484A138701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0DE7B9-5CCC-8FDF-03A4-49295D458750}"/>
              </a:ext>
            </a:extLst>
          </p:cNvPr>
          <p:cNvSpPr>
            <a:spLocks noGrp="1"/>
          </p:cNvSpPr>
          <p:nvPr>
            <p:ph type="body" idx="1"/>
          </p:nvPr>
        </p:nvSpPr>
        <p:spPr/>
        <p:txBody>
          <a:bodyPr/>
          <a:lstStyle/>
          <a:p>
            <a:r>
              <a:rPr dirty="0" err="1"/>
              <a:t>工程</a:t>
            </a:r>
            <a:r>
              <a:rPr dirty="0"/>
              <a:t>①</a:t>
            </a:r>
            <a:r>
              <a:rPr lang="ja-JP" altLang="en-US" dirty="0"/>
              <a:t>では、</a:t>
            </a:r>
            <a:r>
              <a:rPr dirty="0"/>
              <a:t>首から腰の間に新たに2つのキーポイントを追加し、合計19点の人体モデル</a:t>
            </a:r>
            <a:r>
              <a:rPr lang="ja-JP" altLang="en-US" dirty="0"/>
              <a:t>を作成しました</a:t>
            </a:r>
            <a:r>
              <a:rPr dirty="0"/>
              <a:t>。</a:t>
            </a:r>
            <a:endParaRPr lang="en-US" dirty="0"/>
          </a:p>
          <a:p>
            <a:r>
              <a:rPr lang="en-US" dirty="0"/>
              <a:t>COCO dataset</a:t>
            </a:r>
            <a:r>
              <a:rPr lang="ja-JP" altLang="en-US" dirty="0"/>
              <a:t>と</a:t>
            </a:r>
            <a:r>
              <a:rPr lang="en-US" altLang="ja-JP" dirty="0"/>
              <a:t>H36M</a:t>
            </a:r>
            <a:r>
              <a:rPr lang="ja-JP" altLang="en-US" dirty="0"/>
              <a:t>のキーポイント配置は示す通りで、胴体を中心にキーポイントの配置を変更し、中央のような配置にしました。</a:t>
            </a:r>
            <a:endParaRPr lang="en-US" dirty="0"/>
          </a:p>
        </p:txBody>
      </p:sp>
      <p:sp>
        <p:nvSpPr>
          <p:cNvPr id="4" name="スライド番号プレースホルダー 3">
            <a:extLst>
              <a:ext uri="{FF2B5EF4-FFF2-40B4-BE49-F238E27FC236}">
                <a16:creationId xmlns:a16="http://schemas.microsoft.com/office/drawing/2014/main" id="{F7B5659C-12A9-A078-FE6D-A6AA3E6B5A8C}"/>
              </a:ext>
            </a:extLst>
          </p:cNvPr>
          <p:cNvSpPr>
            <a:spLocks noGrp="1"/>
          </p:cNvSpPr>
          <p:nvPr>
            <p:ph type="sldNum" sz="quarter" idx="5"/>
          </p:nvPr>
        </p:nvSpPr>
        <p:spPr/>
        <p:txBody>
          <a:bodyPr/>
          <a:lstStyle/>
          <a:p>
            <a:fld id="{66CECCAB-B8BF-44D0-8687-F9EB53B32FC9}" type="slidenum">
              <a:rPr lang="en-US" smtClean="0"/>
              <a:t>7</a:t>
            </a:fld>
            <a:endParaRPr lang="en-US"/>
          </a:p>
        </p:txBody>
      </p:sp>
    </p:spTree>
    <p:extLst>
      <p:ext uri="{BB962C8B-B14F-4D97-AF65-F5344CB8AC3E}">
        <p14:creationId xmlns:p14="http://schemas.microsoft.com/office/powerpoint/2010/main" val="2464873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C4267-4A7D-B0CF-E0CE-7D98547A39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2D19BF-FFFE-16F1-5AB2-A902778E9A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88CF69-4C46-C6D3-EF54-3C4C90FCF67C}"/>
              </a:ext>
            </a:extLst>
          </p:cNvPr>
          <p:cNvSpPr>
            <a:spLocks noGrp="1"/>
          </p:cNvSpPr>
          <p:nvPr>
            <p:ph type="body" idx="1"/>
          </p:nvPr>
        </p:nvSpPr>
        <p:spPr/>
        <p:txBody>
          <a:bodyPr/>
          <a:lstStyle/>
          <a:p>
            <a:r>
              <a:rPr lang="ja-JP" altLang="en-US" dirty="0"/>
              <a:t>工程②についてです。</a:t>
            </a:r>
            <a:endParaRPr lang="en-US" dirty="0"/>
          </a:p>
          <a:p>
            <a:r>
              <a:rPr dirty="0"/>
              <a:t>データセットは、モーションデータ1083フレーム、アバター2体、カメラ12台</a:t>
            </a:r>
            <a:r>
              <a:rPr lang="ja-JP" altLang="en-US" dirty="0"/>
              <a:t>から作成しました。</a:t>
            </a:r>
            <a:br>
              <a:rPr lang="en-US" dirty="0"/>
            </a:br>
            <a:r>
              <a:rPr dirty="0"/>
              <a:t>アノテーションデータには、19点のキーポイントの3D座標・2D座標、各キーポイントの信頼度、BBOXの座標を含みます。</a:t>
            </a:r>
            <a:endParaRPr lang="en-US" dirty="0"/>
          </a:p>
          <a:p>
            <a:r>
              <a:rPr lang="ja-JP" altLang="en-US" dirty="0"/>
              <a:t>データセットの作成には、約</a:t>
            </a:r>
            <a:r>
              <a:rPr lang="en-US" altLang="ja-JP" dirty="0"/>
              <a:t>3.7</a:t>
            </a:r>
            <a:r>
              <a:rPr lang="ja-JP" altLang="en-US" dirty="0"/>
              <a:t>時間かかりました。</a:t>
            </a:r>
            <a:endParaRPr lang="en-US" dirty="0"/>
          </a:p>
          <a:p>
            <a:r>
              <a:rPr dirty="0" err="1"/>
              <a:t>このデータセットを用いて</a:t>
            </a:r>
            <a:r>
              <a:rPr dirty="0"/>
              <a:t>、</a:t>
            </a:r>
            <a:r>
              <a:rPr lang="ja-JP" altLang="en-US" dirty="0"/>
              <a:t>二つのモデルに対して、</a:t>
            </a:r>
            <a:r>
              <a:rPr dirty="0"/>
              <a:t>エポック数100で追加学習を行いました。</a:t>
            </a:r>
          </a:p>
        </p:txBody>
      </p:sp>
      <p:sp>
        <p:nvSpPr>
          <p:cNvPr id="4" name="スライド番号プレースホルダー 3">
            <a:extLst>
              <a:ext uri="{FF2B5EF4-FFF2-40B4-BE49-F238E27FC236}">
                <a16:creationId xmlns:a16="http://schemas.microsoft.com/office/drawing/2014/main" id="{76841172-8F2C-BDF4-0B61-2484E8F680C2}"/>
              </a:ext>
            </a:extLst>
          </p:cNvPr>
          <p:cNvSpPr>
            <a:spLocks noGrp="1"/>
          </p:cNvSpPr>
          <p:nvPr>
            <p:ph type="sldNum" sz="quarter" idx="5"/>
          </p:nvPr>
        </p:nvSpPr>
        <p:spPr/>
        <p:txBody>
          <a:bodyPr/>
          <a:lstStyle/>
          <a:p>
            <a:fld id="{66CECCAB-B8BF-44D0-8687-F9EB53B32FC9}" type="slidenum">
              <a:rPr lang="en-US" smtClean="0"/>
              <a:t>8</a:t>
            </a:fld>
            <a:endParaRPr lang="en-US"/>
          </a:p>
        </p:txBody>
      </p:sp>
    </p:spTree>
    <p:extLst>
      <p:ext uri="{BB962C8B-B14F-4D97-AF65-F5344CB8AC3E}">
        <p14:creationId xmlns:p14="http://schemas.microsoft.com/office/powerpoint/2010/main" val="4044192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D673-3B64-F7D9-C08E-2E14DFD8568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BD3B5D-2979-C04B-43D3-B6A6339897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F97667-F2E8-4A72-B472-205F43896FBF}"/>
              </a:ext>
            </a:extLst>
          </p:cNvPr>
          <p:cNvSpPr>
            <a:spLocks noGrp="1"/>
          </p:cNvSpPr>
          <p:nvPr>
            <p:ph type="body" idx="1"/>
          </p:nvPr>
        </p:nvSpPr>
        <p:spPr/>
        <p:txBody>
          <a:bodyPr/>
          <a:lstStyle/>
          <a:p>
            <a:r>
              <a:rPr dirty="0" err="1"/>
              <a:t>工程</a:t>
            </a:r>
            <a:r>
              <a:rPr dirty="0"/>
              <a:t>③</a:t>
            </a:r>
            <a:r>
              <a:rPr lang="ja-JP" altLang="en-US" dirty="0"/>
              <a:t>では、</a:t>
            </a:r>
            <a:r>
              <a:rPr lang="en-US" altLang="ja-JP" dirty="0"/>
              <a:t>386</a:t>
            </a:r>
            <a:r>
              <a:rPr lang="ja-JP" altLang="en-US" dirty="0"/>
              <a:t>フレーム、カメラ</a:t>
            </a:r>
            <a:r>
              <a:rPr lang="en-US" altLang="ja-JP" dirty="0"/>
              <a:t>2</a:t>
            </a:r>
            <a:r>
              <a:rPr lang="ja-JP" altLang="en-US" dirty="0"/>
              <a:t>台から作成したテスト用のデータセットを作成し、</a:t>
            </a:r>
            <a:r>
              <a:rPr dirty="0"/>
              <a:t>この動画に対して、追加学習済みの19点モデルに加え、拡張前の17点モデルでも姿勢推定を行い、両者を比較</a:t>
            </a:r>
            <a:r>
              <a:rPr lang="ja-JP" altLang="en-US" dirty="0"/>
              <a:t>しました</a:t>
            </a:r>
            <a:r>
              <a:rPr dirty="0"/>
              <a:t>。</a:t>
            </a:r>
            <a:endParaRPr lang="en-US" dirty="0"/>
          </a:p>
          <a:p>
            <a:r>
              <a:rPr dirty="0"/>
              <a:t>推定される19点のキーポイント</a:t>
            </a:r>
            <a:r>
              <a:rPr lang="ja-JP" altLang="en-US" dirty="0"/>
              <a:t>の名称は</a:t>
            </a:r>
            <a:r>
              <a:rPr dirty="0"/>
              <a:t>表の通りです。この推定結果を用いて、恒常性・柔軟性・セルフオクルージョンの3つの観点から評価します。</a:t>
            </a:r>
          </a:p>
        </p:txBody>
      </p:sp>
      <p:sp>
        <p:nvSpPr>
          <p:cNvPr id="4" name="スライド番号プレースホルダー 3">
            <a:extLst>
              <a:ext uri="{FF2B5EF4-FFF2-40B4-BE49-F238E27FC236}">
                <a16:creationId xmlns:a16="http://schemas.microsoft.com/office/drawing/2014/main" id="{FCD804A5-2796-B8D6-4370-87F38ECFEB00}"/>
              </a:ext>
            </a:extLst>
          </p:cNvPr>
          <p:cNvSpPr>
            <a:spLocks noGrp="1"/>
          </p:cNvSpPr>
          <p:nvPr>
            <p:ph type="sldNum" sz="quarter" idx="5"/>
          </p:nvPr>
        </p:nvSpPr>
        <p:spPr/>
        <p:txBody>
          <a:bodyPr/>
          <a:lstStyle/>
          <a:p>
            <a:fld id="{66CECCAB-B8BF-44D0-8687-F9EB53B32FC9}" type="slidenum">
              <a:rPr lang="en-US" smtClean="0"/>
              <a:t>9</a:t>
            </a:fld>
            <a:endParaRPr lang="en-US"/>
          </a:p>
        </p:txBody>
      </p:sp>
    </p:spTree>
    <p:extLst>
      <p:ext uri="{BB962C8B-B14F-4D97-AF65-F5344CB8AC3E}">
        <p14:creationId xmlns:p14="http://schemas.microsoft.com/office/powerpoint/2010/main" val="1995804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29AE4-0299-9D2A-A0C9-124BC3A037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899440-CBFC-773B-7E8D-DA5302489C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F90440-0764-FAE1-9F4D-D2185E79E67A}"/>
              </a:ext>
            </a:extLst>
          </p:cNvPr>
          <p:cNvSpPr>
            <a:spLocks noGrp="1"/>
          </p:cNvSpPr>
          <p:nvPr>
            <p:ph type="body" idx="1"/>
          </p:nvPr>
        </p:nvSpPr>
        <p:spPr/>
        <p:txBody>
          <a:bodyPr/>
          <a:lstStyle/>
          <a:p>
            <a:r>
              <a:t>このCVは、Camera1の全386フレームを対象に、脊柱付近の区間の長さの変動係数を、</a:t>
            </a:r>
          </a:p>
          <a:p>
            <a:r>
              <a:t>拡張前モデル(L1'=thorax-spine, L2'=spine-hip)と拡張後モデル(L1〜L4=spine1-spine2〜</a:t>
            </a:r>
          </a:p>
          <a:p>
            <a:r>
              <a:t>spine4-spine5)それぞれで、推定結果と真値を比較したものです。真値はどちらのモデルも</a:t>
            </a:r>
          </a:p>
          <a:p>
            <a:r>
              <a:t>CVがほぼ0(理想的な剛体骨格)である一方、推定結果は拡張前で0.26〜0.45、拡張後で</a:t>
            </a:r>
          </a:p>
          <a:p>
            <a:r>
              <a:t>0.42〜0.75とばらついています。拡張前・拡張後で推定CVの水準に大きな差はなく、</a:t>
            </a:r>
          </a:p>
          <a:p>
            <a:r>
              <a:t>キーポイント数を増やしただけでは恒常性が明確に向上したとは言えません。</a:t>
            </a:r>
          </a:p>
        </p:txBody>
      </p:sp>
      <p:sp>
        <p:nvSpPr>
          <p:cNvPr id="4" name="スライド番号プレースホルダー 3">
            <a:extLst>
              <a:ext uri="{FF2B5EF4-FFF2-40B4-BE49-F238E27FC236}">
                <a16:creationId xmlns:a16="http://schemas.microsoft.com/office/drawing/2014/main" id="{C66E0617-FEE7-0D63-DD7E-D93013BC72CD}"/>
              </a:ext>
            </a:extLst>
          </p:cNvPr>
          <p:cNvSpPr>
            <a:spLocks noGrp="1"/>
          </p:cNvSpPr>
          <p:nvPr>
            <p:ph type="sldNum" sz="quarter" idx="5"/>
          </p:nvPr>
        </p:nvSpPr>
        <p:spPr/>
        <p:txBody>
          <a:bodyPr/>
          <a:lstStyle/>
          <a:p>
            <a:fld id="{66CECCAB-B8BF-44D0-8687-F9EB53B32FC9}" type="slidenum">
              <a:rPr lang="en-US" smtClean="0"/>
              <a:t>10</a:t>
            </a:fld>
            <a:endParaRPr lang="en-US"/>
          </a:p>
        </p:txBody>
      </p:sp>
    </p:spTree>
    <p:extLst>
      <p:ext uri="{BB962C8B-B14F-4D97-AF65-F5344CB8AC3E}">
        <p14:creationId xmlns:p14="http://schemas.microsoft.com/office/powerpoint/2010/main" val="1611313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5190-2F30-426D-F057-27B198F9F1A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745B2A-C0A6-BA98-9FE6-27B84B0404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A011148-FE65-773C-9143-5AC51AA34A3A}"/>
              </a:ext>
            </a:extLst>
          </p:cNvPr>
          <p:cNvSpPr>
            <a:spLocks noGrp="1"/>
          </p:cNvSpPr>
          <p:nvPr>
            <p:ph type="body" idx="1"/>
          </p:nvPr>
        </p:nvSpPr>
        <p:spPr/>
        <p:txBody>
          <a:bodyPr/>
          <a:lstStyle/>
          <a:p>
            <a:r>
              <a:t>背中が伸びた状態(frame5)から丸まった状態(frame103)にかけての変化率を、</a:t>
            </a:r>
          </a:p>
          <a:p>
            <a:r>
              <a:t>拡張後モデルの6区間・拡張前モデルの対応する指標、およびその一部区間(L1〜L4,</a:t>
            </a:r>
          </a:p>
          <a:p>
            <a:r>
              <a:t>L1'-L2')の合計で比較しています。拡張後モデルは個々の区間の変化率が-59.6%〜</a:t>
            </a:r>
          </a:p>
          <a:p>
            <a:r>
              <a:t>+84.2%と大きくばらつく一方、6区間を合計するとほぼ相殺されて-0.02%〜+1.9%に</a:t>
            </a:r>
          </a:p>
          <a:p>
            <a:r>
              <a:t>収まっており、区間ごとの推定ノイズが互いに打ち消し合うことで、見かけ上だけ</a:t>
            </a:r>
          </a:p>
          <a:p>
            <a:r>
              <a:t>恒常性が再現されている可能性があります。</a:t>
            </a:r>
          </a:p>
        </p:txBody>
      </p:sp>
      <p:sp>
        <p:nvSpPr>
          <p:cNvPr id="4" name="スライド番号プレースホルダー 3">
            <a:extLst>
              <a:ext uri="{FF2B5EF4-FFF2-40B4-BE49-F238E27FC236}">
                <a16:creationId xmlns:a16="http://schemas.microsoft.com/office/drawing/2014/main" id="{F41395C9-A5B2-71F5-9E8F-0D2D986B06CD}"/>
              </a:ext>
            </a:extLst>
          </p:cNvPr>
          <p:cNvSpPr>
            <a:spLocks noGrp="1"/>
          </p:cNvSpPr>
          <p:nvPr>
            <p:ph type="sldNum" sz="quarter" idx="5"/>
          </p:nvPr>
        </p:nvSpPr>
        <p:spPr/>
        <p:txBody>
          <a:bodyPr/>
          <a:lstStyle/>
          <a:p>
            <a:fld id="{66CECCAB-B8BF-44D0-8687-F9EB53B32FC9}" type="slidenum">
              <a:rPr lang="en-US" smtClean="0"/>
              <a:t>11</a:t>
            </a:fld>
            <a:endParaRPr lang="en-US"/>
          </a:p>
        </p:txBody>
      </p:sp>
    </p:spTree>
    <p:extLst>
      <p:ext uri="{BB962C8B-B14F-4D97-AF65-F5344CB8AC3E}">
        <p14:creationId xmlns:p14="http://schemas.microsoft.com/office/powerpoint/2010/main" val="2025147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87937-191F-0430-B29F-9AEF498C9E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9CC286-40EF-EB0B-FA01-D73602B7D1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4E7F0B9-96B7-1F7F-4A72-6025BDD3CA89}"/>
              </a:ext>
            </a:extLst>
          </p:cNvPr>
          <p:cNvSpPr>
            <a:spLocks noGrp="1"/>
          </p:cNvSpPr>
          <p:nvPr>
            <p:ph type="body" idx="1"/>
          </p:nvPr>
        </p:nvSpPr>
        <p:spPr/>
        <p:txBody>
          <a:bodyPr/>
          <a:lstStyle/>
          <a:p>
            <a:r>
              <a:t>背0(spine0)〜背4(spine4)の角度について、推定値と真値の散布図・フレーム推移</a:t>
            </a:r>
          </a:p>
          <a:p>
            <a:r>
              <a:t>グラフを示しています。背0・背3は相関係数が0.9以上と高く、推定が真値の動きの</a:t>
            </a:r>
          </a:p>
          <a:p>
            <a:r>
              <a:t>タイミングによく追従している一方、背1・背2・背4は相関が弱い、または逆相関(背2の</a:t>
            </a:r>
          </a:p>
          <a:p>
            <a:r>
              <a:t>3D相関は-0.94)であり、同じ脊柱内でも関節によって精度にばらつきがあります。</a:t>
            </a:r>
          </a:p>
        </p:txBody>
      </p:sp>
      <p:sp>
        <p:nvSpPr>
          <p:cNvPr id="4" name="スライド番号プレースホルダー 3">
            <a:extLst>
              <a:ext uri="{FF2B5EF4-FFF2-40B4-BE49-F238E27FC236}">
                <a16:creationId xmlns:a16="http://schemas.microsoft.com/office/drawing/2014/main" id="{935594B7-BB67-84FE-C27B-846BB8ACAE37}"/>
              </a:ext>
            </a:extLst>
          </p:cNvPr>
          <p:cNvSpPr>
            <a:spLocks noGrp="1"/>
          </p:cNvSpPr>
          <p:nvPr>
            <p:ph type="sldNum" sz="quarter" idx="5"/>
          </p:nvPr>
        </p:nvSpPr>
        <p:spPr/>
        <p:txBody>
          <a:bodyPr/>
          <a:lstStyle/>
          <a:p>
            <a:fld id="{66CECCAB-B8BF-44D0-8687-F9EB53B32FC9}" type="slidenum">
              <a:rPr lang="en-US" smtClean="0"/>
              <a:t>12</a:t>
            </a:fld>
            <a:endParaRPr lang="en-US"/>
          </a:p>
        </p:txBody>
      </p:sp>
    </p:spTree>
    <p:extLst>
      <p:ext uri="{BB962C8B-B14F-4D97-AF65-F5344CB8AC3E}">
        <p14:creationId xmlns:p14="http://schemas.microsoft.com/office/powerpoint/2010/main" val="1701534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F5A2-378D-DD2C-9A78-F6D645BABE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C916DC-C28C-24DF-BA8B-B45BE628AC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8AA8B89-69FA-20A1-7FBE-0A133301DEA7}"/>
              </a:ext>
            </a:extLst>
          </p:cNvPr>
          <p:cNvSpPr>
            <a:spLocks noGrp="1"/>
          </p:cNvSpPr>
          <p:nvPr>
            <p:ph type="body" idx="1"/>
          </p:nvPr>
        </p:nvSpPr>
        <p:spPr/>
        <p:txBody>
          <a:bodyPr/>
          <a:lstStyle/>
          <a:p>
            <a:r>
              <a:t>拡張前・拡張後モデルの推定結果を可視化し、背中の湾曲の見た目上の再現度を</a:t>
            </a:r>
          </a:p>
          <a:p>
            <a:r>
              <a:t>比較しています。前ページで一部の関節(背0・背3)は数値的な相関が高い一方、可動域</a:t>
            </a:r>
          </a:p>
          <a:p>
            <a:r>
              <a:t>自体は真値より狭く出る傾向があるため、「見た目上の再現」と「数値的な精度」は</a:t>
            </a:r>
          </a:p>
          <a:p>
            <a:r>
              <a:t>必ずしも一致しない点に注意が必要です。</a:t>
            </a:r>
          </a:p>
        </p:txBody>
      </p:sp>
      <p:sp>
        <p:nvSpPr>
          <p:cNvPr id="4" name="スライド番号プレースホルダー 3">
            <a:extLst>
              <a:ext uri="{FF2B5EF4-FFF2-40B4-BE49-F238E27FC236}">
                <a16:creationId xmlns:a16="http://schemas.microsoft.com/office/drawing/2014/main" id="{C31809C5-56E4-E715-5633-E7CC651E45B4}"/>
              </a:ext>
            </a:extLst>
          </p:cNvPr>
          <p:cNvSpPr>
            <a:spLocks noGrp="1"/>
          </p:cNvSpPr>
          <p:nvPr>
            <p:ph type="sldNum" sz="quarter" idx="5"/>
          </p:nvPr>
        </p:nvSpPr>
        <p:spPr/>
        <p:txBody>
          <a:bodyPr/>
          <a:lstStyle/>
          <a:p>
            <a:fld id="{66CECCAB-B8BF-44D0-8687-F9EB53B32FC9}" type="slidenum">
              <a:rPr lang="en-US" smtClean="0"/>
              <a:t>13</a:t>
            </a:fld>
            <a:endParaRPr lang="en-US"/>
          </a:p>
        </p:txBody>
      </p:sp>
    </p:spTree>
    <p:extLst>
      <p:ext uri="{BB962C8B-B14F-4D97-AF65-F5344CB8AC3E}">
        <p14:creationId xmlns:p14="http://schemas.microsoft.com/office/powerpoint/2010/main" val="3134473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02ECD-04CD-D216-B81E-EFA542151E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855731-E6AE-1128-6968-9BAD0F021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32E1F2-0976-5CF0-C618-CDFA79225343}"/>
              </a:ext>
            </a:extLst>
          </p:cNvPr>
          <p:cNvSpPr>
            <a:spLocks noGrp="1"/>
          </p:cNvSpPr>
          <p:nvPr>
            <p:ph type="body" idx="1"/>
          </p:nvPr>
        </p:nvSpPr>
        <p:spPr/>
        <p:txBody>
          <a:bodyPr/>
          <a:lstStyle/>
          <a:p>
            <a:r>
              <a:t>テスト用データセットが同一動作を異なる視点(Camera1・Camera4)から撮影して</a:t>
            </a:r>
          </a:p>
          <a:p>
            <a:r>
              <a:t>いることを利用し、同じ姿勢で片方のカメラだけ遮蔽されているキーポイントに絞って、</a:t>
            </a:r>
          </a:p>
          <a:p>
            <a:r>
              <a:t>遮蔽側と可視側の誤差を比較しました。2Dでは19点モデルの方が誤差が小さい傾向が</a:t>
            </a:r>
          </a:p>
          <a:p>
            <a:r>
              <a:t>見られましたが、3Dでは区間によって19点モデルの誤差が大きくなるケースもあり、</a:t>
            </a:r>
          </a:p>
          <a:p>
            <a:r>
              <a:t>さらにモデル固有のスケールの影響を取り除いた比較(N-MPJPE方式)を行うと、17点</a:t>
            </a:r>
          </a:p>
          <a:p>
            <a:r>
              <a:t>モデルの方が一貫して誤差が小さいという結果になり、19点モデルがセルフオクルー</a:t>
            </a:r>
          </a:p>
          <a:p>
            <a:r>
              <a:t>ジョンへの精度を明確に改善したとは言えません。</a:t>
            </a:r>
          </a:p>
        </p:txBody>
      </p:sp>
      <p:sp>
        <p:nvSpPr>
          <p:cNvPr id="4" name="スライド番号プレースホルダー 3">
            <a:extLst>
              <a:ext uri="{FF2B5EF4-FFF2-40B4-BE49-F238E27FC236}">
                <a16:creationId xmlns:a16="http://schemas.microsoft.com/office/drawing/2014/main" id="{4ACD21EA-3342-FE04-6E2B-8C2F20496BF4}"/>
              </a:ext>
            </a:extLst>
          </p:cNvPr>
          <p:cNvSpPr>
            <a:spLocks noGrp="1"/>
          </p:cNvSpPr>
          <p:nvPr>
            <p:ph type="sldNum" sz="quarter" idx="5"/>
          </p:nvPr>
        </p:nvSpPr>
        <p:spPr/>
        <p:txBody>
          <a:bodyPr/>
          <a:lstStyle/>
          <a:p>
            <a:fld id="{66CECCAB-B8BF-44D0-8687-F9EB53B32FC9}" type="slidenum">
              <a:rPr lang="en-US" smtClean="0"/>
              <a:t>14</a:t>
            </a:fld>
            <a:endParaRPr lang="en-US"/>
          </a:p>
        </p:txBody>
      </p:sp>
    </p:spTree>
    <p:extLst>
      <p:ext uri="{BB962C8B-B14F-4D97-AF65-F5344CB8AC3E}">
        <p14:creationId xmlns:p14="http://schemas.microsoft.com/office/powerpoint/2010/main" val="1194900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C5AF2-ABF7-5FE6-85B8-C9681BF0C9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47B5F1-8FED-D3E8-8A60-5C427BB4FA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F6F059-0641-76EF-CEEF-FCF0CDBCE55B}"/>
              </a:ext>
            </a:extLst>
          </p:cNvPr>
          <p:cNvSpPr>
            <a:spLocks noGrp="1"/>
          </p:cNvSpPr>
          <p:nvPr>
            <p:ph type="body" idx="1"/>
          </p:nvPr>
        </p:nvSpPr>
        <p:spPr/>
        <p:txBody>
          <a:bodyPr/>
          <a:lstStyle/>
          <a:p>
            <a:r>
              <a:t>恒常性・柔軟性・セルフオクルージョンの3軸での検証結果をまとめています。</a:t>
            </a:r>
          </a:p>
          <a:p>
            <a:r>
              <a:t>恒常性は拡張前後で明確な差がなく、柔軟性は一部の関節(背0・背3)でのみ真値への</a:t>
            </a:r>
          </a:p>
          <a:p>
            <a:r>
              <a:t>追従が確認でき、セルフオクルージョンへの精度向上は確認できませんでした。19点</a:t>
            </a:r>
          </a:p>
          <a:p>
            <a:r>
              <a:t>モデルへの拡張は柔軟性再現の兆しを示した一方、恒常性・セルフオクルージョンの</a:t>
            </a:r>
          </a:p>
          <a:p>
            <a:r>
              <a:t>面では明確な優位性を示せておらず、拡張の効果は評価軸や関節によって濃淡がある</a:t>
            </a:r>
          </a:p>
          <a:p>
            <a:r>
              <a:t>というのが総括的な考察です。</a:t>
            </a:r>
          </a:p>
        </p:txBody>
      </p:sp>
      <p:sp>
        <p:nvSpPr>
          <p:cNvPr id="4" name="スライド番号プレースホルダー 3">
            <a:extLst>
              <a:ext uri="{FF2B5EF4-FFF2-40B4-BE49-F238E27FC236}">
                <a16:creationId xmlns:a16="http://schemas.microsoft.com/office/drawing/2014/main" id="{DE076797-3F16-6A73-B520-55A56A4F4373}"/>
              </a:ext>
            </a:extLst>
          </p:cNvPr>
          <p:cNvSpPr>
            <a:spLocks noGrp="1"/>
          </p:cNvSpPr>
          <p:nvPr>
            <p:ph type="sldNum" sz="quarter" idx="5"/>
          </p:nvPr>
        </p:nvSpPr>
        <p:spPr/>
        <p:txBody>
          <a:bodyPr/>
          <a:lstStyle/>
          <a:p>
            <a:fld id="{66CECCAB-B8BF-44D0-8687-F9EB53B32FC9}" type="slidenum">
              <a:rPr lang="en-US" smtClean="0"/>
              <a:t>15</a:t>
            </a:fld>
            <a:endParaRPr lang="en-US"/>
          </a:p>
        </p:txBody>
      </p:sp>
    </p:spTree>
    <p:extLst>
      <p:ext uri="{BB962C8B-B14F-4D97-AF65-F5344CB8AC3E}">
        <p14:creationId xmlns:p14="http://schemas.microsoft.com/office/powerpoint/2010/main" val="2267605516"/>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発表終了のクレジットスライドです。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17B5-E745-403C-A81E-DC7A81DAFEE1}"/>
              </a:ext>
            </a:extLst>
          </p:cNvPr>
          <p:cNvSpPr>
            <a:spLocks noGrp="1"/>
          </p:cNvSpPr>
          <p:nvPr>
            <p:ph type="ctrTitle"/>
          </p:nvPr>
        </p:nvSpPr>
        <p:spPr>
          <a:xfrm>
            <a:off x="381000" y="1582886"/>
            <a:ext cx="11430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093FFDF0-4360-4670-91D6-6E96E3810D98}"/>
              </a:ext>
            </a:extLst>
          </p:cNvPr>
          <p:cNvSpPr>
            <a:spLocks noGrp="1"/>
          </p:cNvSpPr>
          <p:nvPr>
            <p:ph type="subTitle" idx="1"/>
          </p:nvPr>
        </p:nvSpPr>
        <p:spPr>
          <a:xfrm>
            <a:off x="381000" y="4090049"/>
            <a:ext cx="11430000" cy="1097280"/>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19AFC8-F24F-4D0C-B975-A44E8EC86B2B}"/>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7AB59C4E-7348-4813-AADC-FA8A4D1486EC}"/>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05C0982F-AE8B-48F3-9C42-7FAA729E4923}"/>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4066627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6364-DCD0-4250-8A7F-E750FE0A11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7C357-6372-41C1-906C-9CAB252E96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33E2A7-94B0-4E29-9040-8B08783FAD6D}"/>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49ADF9C4-902D-46EF-820A-3E13EB5A0DD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215D7F3C-7375-40C4-968D-67E0D1B787F1}"/>
              </a:ext>
            </a:extLst>
          </p:cNvPr>
          <p:cNvSpPr>
            <a:spLocks noGrp="1"/>
          </p:cNvSpPr>
          <p:nvPr>
            <p:ph type="sldNum" sz="quarter" idx="12"/>
          </p:nvPr>
        </p:nvSpPr>
        <p:spPr/>
        <p:txBody>
          <a:bodyPr/>
          <a:lstStyle/>
          <a:p>
            <a:fld id="{465F6A33-8929-41AA-8A25-00E3AA79F1EE}" type="slidenum">
              <a:rPr lang="en-US" smtClean="0"/>
              <a:t>‹#›</a:t>
            </a:fld>
            <a:endParaRPr lang="en-US"/>
          </a:p>
        </p:txBody>
      </p:sp>
      <p:cxnSp>
        <p:nvCxnSpPr>
          <p:cNvPr id="10" name="Straight Connector 9">
            <a:extLst>
              <a:ext uri="{FF2B5EF4-FFF2-40B4-BE49-F238E27FC236}">
                <a16:creationId xmlns:a16="http://schemas.microsoft.com/office/drawing/2014/main" id="{435093DD-376A-404C-8AE6-507AB6F738F8}"/>
              </a:ext>
            </a:extLst>
          </p:cNvPr>
          <p:cNvCxnSpPr>
            <a:cxnSpLocks/>
          </p:cNvCxnSpPr>
          <p:nvPr userDrawn="1"/>
        </p:nvCxnSpPr>
        <p:spPr>
          <a:xfrm>
            <a:off x="381000" y="1184990"/>
            <a:ext cx="11430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6662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F58244-A5E0-4273-995C-75CE0C07ED94}"/>
              </a:ext>
            </a:extLst>
          </p:cNvPr>
          <p:cNvSpPr>
            <a:spLocks noGrp="1"/>
          </p:cNvSpPr>
          <p:nvPr>
            <p:ph type="dt" sz="half" idx="10"/>
          </p:nvPr>
        </p:nvSpPr>
        <p:spPr/>
        <p:txBody>
          <a:bodyPr/>
          <a:lstStyle/>
          <a:p>
            <a:r>
              <a:rPr lang="en-US"/>
              <a:t>2022/2/2</a:t>
            </a:r>
          </a:p>
        </p:txBody>
      </p:sp>
      <p:sp>
        <p:nvSpPr>
          <p:cNvPr id="3" name="Footer Placeholder 2">
            <a:extLst>
              <a:ext uri="{FF2B5EF4-FFF2-40B4-BE49-F238E27FC236}">
                <a16:creationId xmlns:a16="http://schemas.microsoft.com/office/drawing/2014/main" id="{B8A61F9C-4731-41F1-9A0D-475B501062A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4" name="Slide Number Placeholder 3">
            <a:extLst>
              <a:ext uri="{FF2B5EF4-FFF2-40B4-BE49-F238E27FC236}">
                <a16:creationId xmlns:a16="http://schemas.microsoft.com/office/drawing/2014/main" id="{215B7A6E-1AAC-4091-BFF0-33DE352CFA47}"/>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24341998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BEB463-F310-470B-93F4-0BF45A4C2A44}"/>
              </a:ext>
            </a:extLst>
          </p:cNvPr>
          <p:cNvSpPr/>
          <p:nvPr userDrawn="1"/>
        </p:nvSpPr>
        <p:spPr>
          <a:xfrm>
            <a:off x="1" y="64008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8" name="Rectangle 7">
            <a:extLst>
              <a:ext uri="{FF2B5EF4-FFF2-40B4-BE49-F238E27FC236}">
                <a16:creationId xmlns:a16="http://schemas.microsoft.com/office/drawing/2014/main" id="{BF7F69EA-30F6-41D4-9283-D6FDDB055AD0}"/>
              </a:ext>
            </a:extLst>
          </p:cNvPr>
          <p:cNvSpPr/>
          <p:nvPr userDrawn="1"/>
        </p:nvSpPr>
        <p:spPr>
          <a:xfrm>
            <a:off x="0" y="6334316"/>
            <a:ext cx="12192001" cy="659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Placeholder 1">
            <a:extLst>
              <a:ext uri="{FF2B5EF4-FFF2-40B4-BE49-F238E27FC236}">
                <a16:creationId xmlns:a16="http://schemas.microsoft.com/office/drawing/2014/main" id="{E246F3BB-5894-4878-B5EE-D47216F22D0B}"/>
              </a:ext>
            </a:extLst>
          </p:cNvPr>
          <p:cNvSpPr>
            <a:spLocks noGrp="1"/>
          </p:cNvSpPr>
          <p:nvPr>
            <p:ph type="title"/>
          </p:nvPr>
        </p:nvSpPr>
        <p:spPr>
          <a:xfrm>
            <a:off x="381000" y="179150"/>
            <a:ext cx="11430000" cy="100584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8CD3CD5E-CD44-4996-811B-5703AA43728B}"/>
              </a:ext>
            </a:extLst>
          </p:cNvPr>
          <p:cNvSpPr>
            <a:spLocks noGrp="1"/>
          </p:cNvSpPr>
          <p:nvPr>
            <p:ph type="body" idx="1"/>
          </p:nvPr>
        </p:nvSpPr>
        <p:spPr>
          <a:xfrm>
            <a:off x="381000" y="1375279"/>
            <a:ext cx="11430000" cy="4846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41580-3E1A-4ED8-9D31-413ABD6A12E5}"/>
              </a:ext>
            </a:extLst>
          </p:cNvPr>
          <p:cNvSpPr>
            <a:spLocks noGrp="1"/>
          </p:cNvSpPr>
          <p:nvPr>
            <p:ph type="dt" sz="half" idx="2"/>
          </p:nvPr>
        </p:nvSpPr>
        <p:spPr>
          <a:xfrm>
            <a:off x="838200" y="6449338"/>
            <a:ext cx="2743200" cy="365125"/>
          </a:xfrm>
          <a:prstGeom prst="rect">
            <a:avLst/>
          </a:prstGeom>
        </p:spPr>
        <p:txBody>
          <a:bodyPr vert="horz" lIns="91440" tIns="45720" rIns="91440" bIns="45720" rtlCol="0" anchor="ctr"/>
          <a:lstStyle>
            <a:lvl1pPr algn="l">
              <a:defRPr sz="1200">
                <a:solidFill>
                  <a:schemeClr val="bg1"/>
                </a:solidFill>
              </a:defRPr>
            </a:lvl1pPr>
          </a:lstStyle>
          <a:p>
            <a:r>
              <a:rPr lang="en-US"/>
              <a:t>2022/2/2</a:t>
            </a:r>
          </a:p>
        </p:txBody>
      </p:sp>
      <p:sp>
        <p:nvSpPr>
          <p:cNvPr id="5" name="Footer Placeholder 4">
            <a:extLst>
              <a:ext uri="{FF2B5EF4-FFF2-40B4-BE49-F238E27FC236}">
                <a16:creationId xmlns:a16="http://schemas.microsoft.com/office/drawing/2014/main" id="{9FB587FC-8039-41F7-855C-D3E8F1B676D8}"/>
              </a:ext>
            </a:extLst>
          </p:cNvPr>
          <p:cNvSpPr>
            <a:spLocks noGrp="1"/>
          </p:cNvSpPr>
          <p:nvPr>
            <p:ph type="ftr" sz="quarter" idx="3"/>
          </p:nvPr>
        </p:nvSpPr>
        <p:spPr>
          <a:xfrm>
            <a:off x="4038600" y="6449338"/>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1A2568EF-5F67-4978-A93D-F45404C65A7C}"/>
              </a:ext>
            </a:extLst>
          </p:cNvPr>
          <p:cNvSpPr>
            <a:spLocks noGrp="1"/>
          </p:cNvSpPr>
          <p:nvPr>
            <p:ph type="sldNum" sz="quarter" idx="4"/>
          </p:nvPr>
        </p:nvSpPr>
        <p:spPr>
          <a:xfrm>
            <a:off x="8610600" y="6449338"/>
            <a:ext cx="2743200" cy="365125"/>
          </a:xfrm>
          <a:prstGeom prst="rect">
            <a:avLst/>
          </a:prstGeom>
        </p:spPr>
        <p:txBody>
          <a:bodyPr vert="horz" lIns="91440" tIns="45720" rIns="91440" bIns="45720" rtlCol="0" anchor="ctr"/>
          <a:lstStyle>
            <a:lvl1pPr algn="r">
              <a:defRPr sz="1200">
                <a:solidFill>
                  <a:schemeClr val="bg1"/>
                </a:solidFill>
              </a:defRPr>
            </a:lvl1pPr>
          </a:lstStyle>
          <a:p>
            <a:fld id="{465F6A33-8929-41AA-8A25-00E3AA79F1EE}" type="slidenum">
              <a:rPr lang="en-US" smtClean="0"/>
              <a:pPr/>
              <a:t>‹#›</a:t>
            </a:fld>
            <a:endParaRPr lang="en-US"/>
          </a:p>
        </p:txBody>
      </p:sp>
    </p:spTree>
    <p:extLst>
      <p:ext uri="{BB962C8B-B14F-4D97-AF65-F5344CB8AC3E}">
        <p14:creationId xmlns:p14="http://schemas.microsoft.com/office/powerpoint/2010/main" val="1825928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slideLayout" Target="../slideLayouts/slideLayout1.xml"/><Relationship Id="rId6" Type="http://schemas.openxmlformats.org/officeDocument/2006/relationships/notesSlide" Target="../notesSlides/notesSlide13.xml"/><Relationship Id="rId7" Type="http://schemas.openxmlformats.org/officeDocument/2006/relationships/image" Target="../media/image21.png"/><Relationship Id="rId8"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video" Target="NULL" TargetMode="External"/><Relationship Id="rId2" Type="http://schemas.microsoft.com/office/2007/relationships/media" Target="../media/media1.mp4"/><Relationship Id="rId3" Type="http://schemas.microsoft.com/office/2007/relationships/media" Target="../media/media2.mp4"/><Relationship Id="rId4" Type="http://schemas.openxmlformats.org/officeDocument/2006/relationships/slideLayout" Target="../slideLayouts/slideLayout1.xml"/><Relationship Id="rId5" Type="http://schemas.openxmlformats.org/officeDocument/2006/relationships/notesSlide" Target="../notesSlides/notesSlide14.xml"/><Relationship Id="rId6" Type="http://schemas.openxmlformats.org/officeDocument/2006/relationships/image" Target="../media/image21.png"/><Relationship Id="rId7"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517A19-D6AC-4410-95AD-6AB703636F6A}"/>
              </a:ext>
            </a:extLst>
          </p:cNvPr>
          <p:cNvSpPr>
            <a:spLocks noGrp="1"/>
          </p:cNvSpPr>
          <p:nvPr>
            <p:ph type="dt" sz="half" idx="10"/>
          </p:nvPr>
        </p:nvSpPr>
        <p:spPr/>
        <p:txBody>
          <a:bodyPr/>
          <a:lstStyle/>
          <a:p>
            <a:r>
              <a:rPr lang="en-US"/>
              <a:t>2026/9/24</a:t>
            </a:r>
          </a:p>
        </p:txBody>
      </p:sp>
      <p:sp>
        <p:nvSpPr>
          <p:cNvPr id="5" name="Footer Placeholder 4">
            <a:extLst>
              <a:ext uri="{FF2B5EF4-FFF2-40B4-BE49-F238E27FC236}">
                <a16:creationId xmlns:a16="http://schemas.microsoft.com/office/drawing/2014/main" id="{88920050-2E2D-4E56-80AB-39A6BC114275}"/>
              </a:ext>
            </a:extLst>
          </p:cNvPr>
          <p:cNvSpPr>
            <a:spLocks noGrp="1"/>
          </p:cNvSpPr>
          <p:nvPr>
            <p:ph type="ftr" sz="quarter" idx="11"/>
          </p:nvPr>
        </p:nvSpPr>
        <p:spPr/>
        <p:txBody>
          <a:bodyPr/>
          <a:lstStyle/>
          <a:p>
            <a:r>
              <a:rPr lang="en-US"/>
              <a:t>A-14-02</a:t>
            </a:r>
          </a:p>
        </p:txBody>
      </p:sp>
      <p:sp>
        <p:nvSpPr>
          <p:cNvPr id="6" name="Slide Number Placeholder 5">
            <a:extLst>
              <a:ext uri="{FF2B5EF4-FFF2-40B4-BE49-F238E27FC236}">
                <a16:creationId xmlns:a16="http://schemas.microsoft.com/office/drawing/2014/main" id="{B11F6BF4-AE6B-4046-B909-8EDB70C1E760}"/>
              </a:ext>
            </a:extLst>
          </p:cNvPr>
          <p:cNvSpPr>
            <a:spLocks noGrp="1"/>
          </p:cNvSpPr>
          <p:nvPr>
            <p:ph type="sldNum" sz="quarter" idx="12"/>
          </p:nvPr>
        </p:nvSpPr>
        <p:spPr/>
        <p:txBody>
          <a:bodyPr/>
          <a:lstStyle/>
          <a:p>
            <a:fld id="{465F6A33-8929-41AA-8A25-00E3AA79F1EE}" type="slidenum">
              <a:rPr lang="en-US" smtClean="0"/>
              <a:t>1</a:t>
            </a:fld>
            <a:endParaRPr lang="en-US"/>
          </a:p>
        </p:txBody>
      </p:sp>
      <p:sp>
        <p:nvSpPr>
          <p:cNvPr id="10" name="タイトル 1">
            <a:extLst>
              <a:ext uri="{FF2B5EF4-FFF2-40B4-BE49-F238E27FC236}">
                <a16:creationId xmlns:a16="http://schemas.microsoft.com/office/drawing/2014/main" id="{BDCB9B3E-E8EF-87AD-4F2A-83D18AA3AB24}"/>
              </a:ext>
            </a:extLst>
          </p:cNvPr>
          <p:cNvSpPr txBox="1">
            <a:spLocks/>
          </p:cNvSpPr>
          <p:nvPr/>
        </p:nvSpPr>
        <p:spPr>
          <a:xfrm>
            <a:off x="331047" y="617185"/>
            <a:ext cx="11529907" cy="3021829"/>
          </a:xfrm>
          <a:prstGeom prst="rect">
            <a:avLst/>
          </a:prstGeom>
        </p:spPr>
        <p:txBody>
          <a:bodyPr vert="horz" lIns="91440" tIns="45720" rIns="91440" bIns="45720" rtlCol="0" anchor="ctr" anchorCtr="1">
            <a:normAutofit/>
          </a:bodyPr>
          <a:lstStyle>
            <a:lvl1pPr algn="ctr" defTabSz="914400" rtl="0" eaLnBrk="1" latinLnBrk="0" hangingPunct="1">
              <a:lnSpc>
                <a:spcPct val="90000"/>
              </a:lnSpc>
              <a:spcBef>
                <a:spcPct val="0"/>
              </a:spcBef>
              <a:buNone/>
              <a:defRPr sz="5400" kern="1200">
                <a:solidFill>
                  <a:schemeClr val="tx1"/>
                </a:solidFill>
                <a:latin typeface="+mj-lt"/>
                <a:ea typeface="+mj-ea"/>
                <a:cs typeface="+mj-cs"/>
              </a:defRPr>
            </a:lvl1pPr>
          </a:lstStyle>
          <a:p>
            <a:r>
              <a:rPr kumimoji="1" lang="ja-JP" altLang="en-US" sz="4400"/>
              <a:t>スポーツの姿勢推定のための</a:t>
            </a:r>
            <a:br>
              <a:rPr kumimoji="1" lang="en-US" altLang="ja-JP" sz="4400"/>
            </a:br>
            <a:r>
              <a:rPr kumimoji="1" lang="ja-JP" altLang="en-US" sz="4400"/>
              <a:t>人体モデル拡張と追加学習</a:t>
            </a:r>
            <a:endParaRPr kumimoji="1" lang="ja-JP" altLang="en-US" sz="4200">
              <a:solidFill>
                <a:schemeClr val="tx1">
                  <a:lumMod val="85000"/>
                  <a:lumOff val="15000"/>
                </a:schemeClr>
              </a:solidFill>
              <a:latin typeface="ＭＳ Ｐゴシック" panose="020B0600070205080204" pitchFamily="50" charset="-128"/>
              <a:ea typeface="ＭＳ Ｐゴシック" panose="020B0600070205080204" pitchFamily="50" charset="-128"/>
            </a:endParaRPr>
          </a:p>
        </p:txBody>
      </p:sp>
      <p:sp>
        <p:nvSpPr>
          <p:cNvPr id="12" name="タイトル 1">
            <a:extLst>
              <a:ext uri="{FF2B5EF4-FFF2-40B4-BE49-F238E27FC236}">
                <a16:creationId xmlns:a16="http://schemas.microsoft.com/office/drawing/2014/main" id="{2DC126C8-0B32-25C6-EDF3-6494E50FC898}"/>
              </a:ext>
            </a:extLst>
          </p:cNvPr>
          <p:cNvSpPr txBox="1">
            <a:spLocks/>
          </p:cNvSpPr>
          <p:nvPr/>
        </p:nvSpPr>
        <p:spPr>
          <a:xfrm>
            <a:off x="1066800" y="3455771"/>
            <a:ext cx="10058400" cy="836139"/>
          </a:xfrm>
          <a:prstGeom prst="rect">
            <a:avLst/>
          </a:prstGeom>
        </p:spPr>
        <p:txBody>
          <a:bodyPr vert="horz" lIns="91440" tIns="45720" rIns="91440" bIns="45720" rtlCol="0" anchor="ctr" anchorCtr="1">
            <a:normAutofit/>
          </a:bodyPr>
          <a:lstStyle>
            <a:lvl1pPr algn="l" defTabSz="914400" rtl="0" eaLnBrk="1" latinLnBrk="0" hangingPunct="1">
              <a:lnSpc>
                <a:spcPct val="85000"/>
              </a:lnSpc>
              <a:spcBef>
                <a:spcPct val="0"/>
              </a:spcBef>
              <a:buNone/>
              <a:defRPr kumimoji="1" sz="8000" kern="1200" spc="-50" baseline="0">
                <a:solidFill>
                  <a:schemeClr val="tx1">
                    <a:lumMod val="85000"/>
                    <a:lumOff val="15000"/>
                  </a:schemeClr>
                </a:solidFill>
                <a:latin typeface="+mj-lt"/>
                <a:ea typeface="+mj-ea"/>
                <a:cs typeface="+mj-cs"/>
              </a:defRPr>
            </a:lvl1pPr>
          </a:lstStyle>
          <a:p>
            <a:pPr algn="ctr"/>
            <a:r>
              <a:rPr lang="ja-JP" altLang="en-US" sz="2800">
                <a:latin typeface="ＭＳ Ｐゴシック" panose="020B0600070205080204" pitchFamily="50" charset="-128"/>
                <a:ea typeface="ＭＳ Ｐゴシック" panose="020B0600070205080204" pitchFamily="50" charset="-128"/>
              </a:rPr>
              <a:t>野口　凜人　 　　　　上村　健二 　　　　　 高橋　章 </a:t>
            </a:r>
            <a:endParaRPr lang="en-US" altLang="ja-JP" sz="2800" baseline="30000">
              <a:latin typeface="ＭＳ Ｐゴシック" panose="020B0600070205080204" pitchFamily="50" charset="-128"/>
              <a:ea typeface="ＭＳ Ｐゴシック" panose="020B0600070205080204" pitchFamily="50" charset="-128"/>
            </a:endParaRPr>
          </a:p>
          <a:p>
            <a:pPr algn="ctr"/>
            <a:r>
              <a:rPr lang="ja-JP" altLang="en-US" sz="2400">
                <a:latin typeface="ＭＳ Ｐゴシック" panose="020B0600070205080204" pitchFamily="50" charset="-128"/>
                <a:ea typeface="ＭＳ Ｐゴシック" panose="020B0600070205080204" pitchFamily="50" charset="-128"/>
              </a:rPr>
              <a:t>　　</a:t>
            </a:r>
            <a:r>
              <a:rPr lang="en-US" altLang="ja-JP" sz="2400">
                <a:latin typeface="ＭＳ Ｐゴシック" panose="020B0600070205080204" pitchFamily="50" charset="-128"/>
                <a:ea typeface="ＭＳ Ｐゴシック" panose="020B0600070205080204" pitchFamily="50" charset="-128"/>
              </a:rPr>
              <a:t>Rito Noguchi</a:t>
            </a:r>
            <a:r>
              <a:rPr lang="ja-JP" altLang="en-US" sz="2400">
                <a:latin typeface="ＭＳ Ｐゴシック" panose="020B0600070205080204" pitchFamily="50" charset="-128"/>
                <a:ea typeface="ＭＳ Ｐゴシック" panose="020B0600070205080204" pitchFamily="50" charset="-128"/>
              </a:rPr>
              <a:t>　　　　　　</a:t>
            </a:r>
            <a:r>
              <a:rPr lang="en-US" altLang="ja-JP" sz="2400">
                <a:latin typeface="ＭＳ Ｐゴシック" panose="020B0600070205080204" pitchFamily="50" charset="-128"/>
                <a:ea typeface="ＭＳ Ｐゴシック" panose="020B0600070205080204" pitchFamily="50" charset="-128"/>
              </a:rPr>
              <a:t>Kenji Kamimura</a:t>
            </a:r>
            <a:r>
              <a:rPr lang="ja-JP" altLang="en-US" sz="2400">
                <a:latin typeface="ＭＳ Ｐゴシック" panose="020B0600070205080204" pitchFamily="50" charset="-128"/>
                <a:ea typeface="ＭＳ Ｐゴシック" panose="020B0600070205080204" pitchFamily="50" charset="-128"/>
              </a:rPr>
              <a:t>　　　　　</a:t>
            </a:r>
            <a:r>
              <a:rPr lang="en-US" altLang="ja-JP" sz="2400">
                <a:latin typeface="ＭＳ Ｐゴシック" panose="020B0600070205080204" pitchFamily="50" charset="-128"/>
                <a:ea typeface="ＭＳ Ｐゴシック" panose="020B0600070205080204" pitchFamily="50" charset="-128"/>
              </a:rPr>
              <a:t>Akira Takahashi</a:t>
            </a:r>
            <a:endParaRPr lang="ja-JP" altLang="en-US" sz="2800">
              <a:latin typeface="ＭＳ Ｐゴシック" panose="020B0600070205080204" pitchFamily="50" charset="-128"/>
              <a:ea typeface="ＭＳ Ｐゴシック" panose="020B0600070205080204" pitchFamily="50" charset="-128"/>
            </a:endParaRPr>
          </a:p>
        </p:txBody>
      </p:sp>
      <p:sp>
        <p:nvSpPr>
          <p:cNvPr id="14" name="コンテンツ プレースホルダー 14">
            <a:extLst>
              <a:ext uri="{FF2B5EF4-FFF2-40B4-BE49-F238E27FC236}">
                <a16:creationId xmlns:a16="http://schemas.microsoft.com/office/drawing/2014/main" id="{0893C410-0B30-4BAF-315E-4717B358C89A}"/>
              </a:ext>
            </a:extLst>
          </p:cNvPr>
          <p:cNvSpPr txBox="1">
            <a:spLocks/>
          </p:cNvSpPr>
          <p:nvPr/>
        </p:nvSpPr>
        <p:spPr>
          <a:xfrm>
            <a:off x="2549062" y="187310"/>
            <a:ext cx="9311891" cy="1328037"/>
          </a:xfrm>
          <a:prstGeom prst="rect">
            <a:avLst/>
          </a:prstGeom>
        </p:spPr>
        <p:txBody>
          <a:bodyPr vert="horz" lIns="91440" tIns="45720" rIns="91440" bIns="45720" rtlCol="0">
            <a:normAutofit/>
          </a:bodyPr>
          <a:lstStyle>
            <a:lvl1pPr marL="0" indent="0" algn="ctr"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ts val="0"/>
              </a:spcBef>
            </a:pPr>
            <a:r>
              <a:rPr lang="ja-JP" altLang="en-US" sz="2400">
                <a:latin typeface="ＭＳ Ｐゴシック" panose="020B0600070205080204" pitchFamily="50" charset="-128"/>
                <a:ea typeface="ＭＳ Ｐゴシック" panose="020B0600070205080204" pitchFamily="50" charset="-128"/>
              </a:rPr>
              <a:t>電子情報通信学会　ソサイエティ大会</a:t>
            </a:r>
            <a:endParaRPr lang="en-US" altLang="ja-JP" sz="2400">
              <a:latin typeface="ＭＳ Ｐゴシック" panose="020B0600070205080204" pitchFamily="50" charset="-128"/>
              <a:ea typeface="ＭＳ Ｐゴシック" panose="020B0600070205080204" pitchFamily="50" charset="-128"/>
            </a:endParaRPr>
          </a:p>
        </p:txBody>
      </p:sp>
      <p:sp>
        <p:nvSpPr>
          <p:cNvPr id="16" name="タイトル 1">
            <a:extLst>
              <a:ext uri="{FF2B5EF4-FFF2-40B4-BE49-F238E27FC236}">
                <a16:creationId xmlns:a16="http://schemas.microsoft.com/office/drawing/2014/main" id="{89D46182-A1DD-17B1-1736-89D29DBBA6FD}"/>
              </a:ext>
            </a:extLst>
          </p:cNvPr>
          <p:cNvSpPr txBox="1">
            <a:spLocks/>
          </p:cNvSpPr>
          <p:nvPr/>
        </p:nvSpPr>
        <p:spPr>
          <a:xfrm>
            <a:off x="1066799" y="4205167"/>
            <a:ext cx="10058400" cy="1522235"/>
          </a:xfrm>
          <a:prstGeom prst="rect">
            <a:avLst/>
          </a:prstGeom>
        </p:spPr>
        <p:txBody>
          <a:bodyPr vert="horz" lIns="91440" tIns="45720" rIns="91440" bIns="45720" rtlCol="0" anchor="ctr" anchorCtr="1">
            <a:normAutofit/>
          </a:bodyPr>
          <a:lstStyle>
            <a:lvl1pPr algn="l" defTabSz="914400" rtl="0" eaLnBrk="1" latinLnBrk="0" hangingPunct="1">
              <a:lnSpc>
                <a:spcPct val="85000"/>
              </a:lnSpc>
              <a:spcBef>
                <a:spcPct val="0"/>
              </a:spcBef>
              <a:buNone/>
              <a:defRPr kumimoji="1" sz="8000" kern="1200" spc="-50" baseline="0">
                <a:solidFill>
                  <a:schemeClr val="tx1">
                    <a:lumMod val="85000"/>
                    <a:lumOff val="15000"/>
                  </a:schemeClr>
                </a:solidFill>
                <a:latin typeface="+mj-lt"/>
                <a:ea typeface="+mj-ea"/>
                <a:cs typeface="+mj-cs"/>
              </a:defRPr>
            </a:lvl1pPr>
          </a:lstStyle>
          <a:p>
            <a:pPr algn="ctr"/>
            <a:r>
              <a:rPr lang="ja-JP" altLang="en-US" sz="2800">
                <a:latin typeface="ＭＳ Ｐゴシック" panose="020B0600070205080204" pitchFamily="50" charset="-128"/>
                <a:ea typeface="ＭＳ Ｐゴシック" panose="020B0600070205080204" pitchFamily="50" charset="-128"/>
              </a:rPr>
              <a:t>長岡工業高等専門学校</a:t>
            </a:r>
            <a:endParaRPr lang="en-US" altLang="ja-JP" sz="2800">
              <a:latin typeface="ＭＳ Ｐゴシック" panose="020B0600070205080204" pitchFamily="50" charset="-128"/>
              <a:ea typeface="ＭＳ Ｐゴシック" panose="020B0600070205080204" pitchFamily="50" charset="-128"/>
            </a:endParaRPr>
          </a:p>
          <a:p>
            <a:pPr algn="ctr"/>
            <a:r>
              <a:rPr lang="en-US" altLang="ja-JP" sz="2400"/>
              <a:t>National Institute of Technology, Nagaoka College</a:t>
            </a:r>
            <a:endParaRPr lang="ja-JP" altLang="en-US" sz="700">
              <a:latin typeface="ＭＳ Ｐゴシック" panose="020B0600070205080204" pitchFamily="50" charset="-128"/>
              <a:ea typeface="ＭＳ Ｐゴシック" panose="020B0600070205080204" pitchFamily="50" charset="-128"/>
            </a:endParaRPr>
          </a:p>
        </p:txBody>
      </p:sp>
      <p:sp>
        <p:nvSpPr>
          <p:cNvPr id="18" name="楕円 17">
            <a:extLst>
              <a:ext uri="{FF2B5EF4-FFF2-40B4-BE49-F238E27FC236}">
                <a16:creationId xmlns:a16="http://schemas.microsoft.com/office/drawing/2014/main" id="{3D1E5A2F-67E8-C076-A2AE-10742F6C91B7}"/>
              </a:ext>
            </a:extLst>
          </p:cNvPr>
          <p:cNvSpPr/>
          <p:nvPr/>
        </p:nvSpPr>
        <p:spPr>
          <a:xfrm>
            <a:off x="2209800" y="3579190"/>
            <a:ext cx="209915" cy="2286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39511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EE71F-CDF7-094B-23C2-38F9CE0286A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4A95FE9-F388-A9E7-F886-050CDF5DD081}"/>
              </a:ext>
            </a:extLst>
          </p:cNvPr>
          <p:cNvSpPr>
            <a:spLocks noGrp="1"/>
          </p:cNvSpPr>
          <p:nvPr>
            <p:ph type="sldNum" sz="quarter" idx="12"/>
          </p:nvPr>
        </p:nvSpPr>
        <p:spPr/>
        <p:txBody>
          <a:bodyPr/>
          <a:lstStyle/>
          <a:p>
            <a:fld id="{465F6A33-8929-41AA-8A25-00E3AA79F1EE}" type="slidenum">
              <a:rPr lang="en-US" smtClean="0"/>
              <a:t>2</a:t>
            </a:fld>
            <a:endParaRPr lang="en-US"/>
          </a:p>
        </p:txBody>
      </p:sp>
      <p:sp>
        <p:nvSpPr>
          <p:cNvPr id="11" name="テキスト ボックス 10">
            <a:extLst>
              <a:ext uri="{FF2B5EF4-FFF2-40B4-BE49-F238E27FC236}">
                <a16:creationId xmlns:a16="http://schemas.microsoft.com/office/drawing/2014/main" id="{B171C714-A3D1-7EBD-3E35-C3D40A04CFCC}"/>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背景</a:t>
            </a:r>
          </a:p>
        </p:txBody>
      </p:sp>
      <p:cxnSp>
        <p:nvCxnSpPr>
          <p:cNvPr id="10" name="直線コネクタ 9">
            <a:extLst>
              <a:ext uri="{FF2B5EF4-FFF2-40B4-BE49-F238E27FC236}">
                <a16:creationId xmlns:a16="http://schemas.microsoft.com/office/drawing/2014/main" id="{8A36B44A-39B8-6017-A578-58F85CFFA95D}"/>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グループ化 6">
            <a:extLst>
              <a:ext uri="{FF2B5EF4-FFF2-40B4-BE49-F238E27FC236}">
                <a16:creationId xmlns:a16="http://schemas.microsoft.com/office/drawing/2014/main" id="{662D2841-6813-C8EA-2B89-08C07FD60042}"/>
              </a:ext>
            </a:extLst>
          </p:cNvPr>
          <p:cNvGrpSpPr/>
          <p:nvPr/>
        </p:nvGrpSpPr>
        <p:grpSpPr>
          <a:xfrm>
            <a:off x="13521329" y="3852121"/>
            <a:ext cx="2854826" cy="2379439"/>
            <a:chOff x="7320023" y="3938658"/>
            <a:chExt cx="2854826" cy="2379439"/>
          </a:xfrm>
        </p:grpSpPr>
        <p:sp>
          <p:nvSpPr>
            <p:cNvPr id="20" name="テキスト ボックス 19">
              <a:extLst>
                <a:ext uri="{FF2B5EF4-FFF2-40B4-BE49-F238E27FC236}">
                  <a16:creationId xmlns:a16="http://schemas.microsoft.com/office/drawing/2014/main" id="{7F7F6181-C643-AAAF-AEC8-E15A70BD9755}"/>
                </a:ext>
              </a:extLst>
            </p:cNvPr>
            <p:cNvSpPr txBox="1"/>
            <p:nvPr/>
          </p:nvSpPr>
          <p:spPr>
            <a:xfrm>
              <a:off x="9062905" y="5979543"/>
              <a:ext cx="1042835" cy="338554"/>
            </a:xfrm>
            <a:prstGeom prst="rect">
              <a:avLst/>
            </a:prstGeom>
            <a:noFill/>
          </p:spPr>
          <p:txBody>
            <a:bodyPr vert="horz" wrap="square" rtlCol="0">
              <a:spAutoFit/>
            </a:bodyPr>
            <a:lstStyle/>
            <a:p>
              <a:r>
                <a:rPr lang="ja-JP" altLang="en-US" sz="1600"/>
                <a:t>ポーズ</a:t>
              </a:r>
              <a:endParaRPr lang="en-US" altLang="ja-JP" sz="1600"/>
            </a:p>
          </p:txBody>
        </p:sp>
        <p:grpSp>
          <p:nvGrpSpPr>
            <p:cNvPr id="39" name="グループ化 38">
              <a:extLst>
                <a:ext uri="{FF2B5EF4-FFF2-40B4-BE49-F238E27FC236}">
                  <a16:creationId xmlns:a16="http://schemas.microsoft.com/office/drawing/2014/main" id="{EC2BACAF-0DCD-599C-5DD4-CD009F160B6F}"/>
                </a:ext>
              </a:extLst>
            </p:cNvPr>
            <p:cNvGrpSpPr/>
            <p:nvPr/>
          </p:nvGrpSpPr>
          <p:grpSpPr>
            <a:xfrm>
              <a:off x="7320023" y="4479883"/>
              <a:ext cx="1177959" cy="1838214"/>
              <a:chOff x="3971207" y="3027073"/>
              <a:chExt cx="1363763" cy="2130526"/>
            </a:xfrm>
          </p:grpSpPr>
          <p:pic>
            <p:nvPicPr>
              <p:cNvPr id="38" name="図 37" descr="衣類, 選手, 持つ, 男 が含まれている画像&#10;&#10;AI 生成コンテンツは誤りを含む可能性があります。">
                <a:extLst>
                  <a:ext uri="{FF2B5EF4-FFF2-40B4-BE49-F238E27FC236}">
                    <a16:creationId xmlns:a16="http://schemas.microsoft.com/office/drawing/2014/main" id="{96DAF670-F4E4-B7B2-5DFF-0ED5E1598E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1124" y="3027073"/>
                <a:ext cx="858268" cy="1642741"/>
              </a:xfrm>
              <a:prstGeom prst="rect">
                <a:avLst/>
              </a:prstGeom>
            </p:spPr>
          </p:pic>
          <p:grpSp>
            <p:nvGrpSpPr>
              <p:cNvPr id="16" name="グループ化 15">
                <a:extLst>
                  <a:ext uri="{FF2B5EF4-FFF2-40B4-BE49-F238E27FC236}">
                    <a16:creationId xmlns:a16="http://schemas.microsoft.com/office/drawing/2014/main" id="{4B4FD0D9-611E-4C00-3935-FB1567A10461}"/>
                  </a:ext>
                </a:extLst>
              </p:cNvPr>
              <p:cNvGrpSpPr/>
              <p:nvPr/>
            </p:nvGrpSpPr>
            <p:grpSpPr>
              <a:xfrm>
                <a:off x="3971207" y="3027074"/>
                <a:ext cx="1363763" cy="2130525"/>
                <a:chOff x="5965646" y="4090015"/>
                <a:chExt cx="1363763" cy="2130525"/>
              </a:xfrm>
            </p:grpSpPr>
            <p:sp>
              <p:nvSpPr>
                <p:cNvPr id="17" name="正方形/長方形 16">
                  <a:extLst>
                    <a:ext uri="{FF2B5EF4-FFF2-40B4-BE49-F238E27FC236}">
                      <a16:creationId xmlns:a16="http://schemas.microsoft.com/office/drawing/2014/main" id="{B06E5D19-8A83-AF9D-84DA-689064E00033}"/>
                    </a:ext>
                  </a:extLst>
                </p:cNvPr>
                <p:cNvSpPr/>
                <p:nvPr/>
              </p:nvSpPr>
              <p:spPr>
                <a:xfrm>
                  <a:off x="5965646" y="4090015"/>
                  <a:ext cx="1186174" cy="1673911"/>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A4D793F4-5A1F-7434-571E-E18FD4712A3D}"/>
                    </a:ext>
                  </a:extLst>
                </p:cNvPr>
                <p:cNvSpPr txBox="1"/>
                <p:nvPr/>
              </p:nvSpPr>
              <p:spPr>
                <a:xfrm>
                  <a:off x="6122082" y="5828149"/>
                  <a:ext cx="1207327" cy="392391"/>
                </a:xfrm>
                <a:prstGeom prst="rect">
                  <a:avLst/>
                </a:prstGeom>
                <a:noFill/>
              </p:spPr>
              <p:txBody>
                <a:bodyPr vert="horz" wrap="square" rtlCol="0">
                  <a:spAutoFit/>
                </a:bodyPr>
                <a:lstStyle/>
                <a:p>
                  <a:r>
                    <a:rPr lang="ja-JP" altLang="en-US" sz="1600"/>
                    <a:t>画像</a:t>
                  </a:r>
                  <a:endParaRPr lang="en-US" altLang="ja-JP" sz="1600"/>
                </a:p>
              </p:txBody>
            </p:sp>
          </p:grpSp>
        </p:grpSp>
        <p:grpSp>
          <p:nvGrpSpPr>
            <p:cNvPr id="13" name="グループ化 12">
              <a:extLst>
                <a:ext uri="{FF2B5EF4-FFF2-40B4-BE49-F238E27FC236}">
                  <a16:creationId xmlns:a16="http://schemas.microsoft.com/office/drawing/2014/main" id="{D198C248-8387-B1B8-9D3F-861041F59592}"/>
                </a:ext>
              </a:extLst>
            </p:cNvPr>
            <p:cNvGrpSpPr/>
            <p:nvPr/>
          </p:nvGrpSpPr>
          <p:grpSpPr>
            <a:xfrm>
              <a:off x="9202205" y="4370266"/>
              <a:ext cx="612768" cy="1568754"/>
              <a:chOff x="4716549" y="3179359"/>
              <a:chExt cx="445606" cy="1309908"/>
            </a:xfrm>
          </p:grpSpPr>
          <p:cxnSp>
            <p:nvCxnSpPr>
              <p:cNvPr id="21" name="直線コネクタ 20">
                <a:extLst>
                  <a:ext uri="{FF2B5EF4-FFF2-40B4-BE49-F238E27FC236}">
                    <a16:creationId xmlns:a16="http://schemas.microsoft.com/office/drawing/2014/main" id="{5DA2054B-68FE-6650-53CE-736075FFFAA9}"/>
                  </a:ext>
                </a:extLst>
              </p:cNvPr>
              <p:cNvCxnSpPr>
                <a:cxnSpLocks/>
              </p:cNvCxnSpPr>
              <p:nvPr/>
            </p:nvCxnSpPr>
            <p:spPr>
              <a:xfrm flipV="1">
                <a:off x="5073264" y="3854192"/>
                <a:ext cx="0" cy="30028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02D102BF-DBFD-FB76-F56F-B6B958DF8BCB}"/>
                  </a:ext>
                </a:extLst>
              </p:cNvPr>
              <p:cNvCxnSpPr>
                <a:cxnSpLocks/>
              </p:cNvCxnSpPr>
              <p:nvPr/>
            </p:nvCxnSpPr>
            <p:spPr>
              <a:xfrm>
                <a:off x="4836998" y="3861587"/>
                <a:ext cx="239125"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8E7ADD21-D823-034C-F3CD-4FC1BA603289}"/>
                  </a:ext>
                </a:extLst>
              </p:cNvPr>
              <p:cNvCxnSpPr>
                <a:cxnSpLocks/>
              </p:cNvCxnSpPr>
              <p:nvPr/>
            </p:nvCxnSpPr>
            <p:spPr>
              <a:xfrm flipH="1" flipV="1">
                <a:off x="4946086" y="3564183"/>
                <a:ext cx="8281" cy="302645"/>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385A1A20-0A5B-C762-13D7-E9D842772818}"/>
                  </a:ext>
                </a:extLst>
              </p:cNvPr>
              <p:cNvCxnSpPr>
                <a:cxnSpLocks/>
              </p:cNvCxnSpPr>
              <p:nvPr/>
            </p:nvCxnSpPr>
            <p:spPr>
              <a:xfrm>
                <a:off x="4815231" y="3365289"/>
                <a:ext cx="111873" cy="969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直線コネクタ 24">
                <a:extLst>
                  <a:ext uri="{FF2B5EF4-FFF2-40B4-BE49-F238E27FC236}">
                    <a16:creationId xmlns:a16="http://schemas.microsoft.com/office/drawing/2014/main" id="{26A6465F-F7CB-2552-2A15-2BB6497A28F4}"/>
                  </a:ext>
                </a:extLst>
              </p:cNvPr>
              <p:cNvCxnSpPr>
                <a:cxnSpLocks/>
              </p:cNvCxnSpPr>
              <p:nvPr/>
            </p:nvCxnSpPr>
            <p:spPr>
              <a:xfrm flipH="1" flipV="1">
                <a:off x="5073843" y="3362158"/>
                <a:ext cx="88312" cy="26891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BC233B13-15A5-29DC-760C-2E81D19701A1}"/>
                  </a:ext>
                </a:extLst>
              </p:cNvPr>
              <p:cNvCxnSpPr>
                <a:cxnSpLocks/>
              </p:cNvCxnSpPr>
              <p:nvPr/>
            </p:nvCxnSpPr>
            <p:spPr>
              <a:xfrm flipV="1">
                <a:off x="4931300" y="3275562"/>
                <a:ext cx="0" cy="9942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7A64AE27-CC35-5FA2-119B-EB962E748E79}"/>
                  </a:ext>
                </a:extLst>
              </p:cNvPr>
              <p:cNvCxnSpPr>
                <a:cxnSpLocks/>
              </p:cNvCxnSpPr>
              <p:nvPr/>
            </p:nvCxnSpPr>
            <p:spPr>
              <a:xfrm>
                <a:off x="4994426" y="3596905"/>
                <a:ext cx="167729" cy="3417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303FD21E-986C-98D3-5EB7-F15C88191E2C}"/>
                  </a:ext>
                </a:extLst>
              </p:cNvPr>
              <p:cNvCxnSpPr>
                <a:cxnSpLocks/>
              </p:cNvCxnSpPr>
              <p:nvPr/>
            </p:nvCxnSpPr>
            <p:spPr>
              <a:xfrm flipH="1" flipV="1">
                <a:off x="5070038" y="4142343"/>
                <a:ext cx="73843" cy="34167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FB9A37A3-F337-2F6E-C9E1-3D73ECB426C2}"/>
                  </a:ext>
                </a:extLst>
              </p:cNvPr>
              <p:cNvCxnSpPr>
                <a:cxnSpLocks/>
              </p:cNvCxnSpPr>
              <p:nvPr/>
            </p:nvCxnSpPr>
            <p:spPr>
              <a:xfrm flipV="1">
                <a:off x="4723290" y="3860889"/>
                <a:ext cx="127761" cy="30056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3448AB11-87E1-F81F-1F11-C5671953D2FC}"/>
                  </a:ext>
                </a:extLst>
              </p:cNvPr>
              <p:cNvCxnSpPr>
                <a:cxnSpLocks/>
              </p:cNvCxnSpPr>
              <p:nvPr/>
            </p:nvCxnSpPr>
            <p:spPr>
              <a:xfrm flipH="1" flipV="1">
                <a:off x="4723507" y="4154474"/>
                <a:ext cx="113491" cy="334793"/>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81C7EE3E-57DC-EF29-5EB8-7923368FE995}"/>
                  </a:ext>
                </a:extLst>
              </p:cNvPr>
              <p:cNvCxnSpPr>
                <a:cxnSpLocks/>
              </p:cNvCxnSpPr>
              <p:nvPr/>
            </p:nvCxnSpPr>
            <p:spPr>
              <a:xfrm flipH="1" flipV="1">
                <a:off x="4915224" y="3179359"/>
                <a:ext cx="14423" cy="9326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04D70CC0-4660-9779-AE96-54A6FBBA3176}"/>
                  </a:ext>
                </a:extLst>
              </p:cNvPr>
              <p:cNvCxnSpPr>
                <a:cxnSpLocks/>
              </p:cNvCxnSpPr>
              <p:nvPr/>
            </p:nvCxnSpPr>
            <p:spPr>
              <a:xfrm flipV="1">
                <a:off x="4924319" y="3370750"/>
                <a:ext cx="149098" cy="947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24CD7291-42BC-A22E-102D-286D759889AD}"/>
                  </a:ext>
                </a:extLst>
              </p:cNvPr>
              <p:cNvCxnSpPr>
                <a:cxnSpLocks/>
              </p:cNvCxnSpPr>
              <p:nvPr/>
            </p:nvCxnSpPr>
            <p:spPr>
              <a:xfrm flipV="1">
                <a:off x="4716549" y="3353479"/>
                <a:ext cx="96679" cy="24715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BBADED70-5181-A95A-F80D-F90D626E48D4}"/>
                  </a:ext>
                </a:extLst>
              </p:cNvPr>
              <p:cNvCxnSpPr>
                <a:cxnSpLocks/>
              </p:cNvCxnSpPr>
              <p:nvPr/>
            </p:nvCxnSpPr>
            <p:spPr>
              <a:xfrm flipH="1">
                <a:off x="4716549" y="3362158"/>
                <a:ext cx="48339" cy="23847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7715D6E8-EF03-50A8-4284-87F517BA3EC5}"/>
                  </a:ext>
                </a:extLst>
              </p:cNvPr>
              <p:cNvCxnSpPr>
                <a:cxnSpLocks/>
              </p:cNvCxnSpPr>
              <p:nvPr/>
            </p:nvCxnSpPr>
            <p:spPr>
              <a:xfrm flipH="1" flipV="1">
                <a:off x="4930588" y="3374971"/>
                <a:ext cx="15249" cy="20421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1" name="テキスト ボックス 60">
              <a:extLst>
                <a:ext uri="{FF2B5EF4-FFF2-40B4-BE49-F238E27FC236}">
                  <a16:creationId xmlns:a16="http://schemas.microsoft.com/office/drawing/2014/main" id="{110A89B7-1DB8-733D-4807-57C43E7D82CD}"/>
                </a:ext>
              </a:extLst>
            </p:cNvPr>
            <p:cNvSpPr txBox="1"/>
            <p:nvPr/>
          </p:nvSpPr>
          <p:spPr>
            <a:xfrm>
              <a:off x="7845216" y="3938658"/>
              <a:ext cx="2329633" cy="400110"/>
            </a:xfrm>
            <a:prstGeom prst="rect">
              <a:avLst/>
            </a:prstGeom>
            <a:noFill/>
          </p:spPr>
          <p:txBody>
            <a:bodyPr wrap="square" rtlCol="0">
              <a:spAutoFit/>
            </a:bodyPr>
            <a:lstStyle/>
            <a:p>
              <a:r>
                <a:rPr kumimoji="1" lang="ja-JP" altLang="en-US" sz="2000"/>
                <a:t>データセット</a:t>
              </a:r>
              <a:endParaRPr kumimoji="1" lang="en-US" altLang="ja-JP" sz="2000"/>
            </a:p>
          </p:txBody>
        </p:sp>
      </p:grpSp>
      <p:sp>
        <p:nvSpPr>
          <p:cNvPr id="9" name="TextBox 3">
            <a:extLst>
              <a:ext uri="{FF2B5EF4-FFF2-40B4-BE49-F238E27FC236}">
                <a16:creationId xmlns:a16="http://schemas.microsoft.com/office/drawing/2014/main" id="{EF829B69-4BE3-6BE4-CA40-1DF293AB198C}"/>
              </a:ext>
            </a:extLst>
          </p:cNvPr>
          <p:cNvSpPr txBox="1"/>
          <p:nvPr/>
        </p:nvSpPr>
        <p:spPr>
          <a:xfrm>
            <a:off x="467436" y="1120411"/>
            <a:ext cx="11174248" cy="3770263"/>
          </a:xfrm>
          <a:prstGeom prst="rect">
            <a:avLst/>
          </a:prstGeom>
          <a:noFill/>
        </p:spPr>
        <p:txBody>
          <a:bodyPr wrap="square" lIns="0" tIns="0" rIns="0" bIns="0" anchor="t">
            <a:spAutoFit/>
          </a:bodyPr>
          <a:lstStyle/>
          <a:p>
            <a:pPr algn="l">
              <a:lnSpc>
                <a:spcPts val="2400"/>
              </a:lnSpc>
            </a:pPr>
            <a:r>
              <a:rPr sz="2000" i="0" u="none" dirty="0" err="1">
                <a:solidFill>
                  <a:srgbClr val="000000"/>
                </a:solidFill>
                <a:latin typeface="Noto Sans JP"/>
              </a:rPr>
              <a:t>スポーツにおける</a:t>
            </a:r>
            <a:r>
              <a:rPr lang="ja-JP" altLang="en-US" sz="2000" dirty="0">
                <a:solidFill>
                  <a:srgbClr val="222222"/>
                </a:solidFill>
                <a:latin typeface="Noto Sans JP"/>
              </a:rPr>
              <a:t>動画像からの姿勢推定</a:t>
            </a:r>
            <a:endParaRPr lang="en-US" altLang="ja-JP" sz="2000" dirty="0">
              <a:solidFill>
                <a:srgbClr val="222222"/>
              </a:solidFill>
              <a:latin typeface="Noto Sans JP"/>
            </a:endParaRPr>
          </a:p>
          <a:p>
            <a:pPr algn="l">
              <a:lnSpc>
                <a:spcPts val="2400"/>
              </a:lnSpc>
            </a:pPr>
            <a:endParaRPr lang="en-US" altLang="ja-JP" sz="2000" dirty="0">
              <a:solidFill>
                <a:srgbClr val="222222"/>
              </a:solidFill>
              <a:latin typeface="Noto Sans JP"/>
            </a:endParaRPr>
          </a:p>
          <a:p>
            <a:pPr algn="l">
              <a:lnSpc>
                <a:spcPts val="2400"/>
              </a:lnSpc>
            </a:pPr>
            <a:r>
              <a:rPr lang="en-US" altLang="ja-JP" sz="2000" dirty="0">
                <a:solidFill>
                  <a:srgbClr val="222222"/>
                </a:solidFill>
                <a:latin typeface="Noto Sans JP"/>
              </a:rPr>
              <a:t>	2</a:t>
            </a:r>
            <a:r>
              <a:rPr lang="ja-JP" altLang="en-US" sz="2000" dirty="0">
                <a:solidFill>
                  <a:srgbClr val="222222"/>
                </a:solidFill>
                <a:latin typeface="Noto Sans JP"/>
              </a:rPr>
              <a:t>次元画像　→　</a:t>
            </a:r>
            <a:r>
              <a:rPr lang="en-US" altLang="ja-JP" sz="2000" dirty="0">
                <a:solidFill>
                  <a:srgbClr val="222222"/>
                </a:solidFill>
                <a:latin typeface="Noto Sans JP"/>
              </a:rPr>
              <a:t>2</a:t>
            </a:r>
            <a:r>
              <a:rPr lang="ja-JP" altLang="en-US" sz="2000" dirty="0">
                <a:solidFill>
                  <a:srgbClr val="222222"/>
                </a:solidFill>
                <a:latin typeface="Noto Sans JP"/>
              </a:rPr>
              <a:t>次元の姿勢情報　→　</a:t>
            </a:r>
            <a:r>
              <a:rPr lang="en-US" altLang="ja-JP" sz="2000" dirty="0">
                <a:solidFill>
                  <a:srgbClr val="222222"/>
                </a:solidFill>
                <a:latin typeface="Noto Sans JP"/>
              </a:rPr>
              <a:t>3</a:t>
            </a:r>
            <a:r>
              <a:rPr lang="ja-JP" altLang="en-US" sz="2000" dirty="0">
                <a:solidFill>
                  <a:srgbClr val="222222"/>
                </a:solidFill>
                <a:latin typeface="Noto Sans JP"/>
              </a:rPr>
              <a:t>次元の姿勢情報</a:t>
            </a:r>
            <a:endParaRPr lang="en-US" altLang="ja-JP" sz="2000" dirty="0">
              <a:solidFill>
                <a:srgbClr val="222222"/>
              </a:solidFill>
              <a:latin typeface="Noto Sans JP"/>
            </a:endParaRPr>
          </a:p>
          <a:p>
            <a:pPr algn="l">
              <a:lnSpc>
                <a:spcPts val="2400"/>
              </a:lnSpc>
            </a:pPr>
            <a:endParaRPr lang="ja-JP" altLang="en-US" sz="2000" dirty="0">
              <a:solidFill>
                <a:srgbClr val="000000"/>
              </a:solidFill>
              <a:latin typeface="Noto Sans JP"/>
            </a:endParaRPr>
          </a:p>
          <a:p>
            <a:pPr>
              <a:lnSpc>
                <a:spcPts val="2550"/>
              </a:lnSpc>
            </a:pPr>
            <a:r>
              <a:rPr lang="ja-JP" altLang="en-US" sz="2000" dirty="0">
                <a:solidFill>
                  <a:srgbClr val="000000"/>
                </a:solidFill>
                <a:latin typeface="Noto Sans JP"/>
              </a:rPr>
              <a:t>・オクルージョン</a:t>
            </a:r>
            <a:r>
              <a:rPr lang="ja-JP" altLang="en-US" sz="2000" dirty="0">
                <a:solidFill>
                  <a:srgbClr val="222222"/>
                </a:solidFill>
                <a:latin typeface="Noto Sans JP"/>
              </a:rPr>
              <a:t>により精度が大幅に低下する</a:t>
            </a:r>
          </a:p>
          <a:p>
            <a:pPr>
              <a:lnSpc>
                <a:spcPts val="2550"/>
              </a:lnSpc>
            </a:pPr>
            <a:r>
              <a:rPr lang="ja-JP" altLang="en-US" sz="2000" dirty="0">
                <a:solidFill>
                  <a:srgbClr val="000000"/>
                </a:solidFill>
                <a:latin typeface="Noto Sans JP"/>
              </a:rPr>
              <a:t>・</a:t>
            </a:r>
            <a:r>
              <a:rPr lang="ja-JP" altLang="en-US" sz="2000" dirty="0">
                <a:solidFill>
                  <a:srgbClr val="222222"/>
                </a:solidFill>
                <a:latin typeface="Noto Sans JP"/>
              </a:rPr>
              <a:t>既存データセット（</a:t>
            </a:r>
            <a:r>
              <a:rPr lang="en-US" altLang="ja-JP" sz="2000" dirty="0">
                <a:solidFill>
                  <a:srgbClr val="222222"/>
                </a:solidFill>
                <a:latin typeface="Noto Sans JP"/>
              </a:rPr>
              <a:t>H36M</a:t>
            </a:r>
            <a:r>
              <a:rPr lang="ja-JP" altLang="en-US" sz="2000" dirty="0">
                <a:solidFill>
                  <a:srgbClr val="222222"/>
                </a:solidFill>
                <a:latin typeface="Noto Sans JP"/>
              </a:rPr>
              <a:t>）の関節数は全身</a:t>
            </a:r>
            <a:r>
              <a:rPr lang="en-US" altLang="ja-JP" sz="2000" dirty="0">
                <a:solidFill>
                  <a:srgbClr val="222222"/>
                </a:solidFill>
                <a:latin typeface="Noto Sans JP"/>
              </a:rPr>
              <a:t>17</a:t>
            </a:r>
            <a:r>
              <a:rPr lang="ja-JP" altLang="en-US" sz="2000" dirty="0">
                <a:solidFill>
                  <a:srgbClr val="222222"/>
                </a:solidFill>
                <a:latin typeface="Noto Sans JP"/>
              </a:rPr>
              <a:t>点で、人体の柔軟性や恒常性を再現できない</a:t>
            </a:r>
          </a:p>
          <a:p>
            <a:pPr>
              <a:lnSpc>
                <a:spcPts val="2550"/>
              </a:lnSpc>
            </a:pPr>
            <a:r>
              <a:rPr lang="ja-JP" altLang="en-US" sz="2000" dirty="0">
                <a:solidFill>
                  <a:srgbClr val="222222"/>
                </a:solidFill>
                <a:latin typeface="Noto Sans JP"/>
              </a:rPr>
              <a:t>　　　　↓</a:t>
            </a:r>
          </a:p>
          <a:p>
            <a:pPr>
              <a:lnSpc>
                <a:spcPts val="2400"/>
              </a:lnSpc>
            </a:pPr>
            <a:r>
              <a:rPr lang="ja-JP" altLang="en-US" sz="2000" dirty="0">
                <a:solidFill>
                  <a:srgbClr val="222222"/>
                </a:solidFill>
                <a:latin typeface="Noto Sans JP"/>
              </a:rPr>
              <a:t>深層学習モデルに対する</a:t>
            </a:r>
            <a:r>
              <a:rPr lang="ja-JP" altLang="en-US" sz="2000" b="1" dirty="0">
                <a:solidFill>
                  <a:srgbClr val="FF0000"/>
                </a:solidFill>
                <a:latin typeface="Noto Sans JP"/>
              </a:rPr>
              <a:t>追加学習</a:t>
            </a:r>
            <a:r>
              <a:rPr lang="ja-JP" altLang="en-US" sz="2000" dirty="0">
                <a:solidFill>
                  <a:srgbClr val="222222"/>
                </a:solidFill>
                <a:latin typeface="Noto Sans JP"/>
              </a:rPr>
              <a:t>が有効</a:t>
            </a:r>
            <a:br>
              <a:rPr lang="en-US" altLang="ja-JP" sz="2000" dirty="0">
                <a:solidFill>
                  <a:srgbClr val="222222"/>
                </a:solidFill>
                <a:latin typeface="Noto Sans JP"/>
              </a:rPr>
            </a:br>
            <a:r>
              <a:rPr lang="ja-JP" altLang="en-US" sz="2000" dirty="0">
                <a:solidFill>
                  <a:srgbClr val="222222"/>
                </a:solidFill>
                <a:latin typeface="Noto Sans JP"/>
              </a:rPr>
              <a:t>　　　　↓</a:t>
            </a:r>
            <a:br>
              <a:rPr lang="en-US" altLang="ja-JP" sz="2000" dirty="0">
                <a:solidFill>
                  <a:srgbClr val="222222"/>
                </a:solidFill>
                <a:latin typeface="Noto Sans JP"/>
              </a:rPr>
            </a:br>
            <a:r>
              <a:rPr lang="ja-JP" altLang="en-US" sz="2000" b="1" dirty="0">
                <a:solidFill>
                  <a:srgbClr val="FF0000"/>
                </a:solidFill>
              </a:rPr>
              <a:t>正確なデータセットが大量に必要</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実世界での収集が困難</a:t>
            </a:r>
            <a:endParaRPr lang="en-US" altLang="ja-JP" sz="2000" dirty="0">
              <a:solidFill>
                <a:srgbClr val="222222"/>
              </a:solidFill>
              <a:latin typeface="Noto Sans JP"/>
            </a:endParaRPr>
          </a:p>
        </p:txBody>
      </p:sp>
      <p:sp>
        <p:nvSpPr>
          <p:cNvPr id="8" name="Footer Placeholder 4">
            <a:extLst>
              <a:ext uri="{FF2B5EF4-FFF2-40B4-BE49-F238E27FC236}">
                <a16:creationId xmlns:a16="http://schemas.microsoft.com/office/drawing/2014/main" id="{D9C44998-A6BB-6683-5482-E7B9211408C7}"/>
              </a:ext>
            </a:extLst>
          </p:cNvPr>
          <p:cNvSpPr>
            <a:spLocks noGrp="1"/>
          </p:cNvSpPr>
          <p:nvPr>
            <p:ph type="ftr" sz="quarter" idx="11"/>
          </p:nvPr>
        </p:nvSpPr>
        <p:spPr>
          <a:xfrm>
            <a:off x="4038600" y="6449338"/>
            <a:ext cx="4114800" cy="365125"/>
          </a:xfrm>
        </p:spPr>
        <p:txBody>
          <a:bodyPr/>
          <a:lstStyle/>
          <a:p>
            <a:r>
              <a:rPr lang="en-US"/>
              <a:t>A-14-02</a:t>
            </a:r>
          </a:p>
        </p:txBody>
      </p:sp>
      <p:sp>
        <p:nvSpPr>
          <p:cNvPr id="12" name="Date Placeholder 3">
            <a:extLst>
              <a:ext uri="{FF2B5EF4-FFF2-40B4-BE49-F238E27FC236}">
                <a16:creationId xmlns:a16="http://schemas.microsoft.com/office/drawing/2014/main" id="{3B673A7B-A2B6-248C-CC5F-AE7FA993CB52}"/>
              </a:ext>
            </a:extLst>
          </p:cNvPr>
          <p:cNvSpPr>
            <a:spLocks noGrp="1"/>
          </p:cNvSpPr>
          <p:nvPr>
            <p:ph type="dt" sz="half" idx="10"/>
          </p:nvPr>
        </p:nvSpPr>
        <p:spPr>
          <a:xfrm>
            <a:off x="838200" y="6449338"/>
            <a:ext cx="2743200" cy="365125"/>
          </a:xfrm>
        </p:spPr>
        <p:txBody>
          <a:bodyPr/>
          <a:lstStyle/>
          <a:p>
            <a:r>
              <a:rPr lang="en-US"/>
              <a:t>2026/9/24</a:t>
            </a:r>
          </a:p>
        </p:txBody>
      </p:sp>
      <p:sp>
        <p:nvSpPr>
          <p:cNvPr id="5" name="正方形/長方形 4">
            <a:extLst>
              <a:ext uri="{FF2B5EF4-FFF2-40B4-BE49-F238E27FC236}">
                <a16:creationId xmlns:a16="http://schemas.microsoft.com/office/drawing/2014/main" id="{9AFBE4A5-540F-DB94-200A-F3AB038EC9B7}"/>
              </a:ext>
            </a:extLst>
          </p:cNvPr>
          <p:cNvSpPr/>
          <p:nvPr/>
        </p:nvSpPr>
        <p:spPr>
          <a:xfrm>
            <a:off x="402093" y="5091913"/>
            <a:ext cx="11387813" cy="109874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DF309D7-8066-4BCF-F224-DD4B07D50978}"/>
              </a:ext>
            </a:extLst>
          </p:cNvPr>
          <p:cNvSpPr txBox="1"/>
          <p:nvPr/>
        </p:nvSpPr>
        <p:spPr>
          <a:xfrm>
            <a:off x="398162" y="5231300"/>
            <a:ext cx="10978330" cy="730200"/>
          </a:xfrm>
          <a:prstGeom prst="rect">
            <a:avLst/>
          </a:prstGeom>
          <a:noFill/>
        </p:spPr>
        <p:txBody>
          <a:bodyPr wrap="square">
            <a:spAutoFit/>
          </a:bodyPr>
          <a:lstStyle/>
          <a:p>
            <a:pPr>
              <a:lnSpc>
                <a:spcPts val="2550"/>
              </a:lnSpc>
            </a:pPr>
            <a:r>
              <a:rPr lang="ja-JP" altLang="ja-JP" sz="2000" dirty="0"/>
              <a:t>単一視点からの3次元姿勢推定における</a:t>
            </a:r>
            <a:endParaRPr lang="en-US" altLang="ja-JP" sz="2000" dirty="0"/>
          </a:p>
          <a:p>
            <a:pPr>
              <a:lnSpc>
                <a:spcPts val="2550"/>
              </a:lnSpc>
            </a:pPr>
            <a:r>
              <a:rPr lang="ja-JP" altLang="en-US" sz="2000" dirty="0">
                <a:solidFill>
                  <a:srgbClr val="FF0000"/>
                </a:solidFill>
              </a:rPr>
              <a:t>「</a:t>
            </a:r>
            <a:r>
              <a:rPr lang="ja-JP" altLang="ja-JP" sz="2000" b="1" dirty="0">
                <a:solidFill>
                  <a:srgbClr val="FF0000"/>
                </a:solidFill>
              </a:rPr>
              <a:t>人体の柔軟性</a:t>
            </a:r>
            <a:r>
              <a:rPr lang="ja-JP" altLang="en-US" sz="2000" b="1" dirty="0">
                <a:solidFill>
                  <a:srgbClr val="FF0000"/>
                </a:solidFill>
              </a:rPr>
              <a:t>と恒常性</a:t>
            </a:r>
            <a:r>
              <a:rPr lang="ja-JP" altLang="ja-JP" sz="2000" b="1" dirty="0">
                <a:solidFill>
                  <a:srgbClr val="FF0000"/>
                </a:solidFill>
              </a:rPr>
              <a:t>の再現</a:t>
            </a:r>
            <a:r>
              <a:rPr lang="ja-JP" altLang="en-US" sz="2000" b="1" dirty="0">
                <a:solidFill>
                  <a:srgbClr val="FF0000"/>
                </a:solidFill>
              </a:rPr>
              <a:t>」、「セルフオクルージョンに対する</a:t>
            </a:r>
            <a:r>
              <a:rPr lang="ja-JP" altLang="ja-JP" sz="2000" b="1" dirty="0">
                <a:solidFill>
                  <a:srgbClr val="FF0000"/>
                </a:solidFill>
              </a:rPr>
              <a:t>精度向上</a:t>
            </a:r>
            <a:r>
              <a:rPr lang="ja-JP" altLang="en-US" sz="2000" b="1" dirty="0">
                <a:solidFill>
                  <a:srgbClr val="FF0000"/>
                </a:solidFill>
              </a:rPr>
              <a:t>」</a:t>
            </a:r>
            <a:r>
              <a:rPr lang="ja-JP" altLang="ja-JP" sz="2000" dirty="0"/>
              <a:t>を目的とする</a:t>
            </a:r>
            <a:endParaRPr lang="en-US" altLang="ja-JP" sz="2000" dirty="0"/>
          </a:p>
        </p:txBody>
      </p:sp>
    </p:spTree>
    <p:extLst>
      <p:ext uri="{BB962C8B-B14F-4D97-AF65-F5344CB8AC3E}">
        <p14:creationId xmlns:p14="http://schemas.microsoft.com/office/powerpoint/2010/main" val="161453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ACD32-D27B-2814-2701-C53A886BE4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B2CAF96-E75D-7F5B-BB59-A69CE9A3367F}"/>
              </a:ext>
            </a:extLst>
          </p:cNvPr>
          <p:cNvSpPr>
            <a:spLocks noGrp="1"/>
          </p:cNvSpPr>
          <p:nvPr>
            <p:ph type="sldNum" sz="quarter" idx="12"/>
          </p:nvPr>
        </p:nvSpPr>
        <p:spPr/>
        <p:txBody>
          <a:bodyPr/>
          <a:lstStyle/>
          <a:p>
            <a:fld id="{465F6A33-8929-41AA-8A25-00E3AA79F1EE}" type="slidenum">
              <a:rPr lang="en-US" smtClean="0"/>
              <a:t>3</a:t>
            </a:fld>
            <a:endParaRPr lang="en-US"/>
          </a:p>
        </p:txBody>
      </p:sp>
      <p:sp>
        <p:nvSpPr>
          <p:cNvPr id="11" name="テキスト ボックス 10">
            <a:extLst>
              <a:ext uri="{FF2B5EF4-FFF2-40B4-BE49-F238E27FC236}">
                <a16:creationId xmlns:a16="http://schemas.microsoft.com/office/drawing/2014/main" id="{AC147638-74E8-83F2-096B-2869174298A2}"/>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研究手法</a:t>
            </a:r>
          </a:p>
        </p:txBody>
      </p:sp>
      <p:cxnSp>
        <p:nvCxnSpPr>
          <p:cNvPr id="10" name="直線コネクタ 9">
            <a:extLst>
              <a:ext uri="{FF2B5EF4-FFF2-40B4-BE49-F238E27FC236}">
                <a16:creationId xmlns:a16="http://schemas.microsoft.com/office/drawing/2014/main" id="{A1EA58B3-1B08-C4C7-CB42-6B1D72DF775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7">
            <a:extLst>
              <a:ext uri="{FF2B5EF4-FFF2-40B4-BE49-F238E27FC236}">
                <a16:creationId xmlns:a16="http://schemas.microsoft.com/office/drawing/2014/main" id="{56F4D455-195A-0CA6-59C6-FCEF7AB895E8}"/>
              </a:ext>
            </a:extLst>
          </p:cNvPr>
          <p:cNvSpPr txBox="1"/>
          <p:nvPr/>
        </p:nvSpPr>
        <p:spPr>
          <a:xfrm>
            <a:off x="692111" y="2688258"/>
            <a:ext cx="4655202" cy="1231106"/>
          </a:xfrm>
          <a:prstGeom prst="rect">
            <a:avLst/>
          </a:prstGeom>
          <a:noFill/>
        </p:spPr>
        <p:txBody>
          <a:bodyPr wrap="square" lIns="0" tIns="0" rIns="0" bIns="0" anchor="t">
            <a:spAutoFit/>
          </a:bodyPr>
          <a:lstStyle/>
          <a:p>
            <a:pPr algn="l"/>
            <a:r>
              <a:rPr sz="2000" b="1" i="0" u="none" err="1">
                <a:solidFill>
                  <a:srgbClr val="000000"/>
                </a:solidFill>
                <a:latin typeface="Noto Sans JP"/>
              </a:rPr>
              <a:t>工程</a:t>
            </a:r>
            <a:r>
              <a:rPr sz="2000" b="1" i="0" u="none">
                <a:solidFill>
                  <a:srgbClr val="000000"/>
                </a:solidFill>
                <a:latin typeface="Noto Sans JP"/>
              </a:rPr>
              <a:t>① </a:t>
            </a:r>
            <a:r>
              <a:rPr sz="2000" b="1" i="0" u="none" err="1">
                <a:solidFill>
                  <a:srgbClr val="FF0000"/>
                </a:solidFill>
                <a:latin typeface="Noto Sans JP"/>
              </a:rPr>
              <a:t>人体モデル拡張</a:t>
            </a:r>
            <a:endParaRPr lang="en-US" sz="2000" b="1" i="0" u="none">
              <a:solidFill>
                <a:srgbClr val="FF0000"/>
              </a:solidFill>
              <a:latin typeface="Noto Sans JP"/>
            </a:endParaRPr>
          </a:p>
          <a:p>
            <a:r>
              <a:rPr lang="ja-JP" altLang="en-US" sz="2000">
                <a:solidFill>
                  <a:srgbClr val="222222"/>
                </a:solidFill>
                <a:latin typeface="Noto Sans JP"/>
              </a:rPr>
              <a:t>深層学習モデルの人体スケルトンの首から腰の間に新たに関節点を追加配置する</a:t>
            </a:r>
          </a:p>
          <a:p>
            <a:pPr algn="l"/>
            <a:endParaRPr sz="2000" b="1" i="0" u="none">
              <a:solidFill>
                <a:srgbClr val="FF0000"/>
              </a:solidFill>
              <a:latin typeface="Noto Sans JP"/>
            </a:endParaRPr>
          </a:p>
        </p:txBody>
      </p:sp>
      <p:sp>
        <p:nvSpPr>
          <p:cNvPr id="72" name="TextBox 10">
            <a:extLst>
              <a:ext uri="{FF2B5EF4-FFF2-40B4-BE49-F238E27FC236}">
                <a16:creationId xmlns:a16="http://schemas.microsoft.com/office/drawing/2014/main" id="{DA21506C-9B19-6490-A3A7-959C5053D192}"/>
              </a:ext>
            </a:extLst>
          </p:cNvPr>
          <p:cNvSpPr txBox="1"/>
          <p:nvPr/>
        </p:nvSpPr>
        <p:spPr>
          <a:xfrm>
            <a:off x="6593867" y="2764575"/>
            <a:ext cx="4878176" cy="923330"/>
          </a:xfrm>
          <a:prstGeom prst="rect">
            <a:avLst/>
          </a:prstGeom>
          <a:noFill/>
        </p:spPr>
        <p:txBody>
          <a:bodyPr wrap="square" lIns="0" tIns="0" rIns="0" bIns="0" anchor="t">
            <a:spAutoFit/>
          </a:bodyPr>
          <a:lstStyle/>
          <a:p>
            <a:r>
              <a:rPr sz="2000" b="1" i="0" u="none" err="1">
                <a:solidFill>
                  <a:srgbClr val="000000"/>
                </a:solidFill>
                <a:latin typeface="Noto Sans JP"/>
              </a:rPr>
              <a:t>工程</a:t>
            </a:r>
            <a:r>
              <a:rPr sz="2000" b="1" i="0" u="none">
                <a:solidFill>
                  <a:srgbClr val="000000"/>
                </a:solidFill>
                <a:latin typeface="Noto Sans JP"/>
              </a:rPr>
              <a:t>②</a:t>
            </a:r>
            <a:r>
              <a:rPr sz="2000" b="1" i="0" u="none">
                <a:solidFill>
                  <a:srgbClr val="FF0000"/>
                </a:solidFill>
                <a:latin typeface="Noto Sans JP"/>
              </a:rPr>
              <a:t> </a:t>
            </a:r>
            <a:r>
              <a:rPr sz="2000" b="1" i="0" u="none" err="1">
                <a:solidFill>
                  <a:srgbClr val="FF0000"/>
                </a:solidFill>
                <a:latin typeface="Noto Sans JP"/>
              </a:rPr>
              <a:t>データ</a:t>
            </a:r>
            <a:r>
              <a:rPr lang="ja-JP" altLang="en-US" sz="2000" b="1">
                <a:solidFill>
                  <a:srgbClr val="FF0000"/>
                </a:solidFill>
                <a:latin typeface="Noto Sans JP"/>
              </a:rPr>
              <a:t>作成</a:t>
            </a:r>
            <a:r>
              <a:rPr sz="2000" b="1" i="0" u="none">
                <a:solidFill>
                  <a:srgbClr val="FF0000"/>
                </a:solidFill>
                <a:latin typeface="Noto Sans JP"/>
              </a:rPr>
              <a:t>・</a:t>
            </a:r>
            <a:r>
              <a:rPr sz="2000" b="1" i="0" u="none" err="1">
                <a:solidFill>
                  <a:srgbClr val="FF0000"/>
                </a:solidFill>
                <a:latin typeface="Noto Sans JP"/>
              </a:rPr>
              <a:t>追加学習</a:t>
            </a:r>
            <a:br>
              <a:rPr lang="en-US" sz="2000" b="1" i="0" u="none">
                <a:solidFill>
                  <a:srgbClr val="FF0000"/>
                </a:solidFill>
                <a:latin typeface="Noto Sans JP"/>
              </a:rPr>
            </a:br>
            <a:r>
              <a:rPr lang="en-US" altLang="ja-JP" sz="2000">
                <a:solidFill>
                  <a:srgbClr val="222222"/>
                </a:solidFill>
                <a:latin typeface="Noto Sans JP"/>
              </a:rPr>
              <a:t>3DCG</a:t>
            </a:r>
            <a:r>
              <a:rPr lang="ja-JP" altLang="en-US" sz="2000">
                <a:solidFill>
                  <a:srgbClr val="222222"/>
                </a:solidFill>
                <a:latin typeface="Noto Sans JP"/>
              </a:rPr>
              <a:t>を用いて、データセットおよびアノテーションデータを自動生成し追加学習</a:t>
            </a:r>
          </a:p>
        </p:txBody>
      </p:sp>
      <p:sp>
        <p:nvSpPr>
          <p:cNvPr id="78" name="TextBox 13">
            <a:extLst>
              <a:ext uri="{FF2B5EF4-FFF2-40B4-BE49-F238E27FC236}">
                <a16:creationId xmlns:a16="http://schemas.microsoft.com/office/drawing/2014/main" id="{072A197C-73CE-E770-5CEC-2381075B62A7}"/>
              </a:ext>
            </a:extLst>
          </p:cNvPr>
          <p:cNvSpPr txBox="1"/>
          <p:nvPr/>
        </p:nvSpPr>
        <p:spPr>
          <a:xfrm>
            <a:off x="6555759" y="4747996"/>
            <a:ext cx="4722277" cy="923330"/>
          </a:xfrm>
          <a:prstGeom prst="rect">
            <a:avLst/>
          </a:prstGeom>
          <a:noFill/>
        </p:spPr>
        <p:txBody>
          <a:bodyPr wrap="square" lIns="0" tIns="0" rIns="0" bIns="0" anchor="t">
            <a:spAutoFit/>
          </a:bodyPr>
          <a:lstStyle/>
          <a:p>
            <a:r>
              <a:rPr sz="2000" b="1" i="0" u="none" err="1">
                <a:solidFill>
                  <a:srgbClr val="000000"/>
                </a:solidFill>
                <a:latin typeface="Noto Sans JP"/>
              </a:rPr>
              <a:t>工程</a:t>
            </a:r>
            <a:r>
              <a:rPr sz="2000" b="1" i="0" u="none">
                <a:solidFill>
                  <a:srgbClr val="000000"/>
                </a:solidFill>
                <a:latin typeface="Noto Sans JP"/>
              </a:rPr>
              <a:t>③ </a:t>
            </a:r>
            <a:r>
              <a:rPr sz="2000" b="1" i="0" u="none" err="1">
                <a:solidFill>
                  <a:srgbClr val="FF0000"/>
                </a:solidFill>
                <a:latin typeface="Noto Sans JP"/>
              </a:rPr>
              <a:t>精度評価</a:t>
            </a:r>
            <a:br>
              <a:rPr lang="en-US" sz="2000" b="1" i="0" u="none" dirty="0">
                <a:solidFill>
                  <a:srgbClr val="FF0000"/>
                </a:solidFill>
                <a:latin typeface="Noto Sans JP"/>
              </a:rPr>
            </a:br>
            <a:r>
              <a:rPr lang="ja-JP" altLang="en-US" sz="2000" dirty="0">
                <a:solidFill>
                  <a:srgbClr val="222222"/>
                </a:solidFill>
                <a:latin typeface="Noto Sans JP"/>
              </a:rPr>
              <a:t>テストデータで柔軟性・恒常性、およびセルフオクルージョン精度を評価する</a:t>
            </a:r>
          </a:p>
        </p:txBody>
      </p:sp>
      <p:sp>
        <p:nvSpPr>
          <p:cNvPr id="86" name="正方形/長方形 85">
            <a:extLst>
              <a:ext uri="{FF2B5EF4-FFF2-40B4-BE49-F238E27FC236}">
                <a16:creationId xmlns:a16="http://schemas.microsoft.com/office/drawing/2014/main" id="{8D5CE153-158C-57A3-368D-84BA713A93A3}"/>
              </a:ext>
            </a:extLst>
          </p:cNvPr>
          <p:cNvSpPr/>
          <p:nvPr/>
        </p:nvSpPr>
        <p:spPr>
          <a:xfrm>
            <a:off x="464567" y="2380026"/>
            <a:ext cx="5110290"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88" name="正方形/長方形 87">
            <a:extLst>
              <a:ext uri="{FF2B5EF4-FFF2-40B4-BE49-F238E27FC236}">
                <a16:creationId xmlns:a16="http://schemas.microsoft.com/office/drawing/2014/main" id="{42FC6FB7-167C-242D-6B35-98A9D310C231}"/>
              </a:ext>
            </a:extLst>
          </p:cNvPr>
          <p:cNvSpPr/>
          <p:nvPr/>
        </p:nvSpPr>
        <p:spPr>
          <a:xfrm>
            <a:off x="6361753" y="2380026"/>
            <a:ext cx="5110290"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AC000FBC-20D8-241D-5CC4-3AFAA158765F}"/>
              </a:ext>
            </a:extLst>
          </p:cNvPr>
          <p:cNvSpPr/>
          <p:nvPr/>
        </p:nvSpPr>
        <p:spPr>
          <a:xfrm>
            <a:off x="6361753" y="4397029"/>
            <a:ext cx="5110290"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 name="Footer Placeholder 4">
            <a:extLst>
              <a:ext uri="{FF2B5EF4-FFF2-40B4-BE49-F238E27FC236}">
                <a16:creationId xmlns:a16="http://schemas.microsoft.com/office/drawing/2014/main" id="{35ED4072-AF16-FDB2-129E-DDBC8DA231BF}"/>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924003C7-F022-1A66-9B84-3F2CF60600D8}"/>
              </a:ext>
            </a:extLst>
          </p:cNvPr>
          <p:cNvSpPr>
            <a:spLocks noGrp="1"/>
          </p:cNvSpPr>
          <p:nvPr>
            <p:ph type="dt" sz="half" idx="10"/>
          </p:nvPr>
        </p:nvSpPr>
        <p:spPr>
          <a:xfrm>
            <a:off x="838200" y="6449338"/>
            <a:ext cx="2743200" cy="365125"/>
          </a:xfrm>
        </p:spPr>
        <p:txBody>
          <a:bodyPr/>
          <a:lstStyle/>
          <a:p>
            <a:r>
              <a:rPr lang="en-US"/>
              <a:t>2026/9/24</a:t>
            </a:r>
          </a:p>
        </p:txBody>
      </p:sp>
      <p:sp>
        <p:nvSpPr>
          <p:cNvPr id="5" name="テキスト ボックス 4">
            <a:extLst>
              <a:ext uri="{FF2B5EF4-FFF2-40B4-BE49-F238E27FC236}">
                <a16:creationId xmlns:a16="http://schemas.microsoft.com/office/drawing/2014/main" id="{AD4B93DA-AF29-193A-F094-D63E8629C823}"/>
              </a:ext>
            </a:extLst>
          </p:cNvPr>
          <p:cNvSpPr txBox="1"/>
          <p:nvPr/>
        </p:nvSpPr>
        <p:spPr>
          <a:xfrm>
            <a:off x="464567" y="1335065"/>
            <a:ext cx="10352690" cy="730200"/>
          </a:xfrm>
          <a:prstGeom prst="rect">
            <a:avLst/>
          </a:prstGeom>
          <a:noFill/>
        </p:spPr>
        <p:txBody>
          <a:bodyPr wrap="square">
            <a:spAutoFit/>
          </a:bodyPr>
          <a:lstStyle/>
          <a:p>
            <a:pPr>
              <a:lnSpc>
                <a:spcPts val="2550"/>
              </a:lnSpc>
            </a:pPr>
            <a:r>
              <a:rPr lang="ja-JP" altLang="en-US" sz="2000" b="1" dirty="0"/>
              <a:t>・</a:t>
            </a:r>
            <a:r>
              <a:rPr lang="ja-JP" altLang="ja-JP" sz="2000" b="1" dirty="0">
                <a:solidFill>
                  <a:srgbClr val="FF0000"/>
                </a:solidFill>
              </a:rPr>
              <a:t>人体の柔軟性</a:t>
            </a:r>
            <a:r>
              <a:rPr lang="ja-JP" altLang="en-US" sz="2000" b="1" dirty="0">
                <a:solidFill>
                  <a:srgbClr val="FF0000"/>
                </a:solidFill>
              </a:rPr>
              <a:t>と恒常性</a:t>
            </a:r>
            <a:r>
              <a:rPr lang="ja-JP" altLang="ja-JP" sz="2000" b="1" dirty="0">
                <a:solidFill>
                  <a:srgbClr val="FF0000"/>
                </a:solidFill>
              </a:rPr>
              <a:t>を再現するのに十分な関節点をもった人体モデルの実装手法</a:t>
            </a:r>
            <a:endParaRPr lang="en-US" altLang="ja-JP" sz="2000" b="1" dirty="0">
              <a:solidFill>
                <a:srgbClr val="FF0000"/>
              </a:solidFill>
            </a:endParaRPr>
          </a:p>
          <a:p>
            <a:pPr>
              <a:lnSpc>
                <a:spcPts val="2550"/>
              </a:lnSpc>
            </a:pPr>
            <a:r>
              <a:rPr lang="ja-JP" altLang="en-US" sz="2000" b="1" dirty="0"/>
              <a:t>・</a:t>
            </a:r>
            <a:r>
              <a:rPr lang="ja-JP" altLang="ja-JP" sz="2000" b="1" dirty="0">
                <a:solidFill>
                  <a:srgbClr val="FF0000"/>
                </a:solidFill>
              </a:rPr>
              <a:t>3DCGを用いたデータセットの拡張手法</a:t>
            </a:r>
            <a:endParaRPr lang="en-US" altLang="ja-JP" sz="2000" dirty="0"/>
          </a:p>
        </p:txBody>
      </p:sp>
      <p:sp>
        <p:nvSpPr>
          <p:cNvPr id="7" name="四角形: 角を丸くする 6">
            <a:extLst>
              <a:ext uri="{FF2B5EF4-FFF2-40B4-BE49-F238E27FC236}">
                <a16:creationId xmlns:a16="http://schemas.microsoft.com/office/drawing/2014/main" id="{DC082922-1D49-FAC9-532D-7221F102641D}"/>
              </a:ext>
            </a:extLst>
          </p:cNvPr>
          <p:cNvSpPr/>
          <p:nvPr/>
        </p:nvSpPr>
        <p:spPr>
          <a:xfrm>
            <a:off x="464567" y="4397029"/>
            <a:ext cx="5110290" cy="1556022"/>
          </a:xfrm>
          <a:prstGeom prst="roundRect">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Box 15">
            <a:extLst>
              <a:ext uri="{FF2B5EF4-FFF2-40B4-BE49-F238E27FC236}">
                <a16:creationId xmlns:a16="http://schemas.microsoft.com/office/drawing/2014/main" id="{D97F9CAE-777A-5AF6-089E-173899D147A4}"/>
              </a:ext>
            </a:extLst>
          </p:cNvPr>
          <p:cNvSpPr txBox="1"/>
          <p:nvPr/>
        </p:nvSpPr>
        <p:spPr>
          <a:xfrm>
            <a:off x="716815" y="4713375"/>
            <a:ext cx="4605793" cy="923330"/>
          </a:xfrm>
          <a:prstGeom prst="rect">
            <a:avLst/>
          </a:prstGeom>
          <a:noFill/>
        </p:spPr>
        <p:txBody>
          <a:bodyPr wrap="square" lIns="0" tIns="0" rIns="0" bIns="0" anchor="t">
            <a:spAutoFit/>
          </a:bodyPr>
          <a:lstStyle/>
          <a:p>
            <a:pPr algn="l"/>
            <a:r>
              <a:rPr lang="ja-JP" altLang="en-US" sz="2000" b="0" i="0" u="none" dirty="0">
                <a:solidFill>
                  <a:srgbClr val="222222"/>
                </a:solidFill>
                <a:latin typeface="Noto Sans JP"/>
              </a:rPr>
              <a:t>データセット、モデルの条件を変更</a:t>
            </a:r>
            <a:endParaRPr lang="en-US" altLang="ja-JP" sz="2000" b="0" i="0" u="none" dirty="0">
              <a:solidFill>
                <a:srgbClr val="222222"/>
              </a:solidFill>
              <a:latin typeface="Noto Sans JP"/>
            </a:endParaRPr>
          </a:p>
          <a:p>
            <a:pPr algn="l"/>
            <a:r>
              <a:rPr lang="ja-JP" altLang="en-US" sz="2000" dirty="0">
                <a:solidFill>
                  <a:srgbClr val="222222"/>
                </a:solidFill>
                <a:latin typeface="Noto Sans JP"/>
              </a:rPr>
              <a:t>　</a:t>
            </a:r>
            <a:r>
              <a:rPr lang="en-US" altLang="ja-JP" sz="2000" dirty="0">
                <a:solidFill>
                  <a:srgbClr val="222222"/>
                </a:solidFill>
                <a:latin typeface="Noto Sans JP"/>
              </a:rPr>
              <a:t>- </a:t>
            </a:r>
            <a:r>
              <a:rPr lang="ja-JP" altLang="en-US" sz="2000" dirty="0">
                <a:solidFill>
                  <a:srgbClr val="222222"/>
                </a:solidFill>
                <a:latin typeface="Noto Sans JP"/>
              </a:rPr>
              <a:t>キーポイントの数</a:t>
            </a:r>
            <a:endParaRPr lang="en-US" altLang="ja-JP" sz="2000" dirty="0">
              <a:solidFill>
                <a:srgbClr val="222222"/>
              </a:solidFill>
              <a:latin typeface="Noto Sans JP"/>
            </a:endParaRPr>
          </a:p>
          <a:p>
            <a:pPr algn="l"/>
            <a:r>
              <a:rPr lang="ja-JP" altLang="en-US" sz="2000" b="0" i="0" u="none" dirty="0">
                <a:solidFill>
                  <a:srgbClr val="222222"/>
                </a:solidFill>
                <a:latin typeface="Noto Sans JP"/>
              </a:rPr>
              <a:t>　</a:t>
            </a:r>
            <a:r>
              <a:rPr lang="en-US" altLang="ja-JP" sz="2000" b="0" i="0" u="none" dirty="0">
                <a:solidFill>
                  <a:srgbClr val="222222"/>
                </a:solidFill>
                <a:latin typeface="Noto Sans JP"/>
              </a:rPr>
              <a:t>- </a:t>
            </a:r>
            <a:r>
              <a:rPr lang="ja-JP" altLang="en-US" sz="2000" b="0" i="0" u="none" dirty="0">
                <a:solidFill>
                  <a:srgbClr val="222222"/>
                </a:solidFill>
                <a:latin typeface="Noto Sans JP"/>
              </a:rPr>
              <a:t>データセットのモーションデータ</a:t>
            </a:r>
            <a:endParaRPr sz="2000" b="0" i="0" u="none" dirty="0">
              <a:solidFill>
                <a:srgbClr val="222222"/>
              </a:solidFill>
              <a:latin typeface="Noto Sans JP"/>
            </a:endParaRPr>
          </a:p>
        </p:txBody>
      </p:sp>
      <p:cxnSp>
        <p:nvCxnSpPr>
          <p:cNvPr id="13" name="直線矢印コネクタ 12">
            <a:extLst>
              <a:ext uri="{FF2B5EF4-FFF2-40B4-BE49-F238E27FC236}">
                <a16:creationId xmlns:a16="http://schemas.microsoft.com/office/drawing/2014/main" id="{60F486FD-DD1E-8CD1-F07F-4D40A0AA9D81}"/>
              </a:ext>
            </a:extLst>
          </p:cNvPr>
          <p:cNvCxnSpPr>
            <a:cxnSpLocks/>
            <a:stCxn id="86" idx="3"/>
            <a:endCxn id="88" idx="1"/>
          </p:cNvCxnSpPr>
          <p:nvPr/>
        </p:nvCxnSpPr>
        <p:spPr>
          <a:xfrm>
            <a:off x="5574857" y="3158037"/>
            <a:ext cx="78689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12D3D0BD-B094-F1DD-F1DB-2A8EFEEC92A4}"/>
              </a:ext>
            </a:extLst>
          </p:cNvPr>
          <p:cNvCxnSpPr>
            <a:cxnSpLocks/>
            <a:stCxn id="88" idx="2"/>
            <a:endCxn id="90" idx="0"/>
          </p:cNvCxnSpPr>
          <p:nvPr/>
        </p:nvCxnSpPr>
        <p:spPr>
          <a:xfrm>
            <a:off x="8916898" y="3936048"/>
            <a:ext cx="0" cy="46098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7E2F2DE5-7877-40E6-136B-F7285928ACE3}"/>
              </a:ext>
            </a:extLst>
          </p:cNvPr>
          <p:cNvCxnSpPr>
            <a:cxnSpLocks/>
          </p:cNvCxnSpPr>
          <p:nvPr/>
        </p:nvCxnSpPr>
        <p:spPr>
          <a:xfrm flipV="1">
            <a:off x="2899725" y="3919364"/>
            <a:ext cx="0" cy="47766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7AB91F90-6F37-05B3-A647-02083EF53F3D}"/>
              </a:ext>
            </a:extLst>
          </p:cNvPr>
          <p:cNvCxnSpPr>
            <a:cxnSpLocks/>
            <a:stCxn id="90" idx="1"/>
            <a:endCxn id="7" idx="3"/>
          </p:cNvCxnSpPr>
          <p:nvPr/>
        </p:nvCxnSpPr>
        <p:spPr>
          <a:xfrm flipH="1">
            <a:off x="5574857" y="5175040"/>
            <a:ext cx="78689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5157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F277C-C1C3-8BCF-B3F7-3AC6E159D2F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17BE49C-C1BF-D84D-FF8D-0D75F404D258}"/>
              </a:ext>
            </a:extLst>
          </p:cNvPr>
          <p:cNvSpPr>
            <a:spLocks noGrp="1"/>
          </p:cNvSpPr>
          <p:nvPr>
            <p:ph type="sldNum" sz="quarter" idx="12"/>
          </p:nvPr>
        </p:nvSpPr>
        <p:spPr/>
        <p:txBody>
          <a:bodyPr/>
          <a:lstStyle/>
          <a:p>
            <a:fld id="{465F6A33-8929-41AA-8A25-00E3AA79F1EE}" type="slidenum">
              <a:rPr lang="en-US" smtClean="0"/>
              <a:t>4</a:t>
            </a:fld>
            <a:endParaRPr lang="en-US"/>
          </a:p>
        </p:txBody>
      </p:sp>
      <p:sp>
        <p:nvSpPr>
          <p:cNvPr id="11" name="テキスト ボックス 10">
            <a:extLst>
              <a:ext uri="{FF2B5EF4-FFF2-40B4-BE49-F238E27FC236}">
                <a16:creationId xmlns:a16="http://schemas.microsoft.com/office/drawing/2014/main" id="{91B4097F-F4DE-7614-E244-523CB55123A3}"/>
              </a:ext>
            </a:extLst>
          </p:cNvPr>
          <p:cNvSpPr txBox="1"/>
          <p:nvPr/>
        </p:nvSpPr>
        <p:spPr>
          <a:xfrm>
            <a:off x="277090" y="258618"/>
            <a:ext cx="9622763" cy="646331"/>
          </a:xfrm>
          <a:prstGeom prst="rect">
            <a:avLst/>
          </a:prstGeom>
          <a:noFill/>
        </p:spPr>
        <p:txBody>
          <a:bodyPr wrap="square" rtlCol="0">
            <a:spAutoFit/>
          </a:bodyPr>
          <a:lstStyle/>
          <a:p>
            <a:r>
              <a:rPr kumimoji="1" lang="ja-JP" altLang="en-US" sz="3600"/>
              <a:t>研究内容　</a:t>
            </a:r>
            <a:r>
              <a:rPr lang="ja-JP" altLang="en-US" sz="3600" b="1">
                <a:solidFill>
                  <a:srgbClr val="222222"/>
                </a:solidFill>
                <a:latin typeface="Noto Sans JP"/>
              </a:rPr>
              <a:t>工程① 人体モデルの拡張</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A17394FF-A0C8-84E9-201D-7D4A8E67D0F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8" name="図 47">
            <a:extLst>
              <a:ext uri="{FF2B5EF4-FFF2-40B4-BE49-F238E27FC236}">
                <a16:creationId xmlns:a16="http://schemas.microsoft.com/office/drawing/2014/main" id="{C416D623-A2BA-BEBA-96D8-2B1DC9CEC280}"/>
              </a:ext>
            </a:extLst>
          </p:cNvPr>
          <p:cNvPicPr>
            <a:picLocks noChangeAspect="1"/>
          </p:cNvPicPr>
          <p:nvPr/>
        </p:nvPicPr>
        <p:blipFill>
          <a:blip r:embed="rId3">
            <a:extLst>
              <a:ext uri="{28A0092B-C50C-407E-A947-70E740481C1C}">
                <a14:useLocalDpi xmlns:a14="http://schemas.microsoft.com/office/drawing/2010/main" val="0"/>
              </a:ext>
            </a:extLst>
          </a:blip>
          <a:srcRect l="8225" t="3336" r="14394" b="2892"/>
          <a:stretch>
            <a:fillRect/>
          </a:stretch>
        </p:blipFill>
        <p:spPr>
          <a:xfrm>
            <a:off x="6745117" y="2935391"/>
            <a:ext cx="1374653" cy="2880464"/>
          </a:xfrm>
          <a:prstGeom prst="rect">
            <a:avLst/>
          </a:prstGeom>
        </p:spPr>
      </p:pic>
      <p:sp>
        <p:nvSpPr>
          <p:cNvPr id="50" name="テキスト ボックス 49">
            <a:extLst>
              <a:ext uri="{FF2B5EF4-FFF2-40B4-BE49-F238E27FC236}">
                <a16:creationId xmlns:a16="http://schemas.microsoft.com/office/drawing/2014/main" id="{52C0885E-08AB-E0F2-0C3F-D656F76CEB64}"/>
              </a:ext>
            </a:extLst>
          </p:cNvPr>
          <p:cNvSpPr txBox="1"/>
          <p:nvPr/>
        </p:nvSpPr>
        <p:spPr>
          <a:xfrm>
            <a:off x="6863911" y="5815855"/>
            <a:ext cx="1990726" cy="338554"/>
          </a:xfrm>
          <a:prstGeom prst="rect">
            <a:avLst/>
          </a:prstGeom>
          <a:noFill/>
        </p:spPr>
        <p:txBody>
          <a:bodyPr vert="horz" wrap="square" rtlCol="0">
            <a:spAutoFit/>
          </a:bodyPr>
          <a:lstStyle/>
          <a:p>
            <a:r>
              <a:rPr lang="en-US" altLang="ja-JP" sz="1600" dirty="0"/>
              <a:t>H36M</a:t>
            </a:r>
            <a:r>
              <a:rPr lang="ja-JP" altLang="en-US" sz="1600" dirty="0"/>
              <a:t>（</a:t>
            </a:r>
            <a:r>
              <a:rPr lang="en-US" altLang="ja-JP" sz="1600" dirty="0"/>
              <a:t>17</a:t>
            </a:r>
            <a:r>
              <a:rPr lang="ja-JP" altLang="en-US" sz="1600" dirty="0"/>
              <a:t>点）</a:t>
            </a:r>
            <a:endParaRPr lang="en-US" altLang="ja-JP" sz="1600" dirty="0"/>
          </a:p>
        </p:txBody>
      </p:sp>
      <p:sp>
        <p:nvSpPr>
          <p:cNvPr id="2" name="Footer Placeholder 4">
            <a:extLst>
              <a:ext uri="{FF2B5EF4-FFF2-40B4-BE49-F238E27FC236}">
                <a16:creationId xmlns:a16="http://schemas.microsoft.com/office/drawing/2014/main" id="{4C010968-A70A-6840-463C-91341CD1493D}"/>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AA3A0A67-C733-9F44-8C06-C6AB39D2A328}"/>
              </a:ext>
            </a:extLst>
          </p:cNvPr>
          <p:cNvSpPr>
            <a:spLocks noGrp="1"/>
          </p:cNvSpPr>
          <p:nvPr>
            <p:ph type="dt" sz="half" idx="10"/>
          </p:nvPr>
        </p:nvSpPr>
        <p:spPr>
          <a:xfrm>
            <a:off x="838200" y="6449338"/>
            <a:ext cx="2743200" cy="365125"/>
          </a:xfrm>
        </p:spPr>
        <p:txBody>
          <a:bodyPr/>
          <a:lstStyle/>
          <a:p>
            <a:r>
              <a:rPr lang="en-US"/>
              <a:t>2026/9/24</a:t>
            </a:r>
          </a:p>
        </p:txBody>
      </p:sp>
      <p:pic>
        <p:nvPicPr>
          <p:cNvPr id="5" name="図 4">
            <a:extLst>
              <a:ext uri="{FF2B5EF4-FFF2-40B4-BE49-F238E27FC236}">
                <a16:creationId xmlns:a16="http://schemas.microsoft.com/office/drawing/2014/main" id="{D64F8FBB-511A-A0FE-35DE-87319C5408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5474" y="3071503"/>
            <a:ext cx="1232617" cy="2752495"/>
          </a:xfrm>
          <a:prstGeom prst="rect">
            <a:avLst/>
          </a:prstGeom>
        </p:spPr>
      </p:pic>
      <p:sp>
        <p:nvSpPr>
          <p:cNvPr id="9" name="テキスト ボックス 8">
            <a:extLst>
              <a:ext uri="{FF2B5EF4-FFF2-40B4-BE49-F238E27FC236}">
                <a16:creationId xmlns:a16="http://schemas.microsoft.com/office/drawing/2014/main" id="{10C0EFF0-7E0D-1071-9DCF-3971BEF0377F}"/>
              </a:ext>
            </a:extLst>
          </p:cNvPr>
          <p:cNvSpPr txBox="1"/>
          <p:nvPr/>
        </p:nvSpPr>
        <p:spPr>
          <a:xfrm>
            <a:off x="3710528" y="5823998"/>
            <a:ext cx="2543175" cy="338554"/>
          </a:xfrm>
          <a:prstGeom prst="rect">
            <a:avLst/>
          </a:prstGeom>
          <a:noFill/>
        </p:spPr>
        <p:txBody>
          <a:bodyPr vert="horz" wrap="square" rtlCol="0">
            <a:spAutoFit/>
          </a:bodyPr>
          <a:lstStyle/>
          <a:p>
            <a:r>
              <a:rPr lang="en-US" altLang="ja-JP" sz="1600" dirty="0"/>
              <a:t>COCO</a:t>
            </a:r>
            <a:r>
              <a:rPr lang="ja-JP" altLang="en-US" sz="1600" dirty="0"/>
              <a:t> </a:t>
            </a:r>
            <a:r>
              <a:rPr lang="en-US" altLang="ja-JP" sz="1600" dirty="0"/>
              <a:t>dataset</a:t>
            </a:r>
            <a:r>
              <a:rPr lang="ja-JP" altLang="en-US" sz="1600" dirty="0"/>
              <a:t>（</a:t>
            </a:r>
            <a:r>
              <a:rPr lang="en-US" altLang="ja-JP" sz="1600" dirty="0"/>
              <a:t>17</a:t>
            </a:r>
            <a:r>
              <a:rPr lang="ja-JP" altLang="en-US" sz="1600" dirty="0"/>
              <a:t>点）</a:t>
            </a:r>
            <a:endParaRPr lang="en-US" altLang="ja-JP" sz="1600" dirty="0"/>
          </a:p>
        </p:txBody>
      </p:sp>
      <p:graphicFrame>
        <p:nvGraphicFramePr>
          <p:cNvPr id="4" name="表 3">
            <a:extLst>
              <a:ext uri="{FF2B5EF4-FFF2-40B4-BE49-F238E27FC236}">
                <a16:creationId xmlns:a16="http://schemas.microsoft.com/office/drawing/2014/main" id="{5306B373-9934-7D67-33BB-3E29DF33BC98}"/>
              </a:ext>
            </a:extLst>
          </p:cNvPr>
          <p:cNvGraphicFramePr>
            <a:graphicFrameLocks noGrp="1"/>
          </p:cNvGraphicFramePr>
          <p:nvPr>
            <p:extLst>
              <p:ext uri="{D42A27DB-BD31-4B8C-83A1-F6EECF244321}">
                <p14:modId xmlns:p14="http://schemas.microsoft.com/office/powerpoint/2010/main" val="685388240"/>
              </p:ext>
            </p:extLst>
          </p:nvPr>
        </p:nvGraphicFramePr>
        <p:xfrm>
          <a:off x="2032000" y="1363909"/>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009450688"/>
                    </a:ext>
                  </a:extLst>
                </a:gridCol>
                <a:gridCol w="2709333">
                  <a:extLst>
                    <a:ext uri="{9D8B030D-6E8A-4147-A177-3AD203B41FA5}">
                      <a16:colId xmlns:a16="http://schemas.microsoft.com/office/drawing/2014/main" val="1673789025"/>
                    </a:ext>
                  </a:extLst>
                </a:gridCol>
                <a:gridCol w="2709333">
                  <a:extLst>
                    <a:ext uri="{9D8B030D-6E8A-4147-A177-3AD203B41FA5}">
                      <a16:colId xmlns:a16="http://schemas.microsoft.com/office/drawing/2014/main" val="2862848803"/>
                    </a:ext>
                  </a:extLst>
                </a:gridCol>
              </a:tblGrid>
              <a:tr h="370840">
                <a:tc>
                  <a:txBody>
                    <a:bodyPr/>
                    <a:lstStyle/>
                    <a:p>
                      <a:endParaRPr kumimoji="1" lang="ja-JP" altLang="en-US" dirty="0"/>
                    </a:p>
                  </a:txBody>
                  <a:tcPr/>
                </a:tc>
                <a:tc>
                  <a:txBody>
                    <a:bodyPr/>
                    <a:lstStyle/>
                    <a:p>
                      <a:r>
                        <a:rPr kumimoji="1" lang="ja-JP" altLang="en-US" dirty="0"/>
                        <a:t>モデル</a:t>
                      </a:r>
                    </a:p>
                  </a:txBody>
                  <a:tcPr/>
                </a:tc>
                <a:tc>
                  <a:txBody>
                    <a:bodyPr/>
                    <a:lstStyle/>
                    <a:p>
                      <a:r>
                        <a:rPr kumimoji="1" lang="ja-JP" altLang="en-US" dirty="0"/>
                        <a:t>データセット</a:t>
                      </a:r>
                    </a:p>
                  </a:txBody>
                  <a:tcPr/>
                </a:tc>
                <a:extLst>
                  <a:ext uri="{0D108BD9-81ED-4DB2-BD59-A6C34878D82A}">
                    <a16:rowId xmlns:a16="http://schemas.microsoft.com/office/drawing/2014/main" val="2650576786"/>
                  </a:ext>
                </a:extLst>
              </a:tr>
              <a:tr h="370840">
                <a:tc>
                  <a:txBody>
                    <a:bodyPr/>
                    <a:lstStyle/>
                    <a:p>
                      <a:r>
                        <a:rPr kumimoji="1" lang="en-US" altLang="ja-JP" dirty="0"/>
                        <a:t>2</a:t>
                      </a:r>
                      <a:r>
                        <a:rPr kumimoji="1" lang="ja-JP" altLang="en-US" dirty="0"/>
                        <a:t>次元姿勢推定</a:t>
                      </a:r>
                    </a:p>
                  </a:txBody>
                  <a:tcPr/>
                </a:tc>
                <a:tc>
                  <a:txBody>
                    <a:bodyPr/>
                    <a:lstStyle/>
                    <a:p>
                      <a:r>
                        <a:rPr kumimoji="1" lang="en-US" altLang="ja-JP" dirty="0" err="1"/>
                        <a:t>HRNet</a:t>
                      </a:r>
                      <a:endParaRPr kumimoji="1" lang="ja-JP" altLang="en-US" dirty="0"/>
                    </a:p>
                  </a:txBody>
                  <a:tcPr/>
                </a:tc>
                <a:tc>
                  <a:txBody>
                    <a:bodyPr/>
                    <a:lstStyle/>
                    <a:p>
                      <a:r>
                        <a:rPr kumimoji="1" lang="en-US" altLang="ja-JP" dirty="0"/>
                        <a:t>COCO dataset</a:t>
                      </a:r>
                      <a:endParaRPr kumimoji="1" lang="ja-JP" altLang="en-US" dirty="0"/>
                    </a:p>
                  </a:txBody>
                  <a:tcPr/>
                </a:tc>
                <a:extLst>
                  <a:ext uri="{0D108BD9-81ED-4DB2-BD59-A6C34878D82A}">
                    <a16:rowId xmlns:a16="http://schemas.microsoft.com/office/drawing/2014/main" val="258276782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3</a:t>
                      </a:r>
                      <a:r>
                        <a:rPr kumimoji="1" lang="ja-JP" altLang="en-US" dirty="0"/>
                        <a:t>次元姿勢推定</a:t>
                      </a:r>
                    </a:p>
                  </a:txBody>
                  <a:tcPr/>
                </a:tc>
                <a:tc>
                  <a:txBody>
                    <a:bodyPr/>
                    <a:lstStyle/>
                    <a:p>
                      <a:r>
                        <a:rPr kumimoji="1" lang="en-US" altLang="ja-JP" dirty="0" err="1"/>
                        <a:t>MotionBERT</a:t>
                      </a:r>
                      <a:endParaRPr kumimoji="1" lang="ja-JP" altLang="en-US" dirty="0"/>
                    </a:p>
                  </a:txBody>
                  <a:tcPr/>
                </a:tc>
                <a:tc>
                  <a:txBody>
                    <a:bodyPr/>
                    <a:lstStyle/>
                    <a:p>
                      <a:r>
                        <a:rPr kumimoji="1" lang="en-US" altLang="ja-JP" dirty="0"/>
                        <a:t>H36M</a:t>
                      </a:r>
                      <a:endParaRPr kumimoji="1" lang="ja-JP" altLang="en-US" dirty="0"/>
                    </a:p>
                  </a:txBody>
                  <a:tcPr/>
                </a:tc>
                <a:extLst>
                  <a:ext uri="{0D108BD9-81ED-4DB2-BD59-A6C34878D82A}">
                    <a16:rowId xmlns:a16="http://schemas.microsoft.com/office/drawing/2014/main" val="354397012"/>
                  </a:ext>
                </a:extLst>
              </a:tr>
            </a:tbl>
          </a:graphicData>
        </a:graphic>
      </p:graphicFrame>
    </p:spTree>
    <p:extLst>
      <p:ext uri="{BB962C8B-B14F-4D97-AF65-F5344CB8AC3E}">
        <p14:creationId xmlns:p14="http://schemas.microsoft.com/office/powerpoint/2010/main" val="2712717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DEE84-7DB5-6FBF-6F72-44EB9302BE6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848730A-E6D6-919E-D12D-039E59F625A3}"/>
              </a:ext>
            </a:extLst>
          </p:cNvPr>
          <p:cNvSpPr>
            <a:spLocks noGrp="1"/>
          </p:cNvSpPr>
          <p:nvPr>
            <p:ph type="sldNum" sz="quarter" idx="12"/>
          </p:nvPr>
        </p:nvSpPr>
        <p:spPr/>
        <p:txBody>
          <a:bodyPr/>
          <a:lstStyle/>
          <a:p>
            <a:fld id="{465F6A33-8929-41AA-8A25-00E3AA79F1EE}" type="slidenum">
              <a:rPr lang="en-US" smtClean="0"/>
              <a:t>5</a:t>
            </a:fld>
            <a:endParaRPr lang="en-US"/>
          </a:p>
        </p:txBody>
      </p:sp>
      <p:sp>
        <p:nvSpPr>
          <p:cNvPr id="11" name="テキスト ボックス 10">
            <a:extLst>
              <a:ext uri="{FF2B5EF4-FFF2-40B4-BE49-F238E27FC236}">
                <a16:creationId xmlns:a16="http://schemas.microsoft.com/office/drawing/2014/main" id="{CF60603F-BF27-4045-80B3-94D352740838}"/>
              </a:ext>
            </a:extLst>
          </p:cNvPr>
          <p:cNvSpPr txBox="1"/>
          <p:nvPr/>
        </p:nvSpPr>
        <p:spPr>
          <a:xfrm>
            <a:off x="277090" y="258618"/>
            <a:ext cx="10352809" cy="646331"/>
          </a:xfrm>
          <a:prstGeom prst="rect">
            <a:avLst/>
          </a:prstGeom>
          <a:noFill/>
        </p:spPr>
        <p:txBody>
          <a:bodyPr wrap="square" rtlCol="0">
            <a:spAutoFit/>
          </a:bodyPr>
          <a:lstStyle/>
          <a:p>
            <a:r>
              <a:rPr kumimoji="1" lang="ja-JP" altLang="en-US" sz="3600"/>
              <a:t>研究内容　</a:t>
            </a:r>
            <a:r>
              <a:rPr lang="ja-JP" altLang="en-US" sz="3600" b="1">
                <a:solidFill>
                  <a:srgbClr val="222222"/>
                </a:solidFill>
                <a:latin typeface="Noto Sans JP"/>
              </a:rPr>
              <a:t>工程② データセットの拡張</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4C4B02A7-6D72-4096-40E5-B3BFC8527317}"/>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D63565B0-4E0E-B871-E93A-9E9732A001D1}"/>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1DDFEB0-3D53-0C61-DBC9-4631B49F9473}"/>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4" name="表 3">
            <a:extLst>
              <a:ext uri="{FF2B5EF4-FFF2-40B4-BE49-F238E27FC236}">
                <a16:creationId xmlns:a16="http://schemas.microsoft.com/office/drawing/2014/main" id="{20D09AF3-8A14-F111-FDBF-14A2E821E54B}"/>
              </a:ext>
            </a:extLst>
          </p:cNvPr>
          <p:cNvGraphicFramePr>
            <a:graphicFrameLocks noGrp="1"/>
          </p:cNvGraphicFramePr>
          <p:nvPr>
            <p:extLst>
              <p:ext uri="{D42A27DB-BD31-4B8C-83A1-F6EECF244321}">
                <p14:modId xmlns:p14="http://schemas.microsoft.com/office/powerpoint/2010/main" val="2156264922"/>
              </p:ext>
            </p:extLst>
          </p:nvPr>
        </p:nvGraphicFramePr>
        <p:xfrm>
          <a:off x="12822816" y="1011692"/>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spine5</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grpSp>
        <p:nvGrpSpPr>
          <p:cNvPr id="25" name="グループ化 24">
            <a:extLst>
              <a:ext uri="{FF2B5EF4-FFF2-40B4-BE49-F238E27FC236}">
                <a16:creationId xmlns:a16="http://schemas.microsoft.com/office/drawing/2014/main" id="{A585FF2D-4835-80CA-BB98-1CC37C539437}"/>
              </a:ext>
            </a:extLst>
          </p:cNvPr>
          <p:cNvGrpSpPr/>
          <p:nvPr/>
        </p:nvGrpSpPr>
        <p:grpSpPr>
          <a:xfrm>
            <a:off x="12523549" y="4347366"/>
            <a:ext cx="6663699" cy="2239376"/>
            <a:chOff x="767805" y="2520809"/>
            <a:chExt cx="6663699" cy="2239376"/>
          </a:xfrm>
        </p:grpSpPr>
        <p:sp>
          <p:nvSpPr>
            <p:cNvPr id="5" name="テキスト ボックス 4">
              <a:extLst>
                <a:ext uri="{FF2B5EF4-FFF2-40B4-BE49-F238E27FC236}">
                  <a16:creationId xmlns:a16="http://schemas.microsoft.com/office/drawing/2014/main" id="{B01BA904-3777-78C1-F96B-32A3A990EC0E}"/>
                </a:ext>
              </a:extLst>
            </p:cNvPr>
            <p:cNvSpPr txBox="1"/>
            <p:nvPr/>
          </p:nvSpPr>
          <p:spPr>
            <a:xfrm>
              <a:off x="767805" y="4236965"/>
              <a:ext cx="1657823" cy="523220"/>
            </a:xfrm>
            <a:prstGeom prst="rect">
              <a:avLst/>
            </a:prstGeom>
            <a:noFill/>
          </p:spPr>
          <p:txBody>
            <a:bodyPr wrap="square" rtlCol="0">
              <a:spAutoFit/>
            </a:bodyPr>
            <a:lstStyle/>
            <a:p>
              <a:pPr algn="ctr"/>
              <a:r>
                <a:rPr lang="ja-JP" altLang="en-US" sz="1400" b="1" dirty="0"/>
                <a:t>ポーズ</a:t>
              </a:r>
              <a:endParaRPr lang="en-US" altLang="ja-JP" sz="1400" b="1" dirty="0"/>
            </a:p>
            <a:p>
              <a:pPr algn="ctr"/>
              <a:r>
                <a:rPr kumimoji="1" lang="en-US" altLang="ja-JP" sz="1400" b="1" dirty="0"/>
                <a:t>(a)3D </a:t>
              </a:r>
              <a:r>
                <a:rPr kumimoji="1" lang="en-US" altLang="ja-JP" sz="1400" b="1" dirty="0" err="1"/>
                <a:t>keypoints</a:t>
              </a:r>
              <a:endParaRPr kumimoji="1" lang="ja-JP" altLang="en-US" sz="1400" b="1" dirty="0"/>
            </a:p>
          </p:txBody>
        </p:sp>
        <p:sp>
          <p:nvSpPr>
            <p:cNvPr id="8" name="矢印: 右 7">
              <a:extLst>
                <a:ext uri="{FF2B5EF4-FFF2-40B4-BE49-F238E27FC236}">
                  <a16:creationId xmlns:a16="http://schemas.microsoft.com/office/drawing/2014/main" id="{748A91D8-00FC-6593-8199-BA702E18F134}"/>
                </a:ext>
              </a:extLst>
            </p:cNvPr>
            <p:cNvSpPr/>
            <p:nvPr/>
          </p:nvSpPr>
          <p:spPr>
            <a:xfrm>
              <a:off x="3639672" y="3245346"/>
              <a:ext cx="417747" cy="21358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B965AE75-C182-9A4B-87AB-EF4CCEB87F50}"/>
                </a:ext>
              </a:extLst>
            </p:cNvPr>
            <p:cNvGrpSpPr/>
            <p:nvPr/>
          </p:nvGrpSpPr>
          <p:grpSpPr>
            <a:xfrm>
              <a:off x="5219917" y="3362434"/>
              <a:ext cx="508577" cy="276999"/>
              <a:chOff x="5912544" y="1914879"/>
              <a:chExt cx="489274" cy="214193"/>
            </a:xfrm>
          </p:grpSpPr>
          <p:sp>
            <p:nvSpPr>
              <p:cNvPr id="13" name="正方形/長方形 12">
                <a:extLst>
                  <a:ext uri="{FF2B5EF4-FFF2-40B4-BE49-F238E27FC236}">
                    <a16:creationId xmlns:a16="http://schemas.microsoft.com/office/drawing/2014/main" id="{82332FC7-1703-CED5-871C-5E24E4690BE7}"/>
                  </a:ext>
                </a:extLst>
              </p:cNvPr>
              <p:cNvSpPr/>
              <p:nvPr/>
            </p:nvSpPr>
            <p:spPr>
              <a:xfrm>
                <a:off x="6035334" y="1914879"/>
                <a:ext cx="366484" cy="214193"/>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二等辺三角形 13">
                <a:extLst>
                  <a:ext uri="{FF2B5EF4-FFF2-40B4-BE49-F238E27FC236}">
                    <a16:creationId xmlns:a16="http://schemas.microsoft.com/office/drawing/2014/main" id="{B8086926-C6D6-1DA0-0E32-E2EF49210481}"/>
                  </a:ext>
                </a:extLst>
              </p:cNvPr>
              <p:cNvSpPr/>
              <p:nvPr/>
            </p:nvSpPr>
            <p:spPr>
              <a:xfrm rot="5400000">
                <a:off x="5881417" y="1978711"/>
                <a:ext cx="153329" cy="91076"/>
              </a:xfrm>
              <a:prstGeom prst="triangle">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左中かっこ 14">
              <a:extLst>
                <a:ext uri="{FF2B5EF4-FFF2-40B4-BE49-F238E27FC236}">
                  <a16:creationId xmlns:a16="http://schemas.microsoft.com/office/drawing/2014/main" id="{67AE1883-F716-A97F-C4CC-F2DFB0160B77}"/>
                </a:ext>
              </a:extLst>
            </p:cNvPr>
            <p:cNvSpPr/>
            <p:nvPr/>
          </p:nvSpPr>
          <p:spPr>
            <a:xfrm rot="5400000">
              <a:off x="5627033" y="1395488"/>
              <a:ext cx="224145" cy="308068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7800DA27-1681-01DC-F9DA-CB22AD12FAE7}"/>
                </a:ext>
              </a:extLst>
            </p:cNvPr>
            <p:cNvSpPr txBox="1"/>
            <p:nvPr/>
          </p:nvSpPr>
          <p:spPr>
            <a:xfrm>
              <a:off x="5313184" y="2520809"/>
              <a:ext cx="900786" cy="307777"/>
            </a:xfrm>
            <a:prstGeom prst="rect">
              <a:avLst/>
            </a:prstGeom>
            <a:noFill/>
          </p:spPr>
          <p:txBody>
            <a:bodyPr wrap="square" rtlCol="0">
              <a:spAutoFit/>
            </a:bodyPr>
            <a:lstStyle/>
            <a:p>
              <a:r>
                <a:rPr kumimoji="1" lang="en-US" altLang="ja-JP" sz="1400" b="1"/>
                <a:t>Blender</a:t>
              </a:r>
              <a:endParaRPr kumimoji="1" lang="ja-JP" altLang="en-US" sz="1400" b="1"/>
            </a:p>
          </p:txBody>
        </p:sp>
        <p:sp>
          <p:nvSpPr>
            <p:cNvPr id="17" name="テキスト ボックス 16">
              <a:extLst>
                <a:ext uri="{FF2B5EF4-FFF2-40B4-BE49-F238E27FC236}">
                  <a16:creationId xmlns:a16="http://schemas.microsoft.com/office/drawing/2014/main" id="{2B875CF8-0058-749D-D826-5CB2C031AC6E}"/>
                </a:ext>
              </a:extLst>
            </p:cNvPr>
            <p:cNvSpPr txBox="1"/>
            <p:nvPr/>
          </p:nvSpPr>
          <p:spPr>
            <a:xfrm>
              <a:off x="5771409" y="3262417"/>
              <a:ext cx="1613589" cy="523220"/>
            </a:xfrm>
            <a:prstGeom prst="rect">
              <a:avLst/>
            </a:prstGeom>
            <a:noFill/>
          </p:spPr>
          <p:txBody>
            <a:bodyPr wrap="square" rtlCol="0">
              <a:spAutoFit/>
            </a:bodyPr>
            <a:lstStyle/>
            <a:p>
              <a:r>
                <a:rPr lang="en-US" altLang="ja-JP" sz="1400" b="1"/>
                <a:t>(b)2D </a:t>
              </a:r>
              <a:r>
                <a:rPr lang="en-US" altLang="ja-JP" sz="1400" b="1" err="1"/>
                <a:t>keypoints</a:t>
              </a:r>
              <a:endParaRPr lang="en-US" altLang="ja-JP" sz="1400" b="1"/>
            </a:p>
            <a:p>
              <a:r>
                <a:rPr kumimoji="1" lang="en-US" altLang="ja-JP" sz="1400" b="1"/>
                <a:t>(c)image</a:t>
              </a:r>
              <a:endParaRPr kumimoji="1" lang="ja-JP" altLang="en-US" sz="1400" b="1"/>
            </a:p>
          </p:txBody>
        </p:sp>
        <p:sp>
          <p:nvSpPr>
            <p:cNvPr id="18" name="テキスト ボックス 17">
              <a:extLst>
                <a:ext uri="{FF2B5EF4-FFF2-40B4-BE49-F238E27FC236}">
                  <a16:creationId xmlns:a16="http://schemas.microsoft.com/office/drawing/2014/main" id="{F51BF5B9-0691-F8F0-7924-74D01ECB667C}"/>
                </a:ext>
              </a:extLst>
            </p:cNvPr>
            <p:cNvSpPr txBox="1"/>
            <p:nvPr/>
          </p:nvSpPr>
          <p:spPr>
            <a:xfrm>
              <a:off x="5164239" y="4314615"/>
              <a:ext cx="2267265" cy="307777"/>
            </a:xfrm>
            <a:prstGeom prst="rect">
              <a:avLst/>
            </a:prstGeom>
            <a:noFill/>
          </p:spPr>
          <p:txBody>
            <a:bodyPr wrap="square" rtlCol="0">
              <a:spAutoFit/>
            </a:bodyPr>
            <a:lstStyle/>
            <a:p>
              <a:r>
                <a:rPr lang="ja-JP" altLang="en-US" sz="1400" b="1"/>
                <a:t>ポーズをとったアバター</a:t>
              </a:r>
              <a:endParaRPr kumimoji="1" lang="ja-JP" altLang="en-US" sz="1400" b="1"/>
            </a:p>
          </p:txBody>
        </p:sp>
        <p:sp>
          <p:nvSpPr>
            <p:cNvPr id="19" name="テキスト ボックス 18">
              <a:extLst>
                <a:ext uri="{FF2B5EF4-FFF2-40B4-BE49-F238E27FC236}">
                  <a16:creationId xmlns:a16="http://schemas.microsoft.com/office/drawing/2014/main" id="{3BEBCE1B-F5FB-58B3-85F6-C51333200372}"/>
                </a:ext>
              </a:extLst>
            </p:cNvPr>
            <p:cNvSpPr txBox="1"/>
            <p:nvPr/>
          </p:nvSpPr>
          <p:spPr>
            <a:xfrm>
              <a:off x="5078723" y="3692305"/>
              <a:ext cx="900786" cy="307777"/>
            </a:xfrm>
            <a:prstGeom prst="rect">
              <a:avLst/>
            </a:prstGeom>
            <a:noFill/>
          </p:spPr>
          <p:txBody>
            <a:bodyPr wrap="square" rtlCol="0">
              <a:spAutoFit/>
            </a:bodyPr>
            <a:lstStyle/>
            <a:p>
              <a:pPr algn="ctr"/>
              <a:r>
                <a:rPr lang="ja-JP" altLang="en-US" sz="1400" b="1" dirty="0"/>
                <a:t>カメラ</a:t>
              </a:r>
              <a:endParaRPr kumimoji="1" lang="ja-JP" altLang="en-US" sz="1400" b="1" dirty="0"/>
            </a:p>
          </p:txBody>
        </p:sp>
        <p:sp>
          <p:nvSpPr>
            <p:cNvPr id="20" name="テキスト ボックス 19">
              <a:extLst>
                <a:ext uri="{FF2B5EF4-FFF2-40B4-BE49-F238E27FC236}">
                  <a16:creationId xmlns:a16="http://schemas.microsoft.com/office/drawing/2014/main" id="{43A695BB-12A5-4295-48CE-E627F9890028}"/>
                </a:ext>
              </a:extLst>
            </p:cNvPr>
            <p:cNvSpPr txBox="1"/>
            <p:nvPr/>
          </p:nvSpPr>
          <p:spPr>
            <a:xfrm>
              <a:off x="2368409" y="4221576"/>
              <a:ext cx="1333500" cy="307777"/>
            </a:xfrm>
            <a:prstGeom prst="rect">
              <a:avLst/>
            </a:prstGeom>
            <a:noFill/>
          </p:spPr>
          <p:txBody>
            <a:bodyPr wrap="square" rtlCol="0">
              <a:spAutoFit/>
            </a:bodyPr>
            <a:lstStyle/>
            <a:p>
              <a:pPr algn="ctr"/>
              <a:r>
                <a:rPr kumimoji="1" lang="ja-JP" altLang="en-US" sz="1400" b="1"/>
                <a:t>アバター</a:t>
              </a:r>
            </a:p>
          </p:txBody>
        </p:sp>
        <p:sp>
          <p:nvSpPr>
            <p:cNvPr id="21" name="十字形 20">
              <a:extLst>
                <a:ext uri="{FF2B5EF4-FFF2-40B4-BE49-F238E27FC236}">
                  <a16:creationId xmlns:a16="http://schemas.microsoft.com/office/drawing/2014/main" id="{86BD2F19-916C-2F07-CD25-4315FD34AED2}"/>
                </a:ext>
              </a:extLst>
            </p:cNvPr>
            <p:cNvSpPr/>
            <p:nvPr/>
          </p:nvSpPr>
          <p:spPr>
            <a:xfrm>
              <a:off x="2048429" y="3180409"/>
              <a:ext cx="355352" cy="343454"/>
            </a:xfrm>
            <a:prstGeom prst="plus">
              <a:avLst>
                <a:gd name="adj" fmla="val 4025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図 21">
              <a:extLst>
                <a:ext uri="{FF2B5EF4-FFF2-40B4-BE49-F238E27FC236}">
                  <a16:creationId xmlns:a16="http://schemas.microsoft.com/office/drawing/2014/main" id="{C57D0B4E-6870-0884-E032-7E2F9580A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7262" y="3008437"/>
              <a:ext cx="936977" cy="1613955"/>
            </a:xfrm>
            <a:prstGeom prst="rect">
              <a:avLst/>
            </a:prstGeom>
          </p:spPr>
        </p:pic>
        <p:pic>
          <p:nvPicPr>
            <p:cNvPr id="23" name="図 22">
              <a:extLst>
                <a:ext uri="{FF2B5EF4-FFF2-40B4-BE49-F238E27FC236}">
                  <a16:creationId xmlns:a16="http://schemas.microsoft.com/office/drawing/2014/main" id="{AF1B5A6C-0959-7852-70B3-D5CFC867A1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6669" y="2674698"/>
              <a:ext cx="932774" cy="1546877"/>
            </a:xfrm>
            <a:prstGeom prst="rect">
              <a:avLst/>
            </a:prstGeom>
          </p:spPr>
        </p:pic>
        <p:pic>
          <p:nvPicPr>
            <p:cNvPr id="24" name="図 23">
              <a:extLst>
                <a:ext uri="{FF2B5EF4-FFF2-40B4-BE49-F238E27FC236}">
                  <a16:creationId xmlns:a16="http://schemas.microsoft.com/office/drawing/2014/main" id="{F69A1F14-FF30-8664-C15B-8AD81624DC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88699" y="2674698"/>
              <a:ext cx="1066055" cy="1580107"/>
            </a:xfrm>
            <a:prstGeom prst="rect">
              <a:avLst/>
            </a:prstGeom>
          </p:spPr>
        </p:pic>
      </p:grpSp>
      <p:sp>
        <p:nvSpPr>
          <p:cNvPr id="26" name="TextBox 3">
            <a:extLst>
              <a:ext uri="{FF2B5EF4-FFF2-40B4-BE49-F238E27FC236}">
                <a16:creationId xmlns:a16="http://schemas.microsoft.com/office/drawing/2014/main" id="{AD4E38E4-0228-CFF2-5D46-559179356D63}"/>
              </a:ext>
            </a:extLst>
          </p:cNvPr>
          <p:cNvSpPr txBox="1"/>
          <p:nvPr/>
        </p:nvSpPr>
        <p:spPr>
          <a:xfrm>
            <a:off x="579600" y="1148930"/>
            <a:ext cx="4418858" cy="307777"/>
          </a:xfrm>
          <a:prstGeom prst="rect">
            <a:avLst/>
          </a:prstGeom>
          <a:noFill/>
        </p:spPr>
        <p:txBody>
          <a:bodyPr wrap="square" lIns="0" tIns="0" rIns="0" bIns="0" anchor="t">
            <a:spAutoFit/>
          </a:bodyPr>
          <a:lstStyle/>
          <a:p>
            <a:pPr>
              <a:lnSpc>
                <a:spcPts val="2400"/>
              </a:lnSpc>
            </a:pPr>
            <a:r>
              <a:rPr lang="en-US" altLang="ja-JP" sz="2000" b="1">
                <a:solidFill>
                  <a:srgbClr val="222222"/>
                </a:solidFill>
                <a:latin typeface="Noto Sans JP"/>
              </a:rPr>
              <a:t>3DCG</a:t>
            </a:r>
            <a:r>
              <a:rPr lang="ja-JP" altLang="en-US" sz="2000" b="1">
                <a:solidFill>
                  <a:srgbClr val="222222"/>
                </a:solidFill>
                <a:latin typeface="Noto Sans JP"/>
              </a:rPr>
              <a:t>を用いたデータセット作成手法</a:t>
            </a:r>
            <a:endParaRPr lang="en-US" altLang="ja-JP" sz="2000" b="1">
              <a:solidFill>
                <a:srgbClr val="222222"/>
              </a:solidFill>
              <a:latin typeface="Noto Sans JP"/>
            </a:endParaRPr>
          </a:p>
        </p:txBody>
      </p:sp>
      <p:sp>
        <p:nvSpPr>
          <p:cNvPr id="28" name="TextBox 3">
            <a:extLst>
              <a:ext uri="{FF2B5EF4-FFF2-40B4-BE49-F238E27FC236}">
                <a16:creationId xmlns:a16="http://schemas.microsoft.com/office/drawing/2014/main" id="{638ED28B-B87D-DD00-8299-22FE24B65FAF}"/>
              </a:ext>
            </a:extLst>
          </p:cNvPr>
          <p:cNvSpPr txBox="1"/>
          <p:nvPr/>
        </p:nvSpPr>
        <p:spPr>
          <a:xfrm>
            <a:off x="579598" y="5645274"/>
            <a:ext cx="10997587" cy="615553"/>
          </a:xfrm>
          <a:prstGeom prst="rect">
            <a:avLst/>
          </a:prstGeom>
          <a:noFill/>
        </p:spPr>
        <p:txBody>
          <a:bodyPr wrap="square" lIns="0" tIns="0" rIns="0" bIns="0" anchor="t">
            <a:spAutoFit/>
          </a:bodyPr>
          <a:lstStyle/>
          <a:p>
            <a:pPr>
              <a:lnSpc>
                <a:spcPts val="2400"/>
              </a:lnSpc>
            </a:pPr>
            <a:r>
              <a:rPr lang="ja-JP" altLang="en-US" sz="2000" dirty="0"/>
              <a:t>「アバターのバリエーション増やす」、「同じポーズを複数の視点から撮影する」</a:t>
            </a:r>
            <a:endParaRPr lang="en-US" altLang="ja-JP" sz="2000" dirty="0"/>
          </a:p>
          <a:p>
            <a:pPr>
              <a:lnSpc>
                <a:spcPts val="2400"/>
              </a:lnSpc>
            </a:pPr>
            <a:r>
              <a:rPr lang="en-US" altLang="ja-JP" sz="2000" dirty="0"/>
              <a:t>1</a:t>
            </a:r>
            <a:r>
              <a:rPr lang="ja-JP" altLang="en-US" sz="2000" dirty="0"/>
              <a:t>つのポーズから</a:t>
            </a:r>
            <a:r>
              <a:rPr lang="ja-JP" altLang="en-US" sz="2000" dirty="0">
                <a:solidFill>
                  <a:srgbClr val="FF0000"/>
                </a:solidFill>
              </a:rPr>
              <a:t>セルフオクルージョンに対応した大量のアノテーションデータ</a:t>
            </a:r>
            <a:r>
              <a:rPr lang="ja-JP" altLang="en-US" sz="2000" dirty="0"/>
              <a:t>を作成できる</a:t>
            </a:r>
            <a:endParaRPr lang="en-US" altLang="ja-JP" sz="2000" dirty="0"/>
          </a:p>
        </p:txBody>
      </p:sp>
      <p:pic>
        <p:nvPicPr>
          <p:cNvPr id="9" name="図 8">
            <a:extLst>
              <a:ext uri="{FF2B5EF4-FFF2-40B4-BE49-F238E27FC236}">
                <a16:creationId xmlns:a16="http://schemas.microsoft.com/office/drawing/2014/main" id="{4A3D5B11-C612-5038-68AF-BA8F36B8C73E}"/>
              </a:ext>
            </a:extLst>
          </p:cNvPr>
          <p:cNvPicPr>
            <a:picLocks noChangeAspect="1"/>
          </p:cNvPicPr>
          <p:nvPr/>
        </p:nvPicPr>
        <p:blipFill>
          <a:blip r:embed="rId6">
            <a:extLst>
              <a:ext uri="{28A0092B-C50C-407E-A947-70E740481C1C}">
                <a14:useLocalDpi xmlns:a14="http://schemas.microsoft.com/office/drawing/2010/main" val="0"/>
              </a:ext>
            </a:extLst>
          </a:blip>
          <a:srcRect t="4416"/>
          <a:stretch>
            <a:fillRect/>
          </a:stretch>
        </p:blipFill>
        <p:spPr>
          <a:xfrm>
            <a:off x="4097090" y="3631161"/>
            <a:ext cx="1066220" cy="1554020"/>
          </a:xfrm>
          <a:prstGeom prst="rect">
            <a:avLst/>
          </a:prstGeom>
        </p:spPr>
      </p:pic>
      <p:pic>
        <p:nvPicPr>
          <p:cNvPr id="29" name="図 28">
            <a:extLst>
              <a:ext uri="{FF2B5EF4-FFF2-40B4-BE49-F238E27FC236}">
                <a16:creationId xmlns:a16="http://schemas.microsoft.com/office/drawing/2014/main" id="{673B2667-5D4F-3ED4-7064-8DED66D8905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4096971" y="1971294"/>
            <a:ext cx="1066220" cy="1554020"/>
          </a:xfrm>
          <a:prstGeom prst="rect">
            <a:avLst/>
          </a:prstGeom>
        </p:spPr>
      </p:pic>
      <p:pic>
        <p:nvPicPr>
          <p:cNvPr id="33" name="図 32">
            <a:extLst>
              <a:ext uri="{FF2B5EF4-FFF2-40B4-BE49-F238E27FC236}">
                <a16:creationId xmlns:a16="http://schemas.microsoft.com/office/drawing/2014/main" id="{12B680F2-F234-772A-57C4-6017D88A996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39868" y="1971294"/>
            <a:ext cx="822494" cy="1554022"/>
          </a:xfrm>
          <a:prstGeom prst="rect">
            <a:avLst/>
          </a:prstGeom>
        </p:spPr>
      </p:pic>
      <p:pic>
        <p:nvPicPr>
          <p:cNvPr id="35" name="図 34">
            <a:extLst>
              <a:ext uri="{FF2B5EF4-FFF2-40B4-BE49-F238E27FC236}">
                <a16:creationId xmlns:a16="http://schemas.microsoft.com/office/drawing/2014/main" id="{C4777310-2F4F-FBEB-853E-0FC341E02E39}"/>
              </a:ext>
            </a:extLst>
          </p:cNvPr>
          <p:cNvPicPr>
            <a:picLocks noChangeAspect="1"/>
          </p:cNvPicPr>
          <p:nvPr/>
        </p:nvPicPr>
        <p:blipFill>
          <a:blip r:embed="rId9">
            <a:extLst>
              <a:ext uri="{28A0092B-C50C-407E-A947-70E740481C1C}">
                <a14:useLocalDpi xmlns:a14="http://schemas.microsoft.com/office/drawing/2010/main" val="0"/>
              </a:ext>
            </a:extLst>
          </a:blip>
          <a:srcRect r="9301"/>
          <a:stretch>
            <a:fillRect/>
          </a:stretch>
        </p:blipFill>
        <p:spPr>
          <a:xfrm>
            <a:off x="6655222" y="3636318"/>
            <a:ext cx="981089" cy="1554020"/>
          </a:xfrm>
          <a:prstGeom prst="rect">
            <a:avLst/>
          </a:prstGeom>
        </p:spPr>
      </p:pic>
      <p:pic>
        <p:nvPicPr>
          <p:cNvPr id="37" name="図 36">
            <a:extLst>
              <a:ext uri="{FF2B5EF4-FFF2-40B4-BE49-F238E27FC236}">
                <a16:creationId xmlns:a16="http://schemas.microsoft.com/office/drawing/2014/main" id="{43EC96E1-940E-A648-8825-AD58D2DFB6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92349" y="1971781"/>
            <a:ext cx="1191420" cy="2219091"/>
          </a:xfrm>
          <a:prstGeom prst="rect">
            <a:avLst/>
          </a:prstGeom>
        </p:spPr>
      </p:pic>
      <p:cxnSp>
        <p:nvCxnSpPr>
          <p:cNvPr id="38" name="直線矢印コネクタ 37">
            <a:extLst>
              <a:ext uri="{FF2B5EF4-FFF2-40B4-BE49-F238E27FC236}">
                <a16:creationId xmlns:a16="http://schemas.microsoft.com/office/drawing/2014/main" id="{41207AE7-A7D0-D1D8-4B3A-9E94B9F25A54}"/>
              </a:ext>
            </a:extLst>
          </p:cNvPr>
          <p:cNvCxnSpPr>
            <a:cxnSpLocks/>
            <a:stCxn id="37" idx="3"/>
            <a:endCxn id="29" idx="1"/>
          </p:cNvCxnSpPr>
          <p:nvPr/>
        </p:nvCxnSpPr>
        <p:spPr>
          <a:xfrm flipV="1">
            <a:off x="2883769" y="2748304"/>
            <a:ext cx="1213202" cy="33302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A45B8006-B989-E037-00BD-D98E2F7E33E4}"/>
              </a:ext>
            </a:extLst>
          </p:cNvPr>
          <p:cNvCxnSpPr>
            <a:cxnSpLocks/>
            <a:stCxn id="37" idx="3"/>
            <a:endCxn id="9" idx="1"/>
          </p:cNvCxnSpPr>
          <p:nvPr/>
        </p:nvCxnSpPr>
        <p:spPr>
          <a:xfrm>
            <a:off x="2883769" y="3081327"/>
            <a:ext cx="1213321" cy="132684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7BC9B999-1DB1-C9A0-D6E0-267D43DA2328}"/>
              </a:ext>
            </a:extLst>
          </p:cNvPr>
          <p:cNvCxnSpPr>
            <a:cxnSpLocks/>
            <a:stCxn id="29" idx="3"/>
            <a:endCxn id="33" idx="1"/>
          </p:cNvCxnSpPr>
          <p:nvPr/>
        </p:nvCxnSpPr>
        <p:spPr>
          <a:xfrm>
            <a:off x="5163191" y="2748304"/>
            <a:ext cx="1576677"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F4D927FD-6893-2D32-54B2-E4DEAF05D9E6}"/>
              </a:ext>
            </a:extLst>
          </p:cNvPr>
          <p:cNvCxnSpPr>
            <a:cxnSpLocks/>
            <a:stCxn id="9" idx="3"/>
            <a:endCxn id="35" idx="1"/>
          </p:cNvCxnSpPr>
          <p:nvPr/>
        </p:nvCxnSpPr>
        <p:spPr>
          <a:xfrm>
            <a:off x="5163310" y="4408171"/>
            <a:ext cx="1491912" cy="515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01294DC9-39F3-F976-0059-771A8396CE45}"/>
              </a:ext>
            </a:extLst>
          </p:cNvPr>
          <p:cNvSpPr txBox="1"/>
          <p:nvPr/>
        </p:nvSpPr>
        <p:spPr>
          <a:xfrm>
            <a:off x="797585" y="4235767"/>
            <a:ext cx="2993898" cy="307777"/>
          </a:xfrm>
          <a:prstGeom prst="rect">
            <a:avLst/>
          </a:prstGeom>
          <a:noFill/>
        </p:spPr>
        <p:txBody>
          <a:bodyPr wrap="square" rtlCol="0">
            <a:spAutoFit/>
          </a:bodyPr>
          <a:lstStyle/>
          <a:p>
            <a:pPr algn="ctr"/>
            <a:r>
              <a:rPr lang="ja-JP" altLang="en-US" sz="1400" dirty="0"/>
              <a:t>ポーズをとった</a:t>
            </a:r>
            <a:r>
              <a:rPr kumimoji="1" lang="ja-JP" altLang="en-US" sz="1400" dirty="0"/>
              <a:t>アーマチュア</a:t>
            </a:r>
          </a:p>
        </p:txBody>
      </p:sp>
      <p:sp>
        <p:nvSpPr>
          <p:cNvPr id="67" name="テキスト ボックス 66">
            <a:extLst>
              <a:ext uri="{FF2B5EF4-FFF2-40B4-BE49-F238E27FC236}">
                <a16:creationId xmlns:a16="http://schemas.microsoft.com/office/drawing/2014/main" id="{00769347-FE31-F765-9ED5-83E9CD4A2EE5}"/>
              </a:ext>
            </a:extLst>
          </p:cNvPr>
          <p:cNvSpPr txBox="1"/>
          <p:nvPr/>
        </p:nvSpPr>
        <p:spPr>
          <a:xfrm>
            <a:off x="4096971" y="5228823"/>
            <a:ext cx="1066220" cy="307777"/>
          </a:xfrm>
          <a:prstGeom prst="rect">
            <a:avLst/>
          </a:prstGeom>
          <a:noFill/>
        </p:spPr>
        <p:txBody>
          <a:bodyPr wrap="square" rtlCol="0">
            <a:spAutoFit/>
          </a:bodyPr>
          <a:lstStyle/>
          <a:p>
            <a:pPr algn="ctr"/>
            <a:r>
              <a:rPr lang="ja-JP" altLang="en-US" sz="1400" dirty="0"/>
              <a:t>アバター</a:t>
            </a:r>
            <a:endParaRPr kumimoji="1" lang="ja-JP" altLang="en-US" sz="1400" dirty="0"/>
          </a:p>
        </p:txBody>
      </p:sp>
      <p:sp>
        <p:nvSpPr>
          <p:cNvPr id="69" name="テキスト ボックス 68">
            <a:extLst>
              <a:ext uri="{FF2B5EF4-FFF2-40B4-BE49-F238E27FC236}">
                <a16:creationId xmlns:a16="http://schemas.microsoft.com/office/drawing/2014/main" id="{938CD6AE-C4FD-CC51-02FF-564BB2C918F2}"/>
              </a:ext>
            </a:extLst>
          </p:cNvPr>
          <p:cNvSpPr txBox="1"/>
          <p:nvPr/>
        </p:nvSpPr>
        <p:spPr>
          <a:xfrm>
            <a:off x="5579812" y="5231281"/>
            <a:ext cx="3204631" cy="307777"/>
          </a:xfrm>
          <a:prstGeom prst="rect">
            <a:avLst/>
          </a:prstGeom>
          <a:noFill/>
        </p:spPr>
        <p:txBody>
          <a:bodyPr wrap="square" rtlCol="0">
            <a:spAutoFit/>
          </a:bodyPr>
          <a:lstStyle/>
          <a:p>
            <a:pPr algn="ctr"/>
            <a:r>
              <a:rPr lang="ja-JP" altLang="en-US" sz="1400" dirty="0"/>
              <a:t>ポーズをとったアバター</a:t>
            </a:r>
            <a:endParaRPr kumimoji="1" lang="ja-JP" altLang="en-US" sz="1400" dirty="0"/>
          </a:p>
        </p:txBody>
      </p:sp>
      <p:grpSp>
        <p:nvGrpSpPr>
          <p:cNvPr id="77" name="グループ化 76">
            <a:extLst>
              <a:ext uri="{FF2B5EF4-FFF2-40B4-BE49-F238E27FC236}">
                <a16:creationId xmlns:a16="http://schemas.microsoft.com/office/drawing/2014/main" id="{38628BBF-F850-AA2C-CD20-1BFC906895BB}"/>
              </a:ext>
            </a:extLst>
          </p:cNvPr>
          <p:cNvGrpSpPr/>
          <p:nvPr/>
        </p:nvGrpSpPr>
        <p:grpSpPr>
          <a:xfrm rot="20515507">
            <a:off x="7981983" y="2167188"/>
            <a:ext cx="475776" cy="276968"/>
            <a:chOff x="5647882" y="1854743"/>
            <a:chExt cx="508578" cy="276999"/>
          </a:xfrm>
        </p:grpSpPr>
        <p:sp>
          <p:nvSpPr>
            <p:cNvPr id="72" name="正方形/長方形 71">
              <a:extLst>
                <a:ext uri="{FF2B5EF4-FFF2-40B4-BE49-F238E27FC236}">
                  <a16:creationId xmlns:a16="http://schemas.microsoft.com/office/drawing/2014/main" id="{B1D051E6-CEEE-A017-9C70-A8D3BE6738F1}"/>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二等辺三角形 73">
              <a:extLst>
                <a:ext uri="{FF2B5EF4-FFF2-40B4-BE49-F238E27FC236}">
                  <a16:creationId xmlns:a16="http://schemas.microsoft.com/office/drawing/2014/main" id="{4E6BA175-743B-7068-4FFB-D3D51BBCC775}"/>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6" name="テキスト ボックス 75">
            <a:extLst>
              <a:ext uri="{FF2B5EF4-FFF2-40B4-BE49-F238E27FC236}">
                <a16:creationId xmlns:a16="http://schemas.microsoft.com/office/drawing/2014/main" id="{30CC9629-0A8B-E18C-CE4E-805C78EC3171}"/>
              </a:ext>
            </a:extLst>
          </p:cNvPr>
          <p:cNvSpPr txBox="1"/>
          <p:nvPr/>
        </p:nvSpPr>
        <p:spPr>
          <a:xfrm>
            <a:off x="8500195" y="4903874"/>
            <a:ext cx="842687" cy="307777"/>
          </a:xfrm>
          <a:prstGeom prst="rect">
            <a:avLst/>
          </a:prstGeom>
          <a:noFill/>
        </p:spPr>
        <p:txBody>
          <a:bodyPr wrap="square" rtlCol="0">
            <a:spAutoFit/>
          </a:bodyPr>
          <a:lstStyle/>
          <a:p>
            <a:pPr algn="ctr"/>
            <a:r>
              <a:rPr lang="ja-JP" altLang="en-US" sz="1400" b="1" dirty="0"/>
              <a:t>カメラ</a:t>
            </a:r>
            <a:endParaRPr kumimoji="1" lang="ja-JP" altLang="en-US" sz="1400" b="1" dirty="0"/>
          </a:p>
        </p:txBody>
      </p:sp>
      <p:grpSp>
        <p:nvGrpSpPr>
          <p:cNvPr id="78" name="グループ化 77">
            <a:extLst>
              <a:ext uri="{FF2B5EF4-FFF2-40B4-BE49-F238E27FC236}">
                <a16:creationId xmlns:a16="http://schemas.microsoft.com/office/drawing/2014/main" id="{AA47197B-65CB-76B0-B2FE-B3A4C7427568}"/>
              </a:ext>
            </a:extLst>
          </p:cNvPr>
          <p:cNvGrpSpPr/>
          <p:nvPr/>
        </p:nvGrpSpPr>
        <p:grpSpPr>
          <a:xfrm>
            <a:off x="8009560" y="2593412"/>
            <a:ext cx="475776" cy="276968"/>
            <a:chOff x="5647882" y="1854743"/>
            <a:chExt cx="508578" cy="276999"/>
          </a:xfrm>
        </p:grpSpPr>
        <p:sp>
          <p:nvSpPr>
            <p:cNvPr id="79" name="正方形/長方形 78">
              <a:extLst>
                <a:ext uri="{FF2B5EF4-FFF2-40B4-BE49-F238E27FC236}">
                  <a16:creationId xmlns:a16="http://schemas.microsoft.com/office/drawing/2014/main" id="{F81BD582-6767-BDF1-861D-566910B3A7E3}"/>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二等辺三角形 79">
              <a:extLst>
                <a:ext uri="{FF2B5EF4-FFF2-40B4-BE49-F238E27FC236}">
                  <a16:creationId xmlns:a16="http://schemas.microsoft.com/office/drawing/2014/main" id="{9E95D116-3624-52F4-1F78-4861E235C703}"/>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1" name="グループ化 80">
            <a:extLst>
              <a:ext uri="{FF2B5EF4-FFF2-40B4-BE49-F238E27FC236}">
                <a16:creationId xmlns:a16="http://schemas.microsoft.com/office/drawing/2014/main" id="{0515AF8F-02B0-DC40-8233-0216DEDFD436}"/>
              </a:ext>
            </a:extLst>
          </p:cNvPr>
          <p:cNvGrpSpPr/>
          <p:nvPr/>
        </p:nvGrpSpPr>
        <p:grpSpPr>
          <a:xfrm rot="1369469">
            <a:off x="8011702" y="3078279"/>
            <a:ext cx="475776" cy="276968"/>
            <a:chOff x="5647882" y="1854743"/>
            <a:chExt cx="508578" cy="276999"/>
          </a:xfrm>
        </p:grpSpPr>
        <p:sp>
          <p:nvSpPr>
            <p:cNvPr id="82" name="正方形/長方形 81">
              <a:extLst>
                <a:ext uri="{FF2B5EF4-FFF2-40B4-BE49-F238E27FC236}">
                  <a16:creationId xmlns:a16="http://schemas.microsoft.com/office/drawing/2014/main" id="{B52E83FD-8235-0391-2839-EAFF676E7D11}"/>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二等辺三角形 82">
              <a:extLst>
                <a:ext uri="{FF2B5EF4-FFF2-40B4-BE49-F238E27FC236}">
                  <a16:creationId xmlns:a16="http://schemas.microsoft.com/office/drawing/2014/main" id="{A6A2A5EF-AA82-F512-CDDE-D47592AE0D6D}"/>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4" name="グループ化 83">
            <a:extLst>
              <a:ext uri="{FF2B5EF4-FFF2-40B4-BE49-F238E27FC236}">
                <a16:creationId xmlns:a16="http://schemas.microsoft.com/office/drawing/2014/main" id="{C4B260DE-D704-DB58-F1F2-A7F621A31CED}"/>
              </a:ext>
            </a:extLst>
          </p:cNvPr>
          <p:cNvGrpSpPr/>
          <p:nvPr/>
        </p:nvGrpSpPr>
        <p:grpSpPr>
          <a:xfrm rot="20039560">
            <a:off x="7972926" y="3869592"/>
            <a:ext cx="475776" cy="276968"/>
            <a:chOff x="5647882" y="1854743"/>
            <a:chExt cx="508578" cy="276999"/>
          </a:xfrm>
        </p:grpSpPr>
        <p:sp>
          <p:nvSpPr>
            <p:cNvPr id="85" name="正方形/長方形 84">
              <a:extLst>
                <a:ext uri="{FF2B5EF4-FFF2-40B4-BE49-F238E27FC236}">
                  <a16:creationId xmlns:a16="http://schemas.microsoft.com/office/drawing/2014/main" id="{B7F8957E-5BC7-0BE9-B34E-6AB10BC0F367}"/>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二等辺三角形 85">
              <a:extLst>
                <a:ext uri="{FF2B5EF4-FFF2-40B4-BE49-F238E27FC236}">
                  <a16:creationId xmlns:a16="http://schemas.microsoft.com/office/drawing/2014/main" id="{5BC7F24A-DFFE-830E-3566-F8FFF7B2D649}"/>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7" name="グループ化 86">
            <a:extLst>
              <a:ext uri="{FF2B5EF4-FFF2-40B4-BE49-F238E27FC236}">
                <a16:creationId xmlns:a16="http://schemas.microsoft.com/office/drawing/2014/main" id="{769F2000-1BAA-DAB2-FFF4-429EBB2A95BD}"/>
              </a:ext>
            </a:extLst>
          </p:cNvPr>
          <p:cNvGrpSpPr/>
          <p:nvPr/>
        </p:nvGrpSpPr>
        <p:grpSpPr>
          <a:xfrm>
            <a:off x="8009560" y="4347366"/>
            <a:ext cx="475776" cy="276968"/>
            <a:chOff x="5647882" y="1854743"/>
            <a:chExt cx="508578" cy="276999"/>
          </a:xfrm>
        </p:grpSpPr>
        <p:sp>
          <p:nvSpPr>
            <p:cNvPr id="88" name="正方形/長方形 87">
              <a:extLst>
                <a:ext uri="{FF2B5EF4-FFF2-40B4-BE49-F238E27FC236}">
                  <a16:creationId xmlns:a16="http://schemas.microsoft.com/office/drawing/2014/main" id="{D365FB18-6D81-68EE-5193-3CE78F88E0CF}"/>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二等辺三角形 88">
              <a:extLst>
                <a:ext uri="{FF2B5EF4-FFF2-40B4-BE49-F238E27FC236}">
                  <a16:creationId xmlns:a16="http://schemas.microsoft.com/office/drawing/2014/main" id="{97C96661-A4FD-2D15-7260-CE91ECCBCB9E}"/>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0" name="グループ化 89">
            <a:extLst>
              <a:ext uri="{FF2B5EF4-FFF2-40B4-BE49-F238E27FC236}">
                <a16:creationId xmlns:a16="http://schemas.microsoft.com/office/drawing/2014/main" id="{5A7DCBFD-4A20-33D4-FE40-B8A306551009}"/>
              </a:ext>
            </a:extLst>
          </p:cNvPr>
          <p:cNvGrpSpPr/>
          <p:nvPr/>
        </p:nvGrpSpPr>
        <p:grpSpPr>
          <a:xfrm rot="1868186">
            <a:off x="7972223" y="4831626"/>
            <a:ext cx="475776" cy="276968"/>
            <a:chOff x="5647882" y="1854743"/>
            <a:chExt cx="508578" cy="276999"/>
          </a:xfrm>
        </p:grpSpPr>
        <p:sp>
          <p:nvSpPr>
            <p:cNvPr id="91" name="正方形/長方形 90">
              <a:extLst>
                <a:ext uri="{FF2B5EF4-FFF2-40B4-BE49-F238E27FC236}">
                  <a16:creationId xmlns:a16="http://schemas.microsoft.com/office/drawing/2014/main" id="{CCC2F6D4-862D-8195-0D86-61568FA2F42E}"/>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二等辺三角形 91">
              <a:extLst>
                <a:ext uri="{FF2B5EF4-FFF2-40B4-BE49-F238E27FC236}">
                  <a16:creationId xmlns:a16="http://schemas.microsoft.com/office/drawing/2014/main" id="{3A706D4B-7D0C-61F8-A4CE-00B7DD056427}"/>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7" name="テキスト ボックス 96">
            <a:extLst>
              <a:ext uri="{FF2B5EF4-FFF2-40B4-BE49-F238E27FC236}">
                <a16:creationId xmlns:a16="http://schemas.microsoft.com/office/drawing/2014/main" id="{66AAA418-8786-A21C-13C0-FCD69AA0CCE6}"/>
              </a:ext>
            </a:extLst>
          </p:cNvPr>
          <p:cNvSpPr txBox="1"/>
          <p:nvPr/>
        </p:nvSpPr>
        <p:spPr>
          <a:xfrm>
            <a:off x="1743949" y="4516845"/>
            <a:ext cx="1270679" cy="307777"/>
          </a:xfrm>
          <a:prstGeom prst="rect">
            <a:avLst/>
          </a:prstGeom>
          <a:noFill/>
        </p:spPr>
        <p:txBody>
          <a:bodyPr wrap="square">
            <a:spAutoFit/>
          </a:bodyPr>
          <a:lstStyle/>
          <a:p>
            <a:r>
              <a:rPr kumimoji="1" lang="en-US" altLang="ja-JP" sz="1400" b="1" dirty="0">
                <a:solidFill>
                  <a:srgbClr val="FF0000"/>
                </a:solidFill>
              </a:rPr>
              <a:t>3</a:t>
            </a:r>
            <a:r>
              <a:rPr kumimoji="1" lang="ja-JP" altLang="en-US" sz="1400" b="1" dirty="0">
                <a:solidFill>
                  <a:srgbClr val="FF0000"/>
                </a:solidFill>
              </a:rPr>
              <a:t>次元座標</a:t>
            </a:r>
            <a:endParaRPr lang="ja-JP" altLang="en-US" dirty="0">
              <a:solidFill>
                <a:srgbClr val="FF0000"/>
              </a:solidFill>
            </a:endParaRPr>
          </a:p>
        </p:txBody>
      </p:sp>
      <p:sp>
        <p:nvSpPr>
          <p:cNvPr id="99" name="テキスト ボックス 98">
            <a:extLst>
              <a:ext uri="{FF2B5EF4-FFF2-40B4-BE49-F238E27FC236}">
                <a16:creationId xmlns:a16="http://schemas.microsoft.com/office/drawing/2014/main" id="{318C0A35-861A-B5C2-3E5D-532A9D151D64}"/>
              </a:ext>
            </a:extLst>
          </p:cNvPr>
          <p:cNvSpPr txBox="1"/>
          <p:nvPr/>
        </p:nvSpPr>
        <p:spPr>
          <a:xfrm>
            <a:off x="8857216" y="2486694"/>
            <a:ext cx="1549384" cy="523220"/>
          </a:xfrm>
          <a:prstGeom prst="rect">
            <a:avLst/>
          </a:prstGeom>
          <a:noFill/>
        </p:spPr>
        <p:txBody>
          <a:bodyPr wrap="square">
            <a:spAutoFit/>
          </a:bodyPr>
          <a:lstStyle/>
          <a:p>
            <a:r>
              <a:rPr kumimoji="1" lang="en-US" altLang="ja-JP" sz="1400" b="1" dirty="0">
                <a:solidFill>
                  <a:srgbClr val="FF0000"/>
                </a:solidFill>
              </a:rPr>
              <a:t>2</a:t>
            </a:r>
            <a:r>
              <a:rPr kumimoji="1" lang="ja-JP" altLang="en-US" sz="1400" b="1" dirty="0">
                <a:solidFill>
                  <a:srgbClr val="FF0000"/>
                </a:solidFill>
              </a:rPr>
              <a:t>次元座標</a:t>
            </a:r>
            <a:br>
              <a:rPr kumimoji="1" lang="en-US" altLang="ja-JP" sz="1400" b="1" dirty="0">
                <a:solidFill>
                  <a:srgbClr val="FF0000"/>
                </a:solidFill>
              </a:rPr>
            </a:br>
            <a:r>
              <a:rPr kumimoji="1" lang="ja-JP" altLang="en-US" sz="1400" b="1" dirty="0">
                <a:solidFill>
                  <a:srgbClr val="FF0000"/>
                </a:solidFill>
              </a:rPr>
              <a:t>画像</a:t>
            </a:r>
            <a:endParaRPr lang="ja-JP" altLang="en-US" dirty="0">
              <a:solidFill>
                <a:srgbClr val="FF0000"/>
              </a:solidFill>
            </a:endParaRPr>
          </a:p>
        </p:txBody>
      </p:sp>
      <p:sp>
        <p:nvSpPr>
          <p:cNvPr id="100" name="左中かっこ 99">
            <a:extLst>
              <a:ext uri="{FF2B5EF4-FFF2-40B4-BE49-F238E27FC236}">
                <a16:creationId xmlns:a16="http://schemas.microsoft.com/office/drawing/2014/main" id="{62877359-955E-0412-171A-A27996778313}"/>
              </a:ext>
            </a:extLst>
          </p:cNvPr>
          <p:cNvSpPr/>
          <p:nvPr/>
        </p:nvSpPr>
        <p:spPr>
          <a:xfrm rot="5400000">
            <a:off x="8087203" y="53608"/>
            <a:ext cx="141852" cy="3408864"/>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4" name="テキスト ボックス 103">
            <a:extLst>
              <a:ext uri="{FF2B5EF4-FFF2-40B4-BE49-F238E27FC236}">
                <a16:creationId xmlns:a16="http://schemas.microsoft.com/office/drawing/2014/main" id="{27E0CBDB-1F73-F8B6-AEBC-FCE6C8339E36}"/>
              </a:ext>
            </a:extLst>
          </p:cNvPr>
          <p:cNvSpPr txBox="1"/>
          <p:nvPr/>
        </p:nvSpPr>
        <p:spPr>
          <a:xfrm>
            <a:off x="7736785" y="1356916"/>
            <a:ext cx="842687" cy="307777"/>
          </a:xfrm>
          <a:prstGeom prst="rect">
            <a:avLst/>
          </a:prstGeom>
          <a:noFill/>
        </p:spPr>
        <p:txBody>
          <a:bodyPr wrap="square" rtlCol="0">
            <a:spAutoFit/>
          </a:bodyPr>
          <a:lstStyle/>
          <a:p>
            <a:pPr algn="ctr"/>
            <a:r>
              <a:rPr lang="en-US" altLang="ja-JP" sz="1400" dirty="0"/>
              <a:t>Blender</a:t>
            </a:r>
            <a:endParaRPr kumimoji="1" lang="ja-JP" altLang="en-US" sz="1400" dirty="0"/>
          </a:p>
        </p:txBody>
      </p:sp>
      <p:sp>
        <p:nvSpPr>
          <p:cNvPr id="125" name="テキスト ボックス 124">
            <a:extLst>
              <a:ext uri="{FF2B5EF4-FFF2-40B4-BE49-F238E27FC236}">
                <a16:creationId xmlns:a16="http://schemas.microsoft.com/office/drawing/2014/main" id="{202E6560-2902-E3E5-9995-12E78E585D88}"/>
              </a:ext>
            </a:extLst>
          </p:cNvPr>
          <p:cNvSpPr txBox="1"/>
          <p:nvPr/>
        </p:nvSpPr>
        <p:spPr>
          <a:xfrm>
            <a:off x="3986924" y="1635531"/>
            <a:ext cx="1286314" cy="307777"/>
          </a:xfrm>
          <a:prstGeom prst="rect">
            <a:avLst/>
          </a:prstGeom>
          <a:noFill/>
        </p:spPr>
        <p:txBody>
          <a:bodyPr wrap="square" rtlCol="0">
            <a:spAutoFit/>
          </a:bodyPr>
          <a:lstStyle/>
          <a:p>
            <a:pPr algn="ctr"/>
            <a:r>
              <a:rPr lang="en-US" altLang="ja-JP" sz="1400" dirty="0" err="1"/>
              <a:t>MakeHuman</a:t>
            </a:r>
            <a:endParaRPr kumimoji="1" lang="ja-JP" altLang="en-US" sz="1400" dirty="0"/>
          </a:p>
        </p:txBody>
      </p:sp>
      <p:sp>
        <p:nvSpPr>
          <p:cNvPr id="127" name="左中かっこ 126">
            <a:extLst>
              <a:ext uri="{FF2B5EF4-FFF2-40B4-BE49-F238E27FC236}">
                <a16:creationId xmlns:a16="http://schemas.microsoft.com/office/drawing/2014/main" id="{C4F26478-BCE6-51E3-F6B0-380B67857CF2}"/>
              </a:ext>
            </a:extLst>
          </p:cNvPr>
          <p:cNvSpPr/>
          <p:nvPr/>
        </p:nvSpPr>
        <p:spPr>
          <a:xfrm>
            <a:off x="8715561" y="2526387"/>
            <a:ext cx="127356" cy="437002"/>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3" name="テキスト ボックス 132">
            <a:extLst>
              <a:ext uri="{FF2B5EF4-FFF2-40B4-BE49-F238E27FC236}">
                <a16:creationId xmlns:a16="http://schemas.microsoft.com/office/drawing/2014/main" id="{068A5EE9-8C76-E86B-B97C-65406380701B}"/>
              </a:ext>
            </a:extLst>
          </p:cNvPr>
          <p:cNvSpPr txBox="1"/>
          <p:nvPr/>
        </p:nvSpPr>
        <p:spPr>
          <a:xfrm>
            <a:off x="5386954" y="3242073"/>
            <a:ext cx="1549384" cy="307777"/>
          </a:xfrm>
          <a:prstGeom prst="rect">
            <a:avLst/>
          </a:prstGeom>
          <a:noFill/>
        </p:spPr>
        <p:txBody>
          <a:bodyPr wrap="square">
            <a:spAutoFit/>
          </a:bodyPr>
          <a:lstStyle/>
          <a:p>
            <a:r>
              <a:rPr kumimoji="1" lang="ja-JP" altLang="en-US" sz="1400" b="1" dirty="0">
                <a:solidFill>
                  <a:srgbClr val="00B050"/>
                </a:solidFill>
              </a:rPr>
              <a:t>服の色かえよ</a:t>
            </a:r>
            <a:endParaRPr lang="ja-JP" altLang="en-US" dirty="0">
              <a:solidFill>
                <a:srgbClr val="00B050"/>
              </a:solidFill>
            </a:endParaRPr>
          </a:p>
        </p:txBody>
      </p:sp>
    </p:spTree>
    <p:extLst>
      <p:ext uri="{BB962C8B-B14F-4D97-AF65-F5344CB8AC3E}">
        <p14:creationId xmlns:p14="http://schemas.microsoft.com/office/powerpoint/2010/main" val="3400072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D525-765A-80FC-B159-E63077719D4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58A0EF7-59EE-8850-FE1B-8249F4D7D6BC}"/>
              </a:ext>
            </a:extLst>
          </p:cNvPr>
          <p:cNvSpPr>
            <a:spLocks noGrp="1"/>
          </p:cNvSpPr>
          <p:nvPr>
            <p:ph type="sldNum" sz="quarter" idx="12"/>
          </p:nvPr>
        </p:nvSpPr>
        <p:spPr/>
        <p:txBody>
          <a:bodyPr/>
          <a:lstStyle/>
          <a:p>
            <a:fld id="{465F6A33-8929-41AA-8A25-00E3AA79F1EE}" type="slidenum">
              <a:rPr lang="en-US" smtClean="0"/>
              <a:t>6</a:t>
            </a:fld>
            <a:endParaRPr lang="en-US"/>
          </a:p>
        </p:txBody>
      </p:sp>
      <p:sp>
        <p:nvSpPr>
          <p:cNvPr id="11" name="テキスト ボックス 10">
            <a:extLst>
              <a:ext uri="{FF2B5EF4-FFF2-40B4-BE49-F238E27FC236}">
                <a16:creationId xmlns:a16="http://schemas.microsoft.com/office/drawing/2014/main" id="{64749310-A379-7006-3A07-15B9B2855B09}"/>
              </a:ext>
            </a:extLst>
          </p:cNvPr>
          <p:cNvSpPr txBox="1"/>
          <p:nvPr/>
        </p:nvSpPr>
        <p:spPr>
          <a:xfrm>
            <a:off x="277090" y="258618"/>
            <a:ext cx="10352809" cy="646331"/>
          </a:xfrm>
          <a:prstGeom prst="rect">
            <a:avLst/>
          </a:prstGeom>
          <a:noFill/>
        </p:spPr>
        <p:txBody>
          <a:bodyPr wrap="square" rtlCol="0">
            <a:spAutoFit/>
          </a:bodyPr>
          <a:lstStyle/>
          <a:p>
            <a:r>
              <a:rPr kumimoji="1" lang="ja-JP" altLang="en-US" sz="3600" dirty="0"/>
              <a:t>研究内容　</a:t>
            </a:r>
            <a:r>
              <a:rPr lang="ja-JP" altLang="en-US" sz="3600" b="1" dirty="0">
                <a:solidFill>
                  <a:srgbClr val="222222"/>
                </a:solidFill>
                <a:latin typeface="Noto Sans JP"/>
              </a:rPr>
              <a:t>工程③ 評価方法</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B60141B6-07A9-B93F-A664-A72AC93EFEEC}"/>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10A14F22-DC06-AEA8-BC4C-0C2299402F55}"/>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72F06B4F-DE64-88BA-F3BC-1625255E9147}"/>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4" name="表 3">
            <a:extLst>
              <a:ext uri="{FF2B5EF4-FFF2-40B4-BE49-F238E27FC236}">
                <a16:creationId xmlns:a16="http://schemas.microsoft.com/office/drawing/2014/main" id="{5986EC05-4A49-3537-3458-C002A9F60FD6}"/>
              </a:ext>
            </a:extLst>
          </p:cNvPr>
          <p:cNvGraphicFramePr>
            <a:graphicFrameLocks noGrp="1"/>
          </p:cNvGraphicFramePr>
          <p:nvPr/>
        </p:nvGraphicFramePr>
        <p:xfrm>
          <a:off x="12822816" y="1011692"/>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spine5</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grpSp>
        <p:nvGrpSpPr>
          <p:cNvPr id="25" name="グループ化 24">
            <a:extLst>
              <a:ext uri="{FF2B5EF4-FFF2-40B4-BE49-F238E27FC236}">
                <a16:creationId xmlns:a16="http://schemas.microsoft.com/office/drawing/2014/main" id="{B13E99FD-C325-F3EB-47C0-C4F6D987B5F8}"/>
              </a:ext>
            </a:extLst>
          </p:cNvPr>
          <p:cNvGrpSpPr/>
          <p:nvPr/>
        </p:nvGrpSpPr>
        <p:grpSpPr>
          <a:xfrm>
            <a:off x="12523549" y="4347366"/>
            <a:ext cx="6663699" cy="2239376"/>
            <a:chOff x="767805" y="2520809"/>
            <a:chExt cx="6663699" cy="2239376"/>
          </a:xfrm>
        </p:grpSpPr>
        <p:sp>
          <p:nvSpPr>
            <p:cNvPr id="5" name="テキスト ボックス 4">
              <a:extLst>
                <a:ext uri="{FF2B5EF4-FFF2-40B4-BE49-F238E27FC236}">
                  <a16:creationId xmlns:a16="http://schemas.microsoft.com/office/drawing/2014/main" id="{C191399F-9B8D-C5E7-A737-294848817206}"/>
                </a:ext>
              </a:extLst>
            </p:cNvPr>
            <p:cNvSpPr txBox="1"/>
            <p:nvPr/>
          </p:nvSpPr>
          <p:spPr>
            <a:xfrm>
              <a:off x="767805" y="4236965"/>
              <a:ext cx="1657823" cy="523220"/>
            </a:xfrm>
            <a:prstGeom prst="rect">
              <a:avLst/>
            </a:prstGeom>
            <a:noFill/>
          </p:spPr>
          <p:txBody>
            <a:bodyPr wrap="square" rtlCol="0">
              <a:spAutoFit/>
            </a:bodyPr>
            <a:lstStyle/>
            <a:p>
              <a:pPr algn="ctr"/>
              <a:r>
                <a:rPr lang="ja-JP" altLang="en-US" sz="1400" b="1" dirty="0"/>
                <a:t>ポーズ</a:t>
              </a:r>
              <a:endParaRPr lang="en-US" altLang="ja-JP" sz="1400" b="1" dirty="0"/>
            </a:p>
            <a:p>
              <a:pPr algn="ctr"/>
              <a:r>
                <a:rPr kumimoji="1" lang="en-US" altLang="ja-JP" sz="1400" b="1" dirty="0"/>
                <a:t>(a)3D </a:t>
              </a:r>
              <a:r>
                <a:rPr kumimoji="1" lang="en-US" altLang="ja-JP" sz="1400" b="1" dirty="0" err="1"/>
                <a:t>keypoints</a:t>
              </a:r>
              <a:endParaRPr kumimoji="1" lang="ja-JP" altLang="en-US" sz="1400" b="1" dirty="0"/>
            </a:p>
          </p:txBody>
        </p:sp>
        <p:sp>
          <p:nvSpPr>
            <p:cNvPr id="8" name="矢印: 右 7">
              <a:extLst>
                <a:ext uri="{FF2B5EF4-FFF2-40B4-BE49-F238E27FC236}">
                  <a16:creationId xmlns:a16="http://schemas.microsoft.com/office/drawing/2014/main" id="{839A36F6-06AC-FDFC-4828-8F977F2032D4}"/>
                </a:ext>
              </a:extLst>
            </p:cNvPr>
            <p:cNvSpPr/>
            <p:nvPr/>
          </p:nvSpPr>
          <p:spPr>
            <a:xfrm>
              <a:off x="3639672" y="3245346"/>
              <a:ext cx="417747" cy="21358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83487C72-A03F-8A4D-7A69-C1C77A9F0FA6}"/>
                </a:ext>
              </a:extLst>
            </p:cNvPr>
            <p:cNvGrpSpPr/>
            <p:nvPr/>
          </p:nvGrpSpPr>
          <p:grpSpPr>
            <a:xfrm>
              <a:off x="5219917" y="3362434"/>
              <a:ext cx="508577" cy="276999"/>
              <a:chOff x="5912544" y="1914879"/>
              <a:chExt cx="489274" cy="214193"/>
            </a:xfrm>
          </p:grpSpPr>
          <p:sp>
            <p:nvSpPr>
              <p:cNvPr id="13" name="正方形/長方形 12">
                <a:extLst>
                  <a:ext uri="{FF2B5EF4-FFF2-40B4-BE49-F238E27FC236}">
                    <a16:creationId xmlns:a16="http://schemas.microsoft.com/office/drawing/2014/main" id="{55572837-F34B-F5F2-1B12-E046A8808ADD}"/>
                  </a:ext>
                </a:extLst>
              </p:cNvPr>
              <p:cNvSpPr/>
              <p:nvPr/>
            </p:nvSpPr>
            <p:spPr>
              <a:xfrm>
                <a:off x="6035334" y="1914879"/>
                <a:ext cx="366484" cy="214193"/>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二等辺三角形 13">
                <a:extLst>
                  <a:ext uri="{FF2B5EF4-FFF2-40B4-BE49-F238E27FC236}">
                    <a16:creationId xmlns:a16="http://schemas.microsoft.com/office/drawing/2014/main" id="{BF529CE6-A830-C34B-C3AD-9721D4CD2C5F}"/>
                  </a:ext>
                </a:extLst>
              </p:cNvPr>
              <p:cNvSpPr/>
              <p:nvPr/>
            </p:nvSpPr>
            <p:spPr>
              <a:xfrm rot="5400000">
                <a:off x="5881417" y="1978711"/>
                <a:ext cx="153329" cy="91076"/>
              </a:xfrm>
              <a:prstGeom prst="triangle">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左中かっこ 14">
              <a:extLst>
                <a:ext uri="{FF2B5EF4-FFF2-40B4-BE49-F238E27FC236}">
                  <a16:creationId xmlns:a16="http://schemas.microsoft.com/office/drawing/2014/main" id="{B0397DF2-4A45-CA9F-04CA-6C3601D541AF}"/>
                </a:ext>
              </a:extLst>
            </p:cNvPr>
            <p:cNvSpPr/>
            <p:nvPr/>
          </p:nvSpPr>
          <p:spPr>
            <a:xfrm rot="5400000">
              <a:off x="5627033" y="1395488"/>
              <a:ext cx="224145" cy="308068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9BE05D8A-F760-9E26-B13B-640EBC24D210}"/>
                </a:ext>
              </a:extLst>
            </p:cNvPr>
            <p:cNvSpPr txBox="1"/>
            <p:nvPr/>
          </p:nvSpPr>
          <p:spPr>
            <a:xfrm>
              <a:off x="5313184" y="2520809"/>
              <a:ext cx="900786" cy="307777"/>
            </a:xfrm>
            <a:prstGeom prst="rect">
              <a:avLst/>
            </a:prstGeom>
            <a:noFill/>
          </p:spPr>
          <p:txBody>
            <a:bodyPr wrap="square" rtlCol="0">
              <a:spAutoFit/>
            </a:bodyPr>
            <a:lstStyle/>
            <a:p>
              <a:r>
                <a:rPr kumimoji="1" lang="en-US" altLang="ja-JP" sz="1400" b="1"/>
                <a:t>Blender</a:t>
              </a:r>
              <a:endParaRPr kumimoji="1" lang="ja-JP" altLang="en-US" sz="1400" b="1"/>
            </a:p>
          </p:txBody>
        </p:sp>
        <p:sp>
          <p:nvSpPr>
            <p:cNvPr id="17" name="テキスト ボックス 16">
              <a:extLst>
                <a:ext uri="{FF2B5EF4-FFF2-40B4-BE49-F238E27FC236}">
                  <a16:creationId xmlns:a16="http://schemas.microsoft.com/office/drawing/2014/main" id="{69735E45-3B71-33CA-28CB-4A54D72E6044}"/>
                </a:ext>
              </a:extLst>
            </p:cNvPr>
            <p:cNvSpPr txBox="1"/>
            <p:nvPr/>
          </p:nvSpPr>
          <p:spPr>
            <a:xfrm>
              <a:off x="5771409" y="3262417"/>
              <a:ext cx="1613589" cy="523220"/>
            </a:xfrm>
            <a:prstGeom prst="rect">
              <a:avLst/>
            </a:prstGeom>
            <a:noFill/>
          </p:spPr>
          <p:txBody>
            <a:bodyPr wrap="square" rtlCol="0">
              <a:spAutoFit/>
            </a:bodyPr>
            <a:lstStyle/>
            <a:p>
              <a:r>
                <a:rPr lang="en-US" altLang="ja-JP" sz="1400" b="1"/>
                <a:t>(b)2D </a:t>
              </a:r>
              <a:r>
                <a:rPr lang="en-US" altLang="ja-JP" sz="1400" b="1" err="1"/>
                <a:t>keypoints</a:t>
              </a:r>
              <a:endParaRPr lang="en-US" altLang="ja-JP" sz="1400" b="1"/>
            </a:p>
            <a:p>
              <a:r>
                <a:rPr kumimoji="1" lang="en-US" altLang="ja-JP" sz="1400" b="1"/>
                <a:t>(c)image</a:t>
              </a:r>
              <a:endParaRPr kumimoji="1" lang="ja-JP" altLang="en-US" sz="1400" b="1"/>
            </a:p>
          </p:txBody>
        </p:sp>
        <p:sp>
          <p:nvSpPr>
            <p:cNvPr id="18" name="テキスト ボックス 17">
              <a:extLst>
                <a:ext uri="{FF2B5EF4-FFF2-40B4-BE49-F238E27FC236}">
                  <a16:creationId xmlns:a16="http://schemas.microsoft.com/office/drawing/2014/main" id="{A8026775-121A-3F22-5092-C2F6A3EE8081}"/>
                </a:ext>
              </a:extLst>
            </p:cNvPr>
            <p:cNvSpPr txBox="1"/>
            <p:nvPr/>
          </p:nvSpPr>
          <p:spPr>
            <a:xfrm>
              <a:off x="5164239" y="4314615"/>
              <a:ext cx="2267265" cy="307777"/>
            </a:xfrm>
            <a:prstGeom prst="rect">
              <a:avLst/>
            </a:prstGeom>
            <a:noFill/>
          </p:spPr>
          <p:txBody>
            <a:bodyPr wrap="square" rtlCol="0">
              <a:spAutoFit/>
            </a:bodyPr>
            <a:lstStyle/>
            <a:p>
              <a:r>
                <a:rPr lang="ja-JP" altLang="en-US" sz="1400" b="1"/>
                <a:t>ポーズをとったアバター</a:t>
              </a:r>
              <a:endParaRPr kumimoji="1" lang="ja-JP" altLang="en-US" sz="1400" b="1"/>
            </a:p>
          </p:txBody>
        </p:sp>
        <p:sp>
          <p:nvSpPr>
            <p:cNvPr id="19" name="テキスト ボックス 18">
              <a:extLst>
                <a:ext uri="{FF2B5EF4-FFF2-40B4-BE49-F238E27FC236}">
                  <a16:creationId xmlns:a16="http://schemas.microsoft.com/office/drawing/2014/main" id="{E371765A-B7E3-8112-1CF2-5F46166E75EB}"/>
                </a:ext>
              </a:extLst>
            </p:cNvPr>
            <p:cNvSpPr txBox="1"/>
            <p:nvPr/>
          </p:nvSpPr>
          <p:spPr>
            <a:xfrm>
              <a:off x="5078723" y="3692305"/>
              <a:ext cx="900786" cy="307777"/>
            </a:xfrm>
            <a:prstGeom prst="rect">
              <a:avLst/>
            </a:prstGeom>
            <a:noFill/>
          </p:spPr>
          <p:txBody>
            <a:bodyPr wrap="square" rtlCol="0">
              <a:spAutoFit/>
            </a:bodyPr>
            <a:lstStyle/>
            <a:p>
              <a:pPr algn="ctr"/>
              <a:r>
                <a:rPr lang="ja-JP" altLang="en-US" sz="1400" b="1" dirty="0"/>
                <a:t>カメラ</a:t>
              </a:r>
              <a:endParaRPr kumimoji="1" lang="ja-JP" altLang="en-US" sz="1400" b="1" dirty="0"/>
            </a:p>
          </p:txBody>
        </p:sp>
        <p:sp>
          <p:nvSpPr>
            <p:cNvPr id="20" name="テキスト ボックス 19">
              <a:extLst>
                <a:ext uri="{FF2B5EF4-FFF2-40B4-BE49-F238E27FC236}">
                  <a16:creationId xmlns:a16="http://schemas.microsoft.com/office/drawing/2014/main" id="{7BDF8E19-598A-F15A-C4FF-0B6EE6C8EAE3}"/>
                </a:ext>
              </a:extLst>
            </p:cNvPr>
            <p:cNvSpPr txBox="1"/>
            <p:nvPr/>
          </p:nvSpPr>
          <p:spPr>
            <a:xfrm>
              <a:off x="2368409" y="4221576"/>
              <a:ext cx="1333500" cy="307777"/>
            </a:xfrm>
            <a:prstGeom prst="rect">
              <a:avLst/>
            </a:prstGeom>
            <a:noFill/>
          </p:spPr>
          <p:txBody>
            <a:bodyPr wrap="square" rtlCol="0">
              <a:spAutoFit/>
            </a:bodyPr>
            <a:lstStyle/>
            <a:p>
              <a:pPr algn="ctr"/>
              <a:r>
                <a:rPr kumimoji="1" lang="ja-JP" altLang="en-US" sz="1400" b="1"/>
                <a:t>アバター</a:t>
              </a:r>
            </a:p>
          </p:txBody>
        </p:sp>
        <p:sp>
          <p:nvSpPr>
            <p:cNvPr id="21" name="十字形 20">
              <a:extLst>
                <a:ext uri="{FF2B5EF4-FFF2-40B4-BE49-F238E27FC236}">
                  <a16:creationId xmlns:a16="http://schemas.microsoft.com/office/drawing/2014/main" id="{E975A616-6A69-BAB0-ACD9-C89254BA2141}"/>
                </a:ext>
              </a:extLst>
            </p:cNvPr>
            <p:cNvSpPr/>
            <p:nvPr/>
          </p:nvSpPr>
          <p:spPr>
            <a:xfrm>
              <a:off x="2048429" y="3180409"/>
              <a:ext cx="355352" cy="343454"/>
            </a:xfrm>
            <a:prstGeom prst="plus">
              <a:avLst>
                <a:gd name="adj" fmla="val 4025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図 21">
              <a:extLst>
                <a:ext uri="{FF2B5EF4-FFF2-40B4-BE49-F238E27FC236}">
                  <a16:creationId xmlns:a16="http://schemas.microsoft.com/office/drawing/2014/main" id="{F58E1705-F146-9535-99EE-AAFAE83A0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7262" y="3008437"/>
              <a:ext cx="936977" cy="1613955"/>
            </a:xfrm>
            <a:prstGeom prst="rect">
              <a:avLst/>
            </a:prstGeom>
          </p:spPr>
        </p:pic>
        <p:pic>
          <p:nvPicPr>
            <p:cNvPr id="23" name="図 22">
              <a:extLst>
                <a:ext uri="{FF2B5EF4-FFF2-40B4-BE49-F238E27FC236}">
                  <a16:creationId xmlns:a16="http://schemas.microsoft.com/office/drawing/2014/main" id="{C7D2B07F-E2BC-B701-F9E6-24C9B4FF3E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6669" y="2674698"/>
              <a:ext cx="932774" cy="1546877"/>
            </a:xfrm>
            <a:prstGeom prst="rect">
              <a:avLst/>
            </a:prstGeom>
          </p:spPr>
        </p:pic>
        <p:pic>
          <p:nvPicPr>
            <p:cNvPr id="24" name="図 23">
              <a:extLst>
                <a:ext uri="{FF2B5EF4-FFF2-40B4-BE49-F238E27FC236}">
                  <a16:creationId xmlns:a16="http://schemas.microsoft.com/office/drawing/2014/main" id="{3C0B7BCE-0B2D-0512-01BE-4A8C91B5B4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88699" y="2674698"/>
              <a:ext cx="1066055" cy="1580107"/>
            </a:xfrm>
            <a:prstGeom prst="rect">
              <a:avLst/>
            </a:prstGeom>
          </p:spPr>
        </p:pic>
      </p:grpSp>
      <p:sp>
        <p:nvSpPr>
          <p:cNvPr id="26" name="TextBox 3">
            <a:extLst>
              <a:ext uri="{FF2B5EF4-FFF2-40B4-BE49-F238E27FC236}">
                <a16:creationId xmlns:a16="http://schemas.microsoft.com/office/drawing/2014/main" id="{04FCA7A9-30C2-4C78-B6D9-B1D3BC34033D}"/>
              </a:ext>
            </a:extLst>
          </p:cNvPr>
          <p:cNvSpPr txBox="1"/>
          <p:nvPr/>
        </p:nvSpPr>
        <p:spPr>
          <a:xfrm>
            <a:off x="579600" y="1148930"/>
            <a:ext cx="9814466" cy="2462213"/>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恒常性</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　首から腰にかけての人体の恒常性を再現した推定ができているかを評価</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ja-JP" altLang="en-US" sz="2000" b="1" dirty="0">
                <a:solidFill>
                  <a:srgbClr val="222222"/>
                </a:solidFill>
                <a:latin typeface="Noto Sans JP"/>
              </a:rPr>
              <a:t>柔軟性</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　首から腰にかけての人体の柔軟性を再現した推定ができているかを評価</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ja-JP" altLang="en-US" sz="2000" b="1" dirty="0">
                <a:solidFill>
                  <a:srgbClr val="222222"/>
                </a:solidFill>
                <a:latin typeface="Noto Sans JP"/>
              </a:rPr>
              <a:t>セルフオクルージョン</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　腕や脚などにセルフオクルージョンが発生しているシーンでの推定精度を評価</a:t>
            </a:r>
            <a:endParaRPr lang="en-US" altLang="ja-JP" sz="2000" dirty="0">
              <a:solidFill>
                <a:srgbClr val="222222"/>
              </a:solidFill>
              <a:latin typeface="Noto Sans JP"/>
            </a:endParaRPr>
          </a:p>
        </p:txBody>
      </p:sp>
    </p:spTree>
    <p:extLst>
      <p:ext uri="{BB962C8B-B14F-4D97-AF65-F5344CB8AC3E}">
        <p14:creationId xmlns:p14="http://schemas.microsoft.com/office/powerpoint/2010/main" val="558206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38C32-AD94-3A5D-2F6B-2FFEF9DB977A}"/>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9CFC3F9-CCB5-5584-B967-CD700560BADC}"/>
              </a:ext>
            </a:extLst>
          </p:cNvPr>
          <p:cNvSpPr>
            <a:spLocks noGrp="1"/>
          </p:cNvSpPr>
          <p:nvPr>
            <p:ph type="sldNum" sz="quarter" idx="12"/>
          </p:nvPr>
        </p:nvSpPr>
        <p:spPr/>
        <p:txBody>
          <a:bodyPr/>
          <a:lstStyle/>
          <a:p>
            <a:fld id="{465F6A33-8929-41AA-8A25-00E3AA79F1EE}" type="slidenum">
              <a:rPr lang="en-US" smtClean="0"/>
              <a:t>7</a:t>
            </a:fld>
            <a:endParaRPr lang="en-US"/>
          </a:p>
        </p:txBody>
      </p:sp>
      <p:sp>
        <p:nvSpPr>
          <p:cNvPr id="11" name="テキスト ボックス 10">
            <a:extLst>
              <a:ext uri="{FF2B5EF4-FFF2-40B4-BE49-F238E27FC236}">
                <a16:creationId xmlns:a16="http://schemas.microsoft.com/office/drawing/2014/main" id="{77E1D361-1BC8-CF47-5AB8-FAF3AEC45ADE}"/>
              </a:ext>
            </a:extLst>
          </p:cNvPr>
          <p:cNvSpPr txBox="1"/>
          <p:nvPr/>
        </p:nvSpPr>
        <p:spPr>
          <a:xfrm>
            <a:off x="277090" y="258618"/>
            <a:ext cx="9622763" cy="646331"/>
          </a:xfrm>
          <a:prstGeom prst="rect">
            <a:avLst/>
          </a:prstGeom>
          <a:noFill/>
        </p:spPr>
        <p:txBody>
          <a:bodyPr wrap="square" rtlCol="0">
            <a:spAutoFit/>
          </a:bodyPr>
          <a:lstStyle/>
          <a:p>
            <a:r>
              <a:rPr kumimoji="1" lang="ja-JP" altLang="en-US" sz="3600" dirty="0"/>
              <a:t>一巡目　</a:t>
            </a:r>
            <a:r>
              <a:rPr lang="ja-JP" altLang="en-US" sz="3600" b="1" dirty="0">
                <a:solidFill>
                  <a:srgbClr val="222222"/>
                </a:solidFill>
                <a:latin typeface="Noto Sans JP"/>
              </a:rPr>
              <a:t>工程① 人体モデルの拡張</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6D98CA22-55E1-D7D2-FFEE-96E6885F3914}"/>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47736013-EC29-45F2-4B88-59816C99CA40}"/>
              </a:ext>
            </a:extLst>
          </p:cNvPr>
          <p:cNvSpPr txBox="1"/>
          <p:nvPr/>
        </p:nvSpPr>
        <p:spPr>
          <a:xfrm>
            <a:off x="581025" y="1161334"/>
            <a:ext cx="107727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関節点数：首から腰の間に新たに</a:t>
            </a:r>
            <a:r>
              <a:rPr lang="en-US" altLang="ja-JP" sz="2000" dirty="0">
                <a:solidFill>
                  <a:srgbClr val="FF0000"/>
                </a:solidFill>
                <a:latin typeface="Noto Sans JP"/>
              </a:rPr>
              <a:t>2</a:t>
            </a:r>
            <a:r>
              <a:rPr lang="ja-JP" altLang="en-US" sz="2000" dirty="0">
                <a:solidFill>
                  <a:srgbClr val="FF0000"/>
                </a:solidFill>
                <a:latin typeface="Noto Sans JP"/>
              </a:rPr>
              <a:t>つのキーポイント</a:t>
            </a:r>
            <a:r>
              <a:rPr lang="ja-JP" altLang="en-US" sz="2000" dirty="0">
                <a:solidFill>
                  <a:srgbClr val="222222"/>
                </a:solidFill>
                <a:latin typeface="Noto Sans JP"/>
              </a:rPr>
              <a:t>を追加（合計</a:t>
            </a:r>
            <a:r>
              <a:rPr lang="en-US" altLang="ja-JP" sz="2000" dirty="0">
                <a:solidFill>
                  <a:srgbClr val="222222"/>
                </a:solidFill>
                <a:latin typeface="Noto Sans JP"/>
              </a:rPr>
              <a:t>19</a:t>
            </a:r>
            <a:r>
              <a:rPr lang="ja-JP" altLang="en-US" sz="2000" dirty="0">
                <a:solidFill>
                  <a:srgbClr val="222222"/>
                </a:solidFill>
                <a:latin typeface="Noto Sans JP"/>
              </a:rPr>
              <a:t>点）</a:t>
            </a:r>
            <a:endParaRPr lang="en-US" altLang="ja-JP" sz="2000" dirty="0">
              <a:solidFill>
                <a:srgbClr val="222222"/>
              </a:solidFill>
              <a:latin typeface="Noto Sans JP"/>
            </a:endParaRPr>
          </a:p>
        </p:txBody>
      </p:sp>
      <p:sp>
        <p:nvSpPr>
          <p:cNvPr id="12" name="テキスト ボックス 11">
            <a:extLst>
              <a:ext uri="{FF2B5EF4-FFF2-40B4-BE49-F238E27FC236}">
                <a16:creationId xmlns:a16="http://schemas.microsoft.com/office/drawing/2014/main" id="{67966737-F337-D4D4-3EF2-4A02E113DA7A}"/>
              </a:ext>
            </a:extLst>
          </p:cNvPr>
          <p:cNvSpPr txBox="1"/>
          <p:nvPr/>
        </p:nvSpPr>
        <p:spPr>
          <a:xfrm>
            <a:off x="4502495" y="5179193"/>
            <a:ext cx="3724828" cy="338554"/>
          </a:xfrm>
          <a:prstGeom prst="rect">
            <a:avLst/>
          </a:prstGeom>
          <a:noFill/>
        </p:spPr>
        <p:txBody>
          <a:bodyPr vert="horz" wrap="square" rtlCol="0">
            <a:spAutoFit/>
          </a:bodyPr>
          <a:lstStyle/>
          <a:p>
            <a:r>
              <a:rPr lang="ja-JP" altLang="en-US" sz="1600" dirty="0"/>
              <a:t>拡張後のキーポイントの配置（</a:t>
            </a:r>
            <a:r>
              <a:rPr lang="en-US" altLang="ja-JP" sz="1600" dirty="0"/>
              <a:t>19</a:t>
            </a:r>
            <a:r>
              <a:rPr lang="ja-JP" altLang="en-US" sz="1600" dirty="0"/>
              <a:t>点）</a:t>
            </a:r>
            <a:endParaRPr lang="en-US" altLang="ja-JP" sz="1600" dirty="0"/>
          </a:p>
        </p:txBody>
      </p:sp>
      <p:grpSp>
        <p:nvGrpSpPr>
          <p:cNvPr id="36" name="グループ化 35">
            <a:extLst>
              <a:ext uri="{FF2B5EF4-FFF2-40B4-BE49-F238E27FC236}">
                <a16:creationId xmlns:a16="http://schemas.microsoft.com/office/drawing/2014/main" id="{5FCF60E7-73B6-8BE1-064C-778C4E36A73A}"/>
              </a:ext>
            </a:extLst>
          </p:cNvPr>
          <p:cNvGrpSpPr>
            <a:grpSpLocks noChangeAspect="1"/>
          </p:cNvGrpSpPr>
          <p:nvPr/>
        </p:nvGrpSpPr>
        <p:grpSpPr>
          <a:xfrm>
            <a:off x="4893813" y="2654098"/>
            <a:ext cx="2261567" cy="2517109"/>
            <a:chOff x="9688657" y="2962364"/>
            <a:chExt cx="1673182" cy="1896407"/>
          </a:xfrm>
        </p:grpSpPr>
        <p:pic>
          <p:nvPicPr>
            <p:cNvPr id="42" name="図 41">
              <a:extLst>
                <a:ext uri="{FF2B5EF4-FFF2-40B4-BE49-F238E27FC236}">
                  <a16:creationId xmlns:a16="http://schemas.microsoft.com/office/drawing/2014/main" id="{3AAF145B-4685-04EB-BA51-3927294DED98}"/>
                </a:ext>
              </a:extLst>
            </p:cNvPr>
            <p:cNvPicPr>
              <a:picLocks noChangeAspect="1"/>
            </p:cNvPicPr>
            <p:nvPr/>
          </p:nvPicPr>
          <p:blipFill>
            <a:blip r:embed="rId3">
              <a:extLst>
                <a:ext uri="{28A0092B-C50C-407E-A947-70E740481C1C}">
                  <a14:useLocalDpi xmlns:a14="http://schemas.microsoft.com/office/drawing/2010/main" val="0"/>
                </a:ext>
              </a:extLst>
            </a:blip>
            <a:srcRect l="8225" t="3337" r="14732" b="47074"/>
            <a:stretch>
              <a:fillRect/>
            </a:stretch>
          </p:blipFill>
          <p:spPr>
            <a:xfrm>
              <a:off x="9688657" y="2962364"/>
              <a:ext cx="1673182" cy="1896407"/>
            </a:xfrm>
            <a:prstGeom prst="rect">
              <a:avLst/>
            </a:prstGeom>
            <a:ln>
              <a:noFill/>
            </a:ln>
          </p:spPr>
        </p:pic>
        <p:sp>
          <p:nvSpPr>
            <p:cNvPr id="43" name="楕円 42">
              <a:extLst>
                <a:ext uri="{FF2B5EF4-FFF2-40B4-BE49-F238E27FC236}">
                  <a16:creationId xmlns:a16="http://schemas.microsoft.com/office/drawing/2014/main" id="{B5D5265D-A8B6-3FB7-06DF-F0C9452A4058}"/>
                </a:ext>
              </a:extLst>
            </p:cNvPr>
            <p:cNvSpPr/>
            <p:nvPr/>
          </p:nvSpPr>
          <p:spPr>
            <a:xfrm>
              <a:off x="10528923" y="3760878"/>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44" name="楕円 43">
              <a:extLst>
                <a:ext uri="{FF2B5EF4-FFF2-40B4-BE49-F238E27FC236}">
                  <a16:creationId xmlns:a16="http://schemas.microsoft.com/office/drawing/2014/main" id="{DEB02BA3-ECCB-E8A6-1308-9DABFCB1BA05}"/>
                </a:ext>
              </a:extLst>
            </p:cNvPr>
            <p:cNvSpPr/>
            <p:nvPr/>
          </p:nvSpPr>
          <p:spPr>
            <a:xfrm>
              <a:off x="10472516" y="4223060"/>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grpSp>
      <p:pic>
        <p:nvPicPr>
          <p:cNvPr id="48" name="図 47">
            <a:extLst>
              <a:ext uri="{FF2B5EF4-FFF2-40B4-BE49-F238E27FC236}">
                <a16:creationId xmlns:a16="http://schemas.microsoft.com/office/drawing/2014/main" id="{14E7B116-845D-6ED4-508A-DE779D29657E}"/>
              </a:ext>
            </a:extLst>
          </p:cNvPr>
          <p:cNvPicPr>
            <a:picLocks noChangeAspect="1"/>
          </p:cNvPicPr>
          <p:nvPr/>
        </p:nvPicPr>
        <p:blipFill>
          <a:blip r:embed="rId3">
            <a:extLst>
              <a:ext uri="{28A0092B-C50C-407E-A947-70E740481C1C}">
                <a14:useLocalDpi xmlns:a14="http://schemas.microsoft.com/office/drawing/2010/main" val="0"/>
              </a:ext>
            </a:extLst>
          </a:blip>
          <a:srcRect l="8225" t="3336" r="14394" b="2892"/>
          <a:stretch>
            <a:fillRect/>
          </a:stretch>
        </p:blipFill>
        <p:spPr>
          <a:xfrm>
            <a:off x="9366446" y="2646228"/>
            <a:ext cx="1204929" cy="2524822"/>
          </a:xfrm>
          <a:prstGeom prst="rect">
            <a:avLst/>
          </a:prstGeom>
        </p:spPr>
      </p:pic>
      <p:sp>
        <p:nvSpPr>
          <p:cNvPr id="50" name="テキスト ボックス 49">
            <a:extLst>
              <a:ext uri="{FF2B5EF4-FFF2-40B4-BE49-F238E27FC236}">
                <a16:creationId xmlns:a16="http://schemas.microsoft.com/office/drawing/2014/main" id="{2E7441AC-ED2F-6D77-8C6E-4A0D7A12EBBF}"/>
              </a:ext>
            </a:extLst>
          </p:cNvPr>
          <p:cNvSpPr txBox="1"/>
          <p:nvPr/>
        </p:nvSpPr>
        <p:spPr>
          <a:xfrm>
            <a:off x="9363074" y="5179193"/>
            <a:ext cx="1990726" cy="338554"/>
          </a:xfrm>
          <a:prstGeom prst="rect">
            <a:avLst/>
          </a:prstGeom>
          <a:noFill/>
        </p:spPr>
        <p:txBody>
          <a:bodyPr vert="horz" wrap="square" rtlCol="0">
            <a:spAutoFit/>
          </a:bodyPr>
          <a:lstStyle/>
          <a:p>
            <a:r>
              <a:rPr lang="en-US" altLang="ja-JP" sz="1600"/>
              <a:t>H36M</a:t>
            </a:r>
            <a:r>
              <a:rPr lang="ja-JP" altLang="en-US" sz="1600"/>
              <a:t>（</a:t>
            </a:r>
            <a:r>
              <a:rPr lang="en-US" altLang="ja-JP" sz="1600"/>
              <a:t>17</a:t>
            </a:r>
            <a:r>
              <a:rPr lang="ja-JP" altLang="en-US" sz="1600"/>
              <a:t>点）</a:t>
            </a:r>
            <a:endParaRPr lang="en-US" altLang="ja-JP" sz="1600"/>
          </a:p>
        </p:txBody>
      </p:sp>
      <p:sp>
        <p:nvSpPr>
          <p:cNvPr id="2" name="Footer Placeholder 4">
            <a:extLst>
              <a:ext uri="{FF2B5EF4-FFF2-40B4-BE49-F238E27FC236}">
                <a16:creationId xmlns:a16="http://schemas.microsoft.com/office/drawing/2014/main" id="{F558A53F-6795-6D83-307F-99257F6EFC30}"/>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78AEA303-B1A6-D7BC-2B95-AC519E1BDBA9}"/>
              </a:ext>
            </a:extLst>
          </p:cNvPr>
          <p:cNvSpPr>
            <a:spLocks noGrp="1"/>
          </p:cNvSpPr>
          <p:nvPr>
            <p:ph type="dt" sz="half" idx="10"/>
          </p:nvPr>
        </p:nvSpPr>
        <p:spPr>
          <a:xfrm>
            <a:off x="838200" y="6449338"/>
            <a:ext cx="2743200" cy="365125"/>
          </a:xfrm>
        </p:spPr>
        <p:txBody>
          <a:bodyPr/>
          <a:lstStyle/>
          <a:p>
            <a:r>
              <a:rPr lang="en-US"/>
              <a:t>2026/9/24</a:t>
            </a:r>
          </a:p>
        </p:txBody>
      </p:sp>
      <p:pic>
        <p:nvPicPr>
          <p:cNvPr id="5" name="図 4">
            <a:extLst>
              <a:ext uri="{FF2B5EF4-FFF2-40B4-BE49-F238E27FC236}">
                <a16:creationId xmlns:a16="http://schemas.microsoft.com/office/drawing/2014/main" id="{BBEAD7E9-D11E-9038-31BB-946E5CC34D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7973" y="2766539"/>
            <a:ext cx="1080430" cy="2412654"/>
          </a:xfrm>
          <a:prstGeom prst="rect">
            <a:avLst/>
          </a:prstGeom>
        </p:spPr>
      </p:pic>
      <p:sp>
        <p:nvSpPr>
          <p:cNvPr id="9" name="テキスト ボックス 8">
            <a:extLst>
              <a:ext uri="{FF2B5EF4-FFF2-40B4-BE49-F238E27FC236}">
                <a16:creationId xmlns:a16="http://schemas.microsoft.com/office/drawing/2014/main" id="{5C844E02-3D25-8D63-7A14-4CF030F33D63}"/>
              </a:ext>
            </a:extLst>
          </p:cNvPr>
          <p:cNvSpPr txBox="1"/>
          <p:nvPr/>
        </p:nvSpPr>
        <p:spPr>
          <a:xfrm>
            <a:off x="1033026" y="5179193"/>
            <a:ext cx="2543175" cy="338554"/>
          </a:xfrm>
          <a:prstGeom prst="rect">
            <a:avLst/>
          </a:prstGeom>
          <a:noFill/>
        </p:spPr>
        <p:txBody>
          <a:bodyPr vert="horz" wrap="square" rtlCol="0">
            <a:spAutoFit/>
          </a:bodyPr>
          <a:lstStyle/>
          <a:p>
            <a:r>
              <a:rPr lang="en-US" altLang="ja-JP" sz="1600" dirty="0"/>
              <a:t>COCO</a:t>
            </a:r>
            <a:r>
              <a:rPr lang="ja-JP" altLang="en-US" sz="1600" dirty="0"/>
              <a:t> </a:t>
            </a:r>
            <a:r>
              <a:rPr lang="en-US" altLang="ja-JP" sz="1600" dirty="0"/>
              <a:t>dataset</a:t>
            </a:r>
            <a:r>
              <a:rPr lang="ja-JP" altLang="en-US" sz="1600" dirty="0"/>
              <a:t>（</a:t>
            </a:r>
            <a:r>
              <a:rPr lang="en-US" altLang="ja-JP" sz="1600" dirty="0"/>
              <a:t>17</a:t>
            </a:r>
            <a:r>
              <a:rPr lang="ja-JP" altLang="en-US" sz="1600" dirty="0"/>
              <a:t>点）</a:t>
            </a:r>
            <a:endParaRPr lang="en-US" altLang="ja-JP" sz="1600" dirty="0"/>
          </a:p>
        </p:txBody>
      </p:sp>
      <p:sp>
        <p:nvSpPr>
          <p:cNvPr id="14" name="矢印: 右 13">
            <a:extLst>
              <a:ext uri="{FF2B5EF4-FFF2-40B4-BE49-F238E27FC236}">
                <a16:creationId xmlns:a16="http://schemas.microsoft.com/office/drawing/2014/main" id="{7838825A-68C6-001E-AF71-2DC0B34F742B}"/>
              </a:ext>
            </a:extLst>
          </p:cNvPr>
          <p:cNvSpPr/>
          <p:nvPr/>
        </p:nvSpPr>
        <p:spPr>
          <a:xfrm>
            <a:off x="3350156" y="3713969"/>
            <a:ext cx="814999" cy="604747"/>
          </a:xfrm>
          <a:prstGeom prst="rightArrow">
            <a:avLst>
              <a:gd name="adj1" fmla="val 50000"/>
              <a:gd name="adj2" fmla="val 6750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17">
            <a:extLst>
              <a:ext uri="{FF2B5EF4-FFF2-40B4-BE49-F238E27FC236}">
                <a16:creationId xmlns:a16="http://schemas.microsoft.com/office/drawing/2014/main" id="{347CE7BC-49E8-32AC-419E-FD94B4688C30}"/>
              </a:ext>
            </a:extLst>
          </p:cNvPr>
          <p:cNvSpPr/>
          <p:nvPr/>
        </p:nvSpPr>
        <p:spPr>
          <a:xfrm rot="10800000">
            <a:off x="7872456" y="3713968"/>
            <a:ext cx="814999" cy="604747"/>
          </a:xfrm>
          <a:prstGeom prst="rightArrow">
            <a:avLst>
              <a:gd name="adj1" fmla="val 50000"/>
              <a:gd name="adj2" fmla="val 6750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95901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F4BDC-1170-3F9C-0F69-DA3403FFAD5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7A3D32E-99FA-FB75-F1CF-026A5FF6BB77}"/>
              </a:ext>
            </a:extLst>
          </p:cNvPr>
          <p:cNvSpPr>
            <a:spLocks noGrp="1"/>
          </p:cNvSpPr>
          <p:nvPr>
            <p:ph type="sldNum" sz="quarter" idx="12"/>
          </p:nvPr>
        </p:nvSpPr>
        <p:spPr/>
        <p:txBody>
          <a:bodyPr/>
          <a:lstStyle/>
          <a:p>
            <a:fld id="{465F6A33-8929-41AA-8A25-00E3AA79F1EE}" type="slidenum">
              <a:rPr lang="en-US" smtClean="0"/>
              <a:t>8</a:t>
            </a:fld>
            <a:endParaRPr lang="en-US"/>
          </a:p>
        </p:txBody>
      </p:sp>
      <p:sp>
        <p:nvSpPr>
          <p:cNvPr id="11" name="テキスト ボックス 10">
            <a:extLst>
              <a:ext uri="{FF2B5EF4-FFF2-40B4-BE49-F238E27FC236}">
                <a16:creationId xmlns:a16="http://schemas.microsoft.com/office/drawing/2014/main" id="{925A6F93-345E-62C4-D547-0DEA1E33E939}"/>
              </a:ext>
            </a:extLst>
          </p:cNvPr>
          <p:cNvSpPr txBox="1"/>
          <p:nvPr/>
        </p:nvSpPr>
        <p:spPr>
          <a:xfrm>
            <a:off x="277090" y="258618"/>
            <a:ext cx="8483399" cy="646331"/>
          </a:xfrm>
          <a:prstGeom prst="rect">
            <a:avLst/>
          </a:prstGeom>
          <a:noFill/>
        </p:spPr>
        <p:txBody>
          <a:bodyPr wrap="square" rtlCol="0">
            <a:spAutoFit/>
          </a:bodyPr>
          <a:lstStyle/>
          <a:p>
            <a:r>
              <a:rPr kumimoji="1" lang="ja-JP" altLang="en-US" sz="3600"/>
              <a:t>研究内容　</a:t>
            </a:r>
            <a:r>
              <a:rPr lang="ja-JP" altLang="en-US" sz="3600" b="1">
                <a:solidFill>
                  <a:srgbClr val="222222"/>
                </a:solidFill>
                <a:latin typeface="Noto Sans JP"/>
              </a:rPr>
              <a:t>工程② データセットの拡張</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5E4A641F-392F-15F0-6978-57CBB0B98CC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2BEC57A8-4736-419F-25BD-1E2C43CC8DD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E5E90DFB-2B03-E44D-E8E9-FCD08733D271}"/>
              </a:ext>
            </a:extLst>
          </p:cNvPr>
          <p:cNvSpPr>
            <a:spLocks noGrp="1"/>
          </p:cNvSpPr>
          <p:nvPr>
            <p:ph type="dt" sz="half" idx="10"/>
          </p:nvPr>
        </p:nvSpPr>
        <p:spPr>
          <a:xfrm>
            <a:off x="838200" y="6449338"/>
            <a:ext cx="2743200" cy="365125"/>
          </a:xfrm>
        </p:spPr>
        <p:txBody>
          <a:bodyPr/>
          <a:lstStyle/>
          <a:p>
            <a:r>
              <a:rPr lang="en-US"/>
              <a:t>2026/9/24</a:t>
            </a:r>
          </a:p>
        </p:txBody>
      </p:sp>
      <p:sp>
        <p:nvSpPr>
          <p:cNvPr id="16" name="テキスト ボックス 15">
            <a:extLst>
              <a:ext uri="{FF2B5EF4-FFF2-40B4-BE49-F238E27FC236}">
                <a16:creationId xmlns:a16="http://schemas.microsoft.com/office/drawing/2014/main" id="{9D5DB1AF-781A-949E-ABCF-DBFEAF0A8399}"/>
              </a:ext>
            </a:extLst>
          </p:cNvPr>
          <p:cNvSpPr txBox="1"/>
          <p:nvPr/>
        </p:nvSpPr>
        <p:spPr>
          <a:xfrm>
            <a:off x="-927652" y="3021496"/>
            <a:ext cx="184731" cy="369332"/>
          </a:xfrm>
          <a:prstGeom prst="rect">
            <a:avLst/>
          </a:prstGeom>
          <a:noFill/>
        </p:spPr>
        <p:txBody>
          <a:bodyPr wrap="none" rtlCol="0">
            <a:spAutoFit/>
          </a:bodyPr>
          <a:lstStyle/>
          <a:p>
            <a:endParaRPr kumimoji="1" lang="ja-JP" altLang="en-US"/>
          </a:p>
        </p:txBody>
      </p:sp>
      <p:sp>
        <p:nvSpPr>
          <p:cNvPr id="20" name="テキスト ボックス 19">
            <a:extLst>
              <a:ext uri="{FF2B5EF4-FFF2-40B4-BE49-F238E27FC236}">
                <a16:creationId xmlns:a16="http://schemas.microsoft.com/office/drawing/2014/main" id="{315A2C10-2280-32D9-BBAE-3414C8FFB4EC}"/>
              </a:ext>
            </a:extLst>
          </p:cNvPr>
          <p:cNvSpPr txBox="1"/>
          <p:nvPr/>
        </p:nvSpPr>
        <p:spPr>
          <a:xfrm>
            <a:off x="9364773" y="5783774"/>
            <a:ext cx="2084278" cy="338554"/>
          </a:xfrm>
          <a:prstGeom prst="rect">
            <a:avLst/>
          </a:prstGeom>
          <a:noFill/>
        </p:spPr>
        <p:txBody>
          <a:bodyPr vert="horz" wrap="square" rtlCol="0">
            <a:spAutoFit/>
          </a:bodyPr>
          <a:lstStyle/>
          <a:p>
            <a:r>
              <a:rPr lang="ja-JP" altLang="en-US" sz="1600"/>
              <a:t>データセットの画像</a:t>
            </a:r>
            <a:endParaRPr lang="en-US" altLang="ja-JP" sz="1600"/>
          </a:p>
        </p:txBody>
      </p:sp>
      <p:pic>
        <p:nvPicPr>
          <p:cNvPr id="17" name="図 16">
            <a:extLst>
              <a:ext uri="{FF2B5EF4-FFF2-40B4-BE49-F238E27FC236}">
                <a16:creationId xmlns:a16="http://schemas.microsoft.com/office/drawing/2014/main" id="{4ED829AE-7E06-617F-240C-EAC80CA3F638}"/>
              </a:ext>
            </a:extLst>
          </p:cNvPr>
          <p:cNvPicPr>
            <a:picLocks noChangeAspect="1"/>
          </p:cNvPicPr>
          <p:nvPr/>
        </p:nvPicPr>
        <p:blipFill>
          <a:blip r:embed="rId3">
            <a:extLst>
              <a:ext uri="{28A0092B-C50C-407E-A947-70E740481C1C}">
                <a14:useLocalDpi xmlns:a14="http://schemas.microsoft.com/office/drawing/2010/main" val="0"/>
              </a:ext>
            </a:extLst>
          </a:blip>
          <a:srcRect l="31900" t="15027" r="37569" b="7513"/>
          <a:stretch>
            <a:fillRect/>
          </a:stretch>
        </p:blipFill>
        <p:spPr>
          <a:xfrm>
            <a:off x="9463197" y="1298763"/>
            <a:ext cx="1735505" cy="4403183"/>
          </a:xfrm>
          <a:prstGeom prst="rect">
            <a:avLst/>
          </a:prstGeom>
        </p:spPr>
      </p:pic>
      <p:sp>
        <p:nvSpPr>
          <p:cNvPr id="13" name="TextBox 3">
            <a:extLst>
              <a:ext uri="{FF2B5EF4-FFF2-40B4-BE49-F238E27FC236}">
                <a16:creationId xmlns:a16="http://schemas.microsoft.com/office/drawing/2014/main" id="{44016B29-9E33-FA4F-24CA-782DF0DF2CE0}"/>
              </a:ext>
            </a:extLst>
          </p:cNvPr>
          <p:cNvSpPr txBox="1"/>
          <p:nvPr/>
        </p:nvSpPr>
        <p:spPr>
          <a:xfrm>
            <a:off x="12341407" y="1461780"/>
            <a:ext cx="8483399" cy="4616648"/>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データセット作成と追加学習</a:t>
            </a:r>
            <a:endParaRPr lang="en-US" altLang="ja-JP" sz="2000" b="1" dirty="0">
              <a:solidFill>
                <a:srgbClr val="222222"/>
              </a:solidFill>
              <a:latin typeface="Noto Sans JP"/>
            </a:endParaRPr>
          </a:p>
          <a:p>
            <a:pPr>
              <a:lnSpc>
                <a:spcPts val="2400"/>
              </a:lnSpc>
            </a:pP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・データセット</a:t>
            </a:r>
            <a:endParaRPr lang="en-US" altLang="ja-JP" sz="2000" dirty="0">
              <a:solidFill>
                <a:srgbClr val="222222"/>
              </a:solidFill>
              <a:latin typeface="Noto Sans JP"/>
            </a:endParaRPr>
          </a:p>
          <a:p>
            <a:pPr>
              <a:lnSpc>
                <a:spcPct val="100000"/>
              </a:lnSpc>
            </a:pPr>
            <a:r>
              <a:rPr lang="ja-JP" altLang="en-US" sz="2000" dirty="0">
                <a:solidFill>
                  <a:srgbClr val="222222"/>
                </a:solidFill>
                <a:latin typeface="Noto Sans JP"/>
              </a:rPr>
              <a:t>　モーションデータ：</a:t>
            </a:r>
            <a:r>
              <a:rPr lang="ja-JP" altLang="ja-JP" sz="2000" dirty="0"/>
              <a:t> 1083</a:t>
            </a:r>
            <a:r>
              <a:rPr lang="ja-JP" altLang="en-US" sz="2000" dirty="0">
                <a:solidFill>
                  <a:srgbClr val="222222"/>
                </a:solidFill>
                <a:latin typeface="Noto Sans JP"/>
              </a:rPr>
              <a:t>フレーム、アバター：</a:t>
            </a:r>
            <a:r>
              <a:rPr lang="en-US" altLang="ja-JP" sz="2000" dirty="0">
                <a:solidFill>
                  <a:srgbClr val="222222"/>
                </a:solidFill>
                <a:latin typeface="Noto Sans JP"/>
              </a:rPr>
              <a:t>2</a:t>
            </a:r>
            <a:r>
              <a:rPr lang="ja-JP" altLang="en-US" sz="2000" dirty="0">
                <a:solidFill>
                  <a:srgbClr val="222222"/>
                </a:solidFill>
                <a:latin typeface="Noto Sans JP"/>
              </a:rPr>
              <a:t>体、カメラ：</a:t>
            </a:r>
            <a:r>
              <a:rPr lang="en-US" altLang="ja-JP" sz="2000" dirty="0">
                <a:solidFill>
                  <a:srgbClr val="222222"/>
                </a:solidFill>
                <a:latin typeface="Noto Sans JP"/>
              </a:rPr>
              <a:t>12</a:t>
            </a:r>
            <a:r>
              <a:rPr lang="ja-JP" altLang="en-US" sz="2000" dirty="0">
                <a:solidFill>
                  <a:srgbClr val="222222"/>
                </a:solidFill>
                <a:latin typeface="Noto Sans JP"/>
              </a:rPr>
              <a:t>台</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r>
              <a:rPr lang="en-US" altLang="ja-JP" sz="2000" b="1" dirty="0">
                <a:solidFill>
                  <a:srgbClr val="222222"/>
                </a:solidFill>
                <a:latin typeface="Noto Sans JP"/>
              </a:rPr>
              <a:t>train</a:t>
            </a:r>
            <a:r>
              <a:rPr lang="ja-JP" altLang="en-US" sz="2000" b="1" dirty="0">
                <a:solidFill>
                  <a:srgbClr val="222222"/>
                </a:solidFill>
                <a:latin typeface="Noto Sans JP"/>
              </a:rPr>
              <a:t>：</a:t>
            </a:r>
            <a:r>
              <a:rPr lang="en-US" altLang="ja-JP" sz="2000" b="1" dirty="0">
                <a:solidFill>
                  <a:srgbClr val="222222"/>
                </a:solidFill>
                <a:latin typeface="Noto Sans JP"/>
              </a:rPr>
              <a:t>26464</a:t>
            </a:r>
            <a:r>
              <a:rPr lang="ja-JP" altLang="en-US" sz="2000" b="1" dirty="0">
                <a:solidFill>
                  <a:srgbClr val="222222"/>
                </a:solidFill>
                <a:latin typeface="Noto Sans JP"/>
              </a:rPr>
              <a:t>組、</a:t>
            </a:r>
            <a:r>
              <a:rPr lang="en-US" altLang="ja-JP" sz="2000" b="1" dirty="0">
                <a:solidFill>
                  <a:srgbClr val="222222"/>
                </a:solidFill>
                <a:latin typeface="Noto Sans JP"/>
              </a:rPr>
              <a:t>validation</a:t>
            </a:r>
            <a:r>
              <a:rPr lang="ja-JP" altLang="en-US" sz="2000" b="1" dirty="0">
                <a:solidFill>
                  <a:srgbClr val="222222"/>
                </a:solidFill>
                <a:latin typeface="Noto Sans JP"/>
              </a:rPr>
              <a:t>：</a:t>
            </a:r>
            <a:r>
              <a:rPr lang="en-US" altLang="ja-JP" sz="2000" b="1" dirty="0">
                <a:solidFill>
                  <a:srgbClr val="222222"/>
                </a:solidFill>
                <a:latin typeface="Noto Sans JP"/>
              </a:rPr>
              <a:t>528</a:t>
            </a:r>
            <a:r>
              <a:rPr lang="ja-JP" altLang="en-US" sz="2000" b="1" dirty="0">
                <a:solidFill>
                  <a:srgbClr val="222222"/>
                </a:solidFill>
                <a:latin typeface="Noto Sans JP"/>
              </a:rPr>
              <a:t>組</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　アノテーションデータ</a:t>
            </a:r>
            <a:endParaRPr lang="en-US" altLang="ja-JP" sz="2000" dirty="0">
              <a:solidFill>
                <a:srgbClr val="222222"/>
              </a:solidFill>
              <a:latin typeface="Noto Sans JP"/>
            </a:endParaRPr>
          </a:p>
          <a:p>
            <a:pPr marL="800100" lvl="1" indent="-342900">
              <a:buFontTx/>
              <a:buChar char="-"/>
            </a:pPr>
            <a:r>
              <a:rPr lang="en-US" altLang="ja-JP" sz="2000" dirty="0">
                <a:latin typeface="+mn-ea"/>
              </a:rPr>
              <a:t>19</a:t>
            </a:r>
            <a:r>
              <a:rPr lang="ja-JP" altLang="en-US" sz="2000" dirty="0">
                <a:latin typeface="+mn-ea"/>
              </a:rPr>
              <a:t>点のキーポイントの</a:t>
            </a:r>
            <a:r>
              <a:rPr lang="en-US" altLang="ja-JP" sz="2000" dirty="0">
                <a:latin typeface="+mn-ea"/>
              </a:rPr>
              <a:t>3D</a:t>
            </a:r>
            <a:r>
              <a:rPr lang="ja-JP" altLang="en-US" sz="2000" dirty="0">
                <a:latin typeface="+mn-ea"/>
              </a:rPr>
              <a:t>座標、</a:t>
            </a:r>
            <a:r>
              <a:rPr lang="en-US" altLang="ja-JP" sz="2000" dirty="0">
                <a:latin typeface="+mn-ea"/>
              </a:rPr>
              <a:t>2D</a:t>
            </a:r>
            <a:r>
              <a:rPr lang="ja-JP" altLang="en-US" sz="2000" dirty="0">
                <a:latin typeface="+mn-ea"/>
              </a:rPr>
              <a:t>座標</a:t>
            </a:r>
            <a:endParaRPr lang="en-US" altLang="ja-JP" sz="2000" dirty="0">
              <a:latin typeface="+mn-ea"/>
            </a:endParaRPr>
          </a:p>
          <a:p>
            <a:pPr marL="800100" lvl="1" indent="-342900">
              <a:buFontTx/>
              <a:buChar char="-"/>
            </a:pPr>
            <a:r>
              <a:rPr lang="ja-JP" altLang="en-US" sz="2000" dirty="0">
                <a:latin typeface="+mn-ea"/>
              </a:rPr>
              <a:t>各キーポイントの信頼度</a:t>
            </a:r>
            <a:endParaRPr lang="en-US" altLang="ja-JP" sz="2000" dirty="0">
              <a:latin typeface="+mn-ea"/>
            </a:endParaRPr>
          </a:p>
          <a:p>
            <a:pPr marL="800100" lvl="1" indent="-342900">
              <a:buFontTx/>
              <a:buChar char="-"/>
            </a:pPr>
            <a:r>
              <a:rPr lang="en-US" altLang="ja-JP" sz="2000" dirty="0">
                <a:latin typeface="+mn-ea"/>
              </a:rPr>
              <a:t>BBOX</a:t>
            </a:r>
            <a:r>
              <a:rPr lang="ja-JP" altLang="en-US" sz="2000" dirty="0">
                <a:latin typeface="+mn-ea"/>
              </a:rPr>
              <a:t>の座標</a:t>
            </a:r>
            <a:endParaRPr lang="en-US" altLang="ja-JP" sz="2000" dirty="0">
              <a:latin typeface="+mn-ea"/>
            </a:endParaRPr>
          </a:p>
          <a:p>
            <a:pPr marL="800100" lvl="1" indent="-342900">
              <a:buFontTx/>
              <a:buChar char="-"/>
            </a:pPr>
            <a:endParaRPr lang="en-US" altLang="ja-JP" sz="2000" dirty="0">
              <a:latin typeface="+mn-ea"/>
            </a:endParaRPr>
          </a:p>
          <a:p>
            <a:pPr>
              <a:lnSpc>
                <a:spcPts val="2400"/>
              </a:lnSpc>
            </a:pPr>
            <a:r>
              <a:rPr lang="ja-JP" altLang="en-US" sz="2000" dirty="0">
                <a:solidFill>
                  <a:srgbClr val="222222"/>
                </a:solidFill>
                <a:latin typeface="Noto Sans JP"/>
              </a:rPr>
              <a:t>　データセット作成に要した時間：約</a:t>
            </a:r>
            <a:r>
              <a:rPr lang="en-US" altLang="ja-JP" sz="2000" dirty="0">
                <a:solidFill>
                  <a:srgbClr val="222222"/>
                </a:solidFill>
                <a:latin typeface="Noto Sans JP"/>
              </a:rPr>
              <a:t>3.7</a:t>
            </a:r>
            <a:r>
              <a:rPr lang="ja-JP" altLang="en-US" sz="2000" dirty="0">
                <a:solidFill>
                  <a:srgbClr val="222222"/>
                </a:solidFill>
                <a:latin typeface="Noto Sans JP"/>
              </a:rPr>
              <a:t>時間</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・追加学習　エポック数：</a:t>
            </a:r>
            <a:r>
              <a:rPr lang="en-US" altLang="ja-JP" sz="2000" dirty="0">
                <a:solidFill>
                  <a:srgbClr val="222222"/>
                </a:solidFill>
                <a:latin typeface="Noto Sans JP"/>
              </a:rPr>
              <a:t>100</a:t>
            </a:r>
            <a:endParaRPr lang="en-US" altLang="ja-JP"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p:txBody>
      </p:sp>
      <p:graphicFrame>
        <p:nvGraphicFramePr>
          <p:cNvPr id="14" name="表 13">
            <a:extLst>
              <a:ext uri="{FF2B5EF4-FFF2-40B4-BE49-F238E27FC236}">
                <a16:creationId xmlns:a16="http://schemas.microsoft.com/office/drawing/2014/main" id="{5DFE1BC2-3B55-0391-EB0A-8C5410671BEB}"/>
              </a:ext>
            </a:extLst>
          </p:cNvPr>
          <p:cNvGraphicFramePr>
            <a:graphicFrameLocks noGrp="1"/>
          </p:cNvGraphicFramePr>
          <p:nvPr>
            <p:extLst>
              <p:ext uri="{D42A27DB-BD31-4B8C-83A1-F6EECF244321}">
                <p14:modId xmlns:p14="http://schemas.microsoft.com/office/powerpoint/2010/main" val="1721360027"/>
              </p:ext>
            </p:extLst>
          </p:nvPr>
        </p:nvGraphicFramePr>
        <p:xfrm>
          <a:off x="700492" y="1461780"/>
          <a:ext cx="7620000" cy="1828800"/>
        </p:xfrm>
        <a:graphic>
          <a:graphicData uri="http://schemas.openxmlformats.org/drawingml/2006/table">
            <a:tbl>
              <a:tblPr>
                <a:tableStyleId>{5C22544A-7EE6-4342-B048-85BDC9FD1C3A}</a:tableStyleId>
              </a:tblPr>
              <a:tblGrid>
                <a:gridCol w="3810000">
                  <a:extLst>
                    <a:ext uri="{9D8B030D-6E8A-4147-A177-3AD203B41FA5}">
                      <a16:colId xmlns:a16="http://schemas.microsoft.com/office/drawing/2014/main" val="959914555"/>
                    </a:ext>
                  </a:extLst>
                </a:gridCol>
                <a:gridCol w="3810000">
                  <a:extLst>
                    <a:ext uri="{9D8B030D-6E8A-4147-A177-3AD203B41FA5}">
                      <a16:colId xmlns:a16="http://schemas.microsoft.com/office/drawing/2014/main" val="2459664854"/>
                    </a:ext>
                  </a:extLst>
                </a:gridCol>
              </a:tblGrid>
              <a:tr h="0">
                <a:tc>
                  <a:txBody>
                    <a:bodyPr/>
                    <a:lstStyle/>
                    <a:p>
                      <a:pPr>
                        <a:buNone/>
                      </a:pPr>
                      <a:r>
                        <a:rPr lang="ja-JP" dirty="0"/>
                        <a:t>モーションデータ</a:t>
                      </a:r>
                    </a:p>
                  </a:txBody>
                  <a:tcPr anchor="ctr"/>
                </a:tc>
                <a:tc>
                  <a:txBody>
                    <a:bodyPr/>
                    <a:lstStyle/>
                    <a:p>
                      <a:pPr>
                        <a:buNone/>
                      </a:pPr>
                      <a:r>
                        <a:rPr lang="ja-JP"/>
                        <a:t>1,083 フレーム</a:t>
                      </a:r>
                    </a:p>
                  </a:txBody>
                  <a:tcPr anchor="ctr"/>
                </a:tc>
                <a:extLst>
                  <a:ext uri="{0D108BD9-81ED-4DB2-BD59-A6C34878D82A}">
                    <a16:rowId xmlns:a16="http://schemas.microsoft.com/office/drawing/2014/main" val="1094621281"/>
                  </a:ext>
                </a:extLst>
              </a:tr>
              <a:tr h="0">
                <a:tc>
                  <a:txBody>
                    <a:bodyPr/>
                    <a:lstStyle/>
                    <a:p>
                      <a:pPr>
                        <a:buNone/>
                      </a:pPr>
                      <a:r>
                        <a:rPr lang="ja-JP" dirty="0"/>
                        <a:t>アバター数</a:t>
                      </a:r>
                    </a:p>
                  </a:txBody>
                  <a:tcPr anchor="ctr"/>
                </a:tc>
                <a:tc>
                  <a:txBody>
                    <a:bodyPr/>
                    <a:lstStyle/>
                    <a:p>
                      <a:pPr>
                        <a:buNone/>
                      </a:pPr>
                      <a:r>
                        <a:rPr lang="ja-JP"/>
                        <a:t>2 体</a:t>
                      </a:r>
                    </a:p>
                  </a:txBody>
                  <a:tcPr anchor="ctr"/>
                </a:tc>
                <a:extLst>
                  <a:ext uri="{0D108BD9-81ED-4DB2-BD59-A6C34878D82A}">
                    <a16:rowId xmlns:a16="http://schemas.microsoft.com/office/drawing/2014/main" val="730150123"/>
                  </a:ext>
                </a:extLst>
              </a:tr>
              <a:tr h="0">
                <a:tc>
                  <a:txBody>
                    <a:bodyPr/>
                    <a:lstStyle/>
                    <a:p>
                      <a:pPr>
                        <a:buNone/>
                      </a:pPr>
                      <a:r>
                        <a:rPr lang="ja-JP" dirty="0"/>
                        <a:t>カメラ台数</a:t>
                      </a:r>
                    </a:p>
                  </a:txBody>
                  <a:tcPr anchor="ctr"/>
                </a:tc>
                <a:tc>
                  <a:txBody>
                    <a:bodyPr/>
                    <a:lstStyle/>
                    <a:p>
                      <a:pPr>
                        <a:buNone/>
                      </a:pPr>
                      <a:r>
                        <a:rPr lang="ja-JP"/>
                        <a:t>12 台</a:t>
                      </a:r>
                    </a:p>
                  </a:txBody>
                  <a:tcPr anchor="ctr"/>
                </a:tc>
                <a:extLst>
                  <a:ext uri="{0D108BD9-81ED-4DB2-BD59-A6C34878D82A}">
                    <a16:rowId xmlns:a16="http://schemas.microsoft.com/office/drawing/2014/main" val="2669379758"/>
                  </a:ext>
                </a:extLst>
              </a:tr>
              <a:tr h="0">
                <a:tc>
                  <a:txBody>
                    <a:bodyPr/>
                    <a:lstStyle/>
                    <a:p>
                      <a:pPr>
                        <a:buNone/>
                      </a:pPr>
                      <a:r>
                        <a:rPr lang="ja-JP"/>
                        <a:t>学習用（train）</a:t>
                      </a:r>
                    </a:p>
                  </a:txBody>
                  <a:tcPr anchor="ctr"/>
                </a:tc>
                <a:tc>
                  <a:txBody>
                    <a:bodyPr/>
                    <a:lstStyle/>
                    <a:p>
                      <a:pPr>
                        <a:buNone/>
                      </a:pPr>
                      <a:r>
                        <a:rPr lang="ja-JP"/>
                        <a:t>26,464 組</a:t>
                      </a:r>
                    </a:p>
                  </a:txBody>
                  <a:tcPr anchor="ctr"/>
                </a:tc>
                <a:extLst>
                  <a:ext uri="{0D108BD9-81ED-4DB2-BD59-A6C34878D82A}">
                    <a16:rowId xmlns:a16="http://schemas.microsoft.com/office/drawing/2014/main" val="1818253690"/>
                  </a:ext>
                </a:extLst>
              </a:tr>
              <a:tr h="0">
                <a:tc>
                  <a:txBody>
                    <a:bodyPr/>
                    <a:lstStyle/>
                    <a:p>
                      <a:pPr>
                        <a:buNone/>
                      </a:pPr>
                      <a:r>
                        <a:rPr lang="ja-JP" dirty="0"/>
                        <a:t>検証用（validation）</a:t>
                      </a:r>
                    </a:p>
                  </a:txBody>
                  <a:tcPr anchor="ctr"/>
                </a:tc>
                <a:tc>
                  <a:txBody>
                    <a:bodyPr/>
                    <a:lstStyle/>
                    <a:p>
                      <a:pPr>
                        <a:buNone/>
                      </a:pPr>
                      <a:r>
                        <a:rPr lang="ja-JP" dirty="0"/>
                        <a:t>528 組</a:t>
                      </a:r>
                    </a:p>
                  </a:txBody>
                  <a:tcPr anchor="ctr"/>
                </a:tc>
                <a:extLst>
                  <a:ext uri="{0D108BD9-81ED-4DB2-BD59-A6C34878D82A}">
                    <a16:rowId xmlns:a16="http://schemas.microsoft.com/office/drawing/2014/main" val="3906466553"/>
                  </a:ext>
                </a:extLst>
              </a:tr>
            </a:tbl>
          </a:graphicData>
        </a:graphic>
      </p:graphicFrame>
      <p:sp>
        <p:nvSpPr>
          <p:cNvPr id="19" name="TextBox 3">
            <a:extLst>
              <a:ext uri="{FF2B5EF4-FFF2-40B4-BE49-F238E27FC236}">
                <a16:creationId xmlns:a16="http://schemas.microsoft.com/office/drawing/2014/main" id="{28601A24-81EE-C974-6D3D-252D5D2FF4B5}"/>
              </a:ext>
            </a:extLst>
          </p:cNvPr>
          <p:cNvSpPr txBox="1"/>
          <p:nvPr/>
        </p:nvSpPr>
        <p:spPr>
          <a:xfrm>
            <a:off x="700492" y="3616215"/>
            <a:ext cx="8483399" cy="2462213"/>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・アノテーションデータ</a:t>
            </a:r>
            <a:endParaRPr lang="en-US" altLang="ja-JP" sz="2000" dirty="0">
              <a:solidFill>
                <a:srgbClr val="222222"/>
              </a:solidFill>
              <a:latin typeface="Noto Sans JP"/>
            </a:endParaRPr>
          </a:p>
          <a:p>
            <a:pPr marL="800100" lvl="1" indent="-342900">
              <a:buFontTx/>
              <a:buChar char="-"/>
            </a:pPr>
            <a:r>
              <a:rPr lang="en-US" altLang="ja-JP" sz="2000" dirty="0">
                <a:latin typeface="+mn-ea"/>
              </a:rPr>
              <a:t>19</a:t>
            </a:r>
            <a:r>
              <a:rPr lang="ja-JP" altLang="en-US" sz="2000" dirty="0">
                <a:latin typeface="+mn-ea"/>
              </a:rPr>
              <a:t>点のキーポイントの</a:t>
            </a:r>
            <a:r>
              <a:rPr lang="en-US" altLang="ja-JP" sz="2000" dirty="0">
                <a:latin typeface="+mn-ea"/>
              </a:rPr>
              <a:t>3D</a:t>
            </a:r>
            <a:r>
              <a:rPr lang="ja-JP" altLang="en-US" sz="2000" dirty="0">
                <a:latin typeface="+mn-ea"/>
              </a:rPr>
              <a:t>座標、</a:t>
            </a:r>
            <a:r>
              <a:rPr lang="en-US" altLang="ja-JP" sz="2000" dirty="0">
                <a:latin typeface="+mn-ea"/>
              </a:rPr>
              <a:t>2D</a:t>
            </a:r>
            <a:r>
              <a:rPr lang="ja-JP" altLang="en-US" sz="2000" dirty="0">
                <a:latin typeface="+mn-ea"/>
              </a:rPr>
              <a:t>座標</a:t>
            </a:r>
            <a:endParaRPr lang="en-US" altLang="ja-JP" sz="2000" dirty="0">
              <a:latin typeface="+mn-ea"/>
            </a:endParaRPr>
          </a:p>
          <a:p>
            <a:pPr marL="800100" lvl="1" indent="-342900">
              <a:buFontTx/>
              <a:buChar char="-"/>
            </a:pPr>
            <a:r>
              <a:rPr lang="ja-JP" altLang="en-US" sz="2000" dirty="0">
                <a:latin typeface="+mn-ea"/>
              </a:rPr>
              <a:t>各キーポイントの信頼度</a:t>
            </a:r>
            <a:endParaRPr lang="en-US" altLang="ja-JP" sz="2000" dirty="0">
              <a:latin typeface="+mn-ea"/>
            </a:endParaRPr>
          </a:p>
          <a:p>
            <a:pPr marL="800100" lvl="1" indent="-342900">
              <a:buFontTx/>
              <a:buChar char="-"/>
            </a:pPr>
            <a:r>
              <a:rPr lang="en-US" altLang="ja-JP" sz="2000" dirty="0">
                <a:latin typeface="+mn-ea"/>
              </a:rPr>
              <a:t>BBOX</a:t>
            </a:r>
            <a:r>
              <a:rPr lang="ja-JP" altLang="en-US" sz="2000" dirty="0">
                <a:latin typeface="+mn-ea"/>
              </a:rPr>
              <a:t>の座標</a:t>
            </a:r>
            <a:endParaRPr lang="en-US" altLang="ja-JP" sz="2000" dirty="0">
              <a:latin typeface="+mn-ea"/>
            </a:endParaRPr>
          </a:p>
          <a:p>
            <a:pPr marL="800100" lvl="1" indent="-342900">
              <a:buFontTx/>
              <a:buChar char="-"/>
            </a:pPr>
            <a:endParaRPr lang="en-US" altLang="ja-JP" sz="2000" dirty="0">
              <a:latin typeface="+mn-ea"/>
            </a:endParaRPr>
          </a:p>
          <a:p>
            <a:pPr>
              <a:lnSpc>
                <a:spcPts val="2400"/>
              </a:lnSpc>
            </a:pPr>
            <a:r>
              <a:rPr lang="ja-JP" altLang="en-US" sz="2000" dirty="0">
                <a:solidFill>
                  <a:srgbClr val="222222"/>
                </a:solidFill>
                <a:latin typeface="Noto Sans JP"/>
              </a:rPr>
              <a:t>・データセット作成に要した時間：約</a:t>
            </a:r>
            <a:r>
              <a:rPr lang="en-US" altLang="ja-JP" sz="2000" dirty="0">
                <a:solidFill>
                  <a:srgbClr val="222222"/>
                </a:solidFill>
                <a:latin typeface="Noto Sans JP"/>
              </a:rPr>
              <a:t>3.7</a:t>
            </a:r>
            <a:r>
              <a:rPr lang="ja-JP" altLang="en-US" sz="2000" dirty="0">
                <a:solidFill>
                  <a:srgbClr val="222222"/>
                </a:solidFill>
                <a:latin typeface="Noto Sans JP"/>
              </a:rPr>
              <a:t>時間</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・追加学習　エポック数：</a:t>
            </a:r>
            <a:r>
              <a:rPr lang="en-US" altLang="ja-JP" sz="2000" dirty="0">
                <a:solidFill>
                  <a:srgbClr val="222222"/>
                </a:solidFill>
                <a:latin typeface="Noto Sans JP"/>
              </a:rPr>
              <a:t>100</a:t>
            </a:r>
            <a:endParaRPr lang="en-US" altLang="ja-JP" dirty="0">
              <a:solidFill>
                <a:srgbClr val="222222"/>
              </a:solidFill>
              <a:latin typeface="Noto Sans JP"/>
            </a:endParaRPr>
          </a:p>
        </p:txBody>
      </p:sp>
    </p:spTree>
    <p:extLst>
      <p:ext uri="{BB962C8B-B14F-4D97-AF65-F5344CB8AC3E}">
        <p14:creationId xmlns:p14="http://schemas.microsoft.com/office/powerpoint/2010/main" val="3866805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588A-626F-6E55-B4EC-959B99A9729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2CA3674-8827-9F3D-2937-AE9DC5842F87}"/>
              </a:ext>
            </a:extLst>
          </p:cNvPr>
          <p:cNvSpPr>
            <a:spLocks noGrp="1"/>
          </p:cNvSpPr>
          <p:nvPr>
            <p:ph type="sldNum" sz="quarter" idx="12"/>
          </p:nvPr>
        </p:nvSpPr>
        <p:spPr/>
        <p:txBody>
          <a:bodyPr/>
          <a:lstStyle/>
          <a:p>
            <a:fld id="{465F6A33-8929-41AA-8A25-00E3AA79F1EE}" type="slidenum">
              <a:rPr lang="en-US" smtClean="0"/>
              <a:t>9</a:t>
            </a:fld>
            <a:endParaRPr lang="en-US"/>
          </a:p>
        </p:txBody>
      </p:sp>
      <p:sp>
        <p:nvSpPr>
          <p:cNvPr id="11" name="テキスト ボックス 10">
            <a:extLst>
              <a:ext uri="{FF2B5EF4-FFF2-40B4-BE49-F238E27FC236}">
                <a16:creationId xmlns:a16="http://schemas.microsoft.com/office/drawing/2014/main" id="{A6877DCE-29EC-16A5-2AE4-9A129DD112BA}"/>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評価 </a:t>
            </a:r>
            <a:r>
              <a:rPr lang="ja-JP" altLang="en-US" sz="3600" b="1">
                <a:solidFill>
                  <a:srgbClr val="222222"/>
                </a:solidFill>
                <a:latin typeface="Noto Sans JP"/>
              </a:rPr>
              <a:t>工程③ 評価</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33B1AA4A-2CF0-3B72-0A62-9077CA138E96}"/>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728020B5-2B10-460C-FAB5-89773203F787}"/>
              </a:ext>
            </a:extLst>
          </p:cNvPr>
          <p:cNvSpPr txBox="1"/>
          <p:nvPr/>
        </p:nvSpPr>
        <p:spPr>
          <a:xfrm>
            <a:off x="579599" y="1148930"/>
            <a:ext cx="9637297" cy="615553"/>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テストデータセット：</a:t>
            </a:r>
            <a:r>
              <a:rPr lang="en-US" altLang="ja-JP" sz="2000" b="1" dirty="0">
                <a:solidFill>
                  <a:srgbClr val="222222"/>
                </a:solidFill>
                <a:latin typeface="Noto Sans JP"/>
              </a:rPr>
              <a:t>386</a:t>
            </a:r>
            <a:r>
              <a:rPr lang="ja-JP" altLang="en-US" sz="2000" b="1" dirty="0">
                <a:solidFill>
                  <a:srgbClr val="222222"/>
                </a:solidFill>
                <a:latin typeface="Noto Sans JP"/>
              </a:rPr>
              <a:t>フレーム、カメラ</a:t>
            </a:r>
            <a:r>
              <a:rPr lang="en-US" altLang="ja-JP" sz="2000" b="1" dirty="0">
                <a:solidFill>
                  <a:srgbClr val="222222"/>
                </a:solidFill>
                <a:latin typeface="Noto Sans JP"/>
              </a:rPr>
              <a:t>2</a:t>
            </a:r>
            <a:r>
              <a:rPr lang="ja-JP" altLang="en-US" sz="2000" b="1" dirty="0">
                <a:solidFill>
                  <a:srgbClr val="222222"/>
                </a:solidFill>
                <a:latin typeface="Noto Sans JP"/>
              </a:rPr>
              <a:t>台</a:t>
            </a:r>
            <a:endParaRPr lang="en-US" altLang="ja-JP" sz="2000" b="1" dirty="0">
              <a:solidFill>
                <a:srgbClr val="222222"/>
              </a:solidFill>
              <a:latin typeface="Noto Sans JP"/>
            </a:endParaRPr>
          </a:p>
          <a:p>
            <a:pPr>
              <a:lnSpc>
                <a:spcPts val="2400"/>
              </a:lnSpc>
            </a:pPr>
            <a:r>
              <a:rPr lang="ja-JP" altLang="en-US" sz="2000" b="1" dirty="0">
                <a:solidFill>
                  <a:srgbClr val="222222"/>
                </a:solidFill>
                <a:latin typeface="Noto Sans JP"/>
              </a:rPr>
              <a:t>拡張後のモデルとも拡張前のモデルで姿勢推定を実施</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1ACB23B4-9F37-983E-465A-E4B1A9AA948F}"/>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1036B40F-9A90-FD8E-8ED5-1963F6813666}"/>
              </a:ext>
            </a:extLst>
          </p:cNvPr>
          <p:cNvSpPr>
            <a:spLocks noGrp="1"/>
          </p:cNvSpPr>
          <p:nvPr>
            <p:ph type="dt" sz="half" idx="10"/>
          </p:nvPr>
        </p:nvSpPr>
        <p:spPr>
          <a:xfrm>
            <a:off x="838200" y="6449338"/>
            <a:ext cx="2743200" cy="365125"/>
          </a:xfrm>
        </p:spPr>
        <p:txBody>
          <a:bodyPr/>
          <a:lstStyle/>
          <a:p>
            <a:r>
              <a:rPr lang="en-US"/>
              <a:t>2026/9/24</a:t>
            </a:r>
          </a:p>
        </p:txBody>
      </p:sp>
      <p:sp>
        <p:nvSpPr>
          <p:cNvPr id="13" name="テキスト ボックス 12">
            <a:extLst>
              <a:ext uri="{FF2B5EF4-FFF2-40B4-BE49-F238E27FC236}">
                <a16:creationId xmlns:a16="http://schemas.microsoft.com/office/drawing/2014/main" id="{737E4934-9B63-BFD3-76F4-237772BB05D3}"/>
              </a:ext>
            </a:extLst>
          </p:cNvPr>
          <p:cNvSpPr txBox="1"/>
          <p:nvPr/>
        </p:nvSpPr>
        <p:spPr>
          <a:xfrm>
            <a:off x="7586172" y="1920402"/>
            <a:ext cx="2953651" cy="338554"/>
          </a:xfrm>
          <a:prstGeom prst="rect">
            <a:avLst/>
          </a:prstGeom>
          <a:noFill/>
        </p:spPr>
        <p:txBody>
          <a:bodyPr vert="horz" wrap="square" rtlCol="0">
            <a:spAutoFit/>
          </a:bodyPr>
          <a:lstStyle/>
          <a:p>
            <a:r>
              <a:rPr lang="ja-JP" altLang="en-US" sz="1600" dirty="0"/>
              <a:t>推定されるキーポイント一覧</a:t>
            </a:r>
            <a:endParaRPr lang="en-US" altLang="ja-JP" sz="1600" dirty="0"/>
          </a:p>
        </p:txBody>
      </p:sp>
      <p:graphicFrame>
        <p:nvGraphicFramePr>
          <p:cNvPr id="14" name="表 13">
            <a:extLst>
              <a:ext uri="{FF2B5EF4-FFF2-40B4-BE49-F238E27FC236}">
                <a16:creationId xmlns:a16="http://schemas.microsoft.com/office/drawing/2014/main" id="{B4FCD05F-7BA4-C074-3B68-DDDEF0021D71}"/>
              </a:ext>
            </a:extLst>
          </p:cNvPr>
          <p:cNvGraphicFramePr>
            <a:graphicFrameLocks noGrp="1"/>
          </p:cNvGraphicFramePr>
          <p:nvPr>
            <p:extLst>
              <p:ext uri="{D42A27DB-BD31-4B8C-83A1-F6EECF244321}">
                <p14:modId xmlns:p14="http://schemas.microsoft.com/office/powerpoint/2010/main" val="3239334062"/>
              </p:ext>
            </p:extLst>
          </p:nvPr>
        </p:nvGraphicFramePr>
        <p:xfrm>
          <a:off x="8205747" y="2258956"/>
          <a:ext cx="1714500" cy="3729288"/>
        </p:xfrm>
        <a:graphic>
          <a:graphicData uri="http://schemas.openxmlformats.org/drawingml/2006/table">
            <a:tbl>
              <a:tblPr>
                <a:tableStyleId>{5C22544A-7EE6-4342-B048-85BDC9FD1C3A}</a:tableStyleId>
              </a:tblPr>
              <a:tblGrid>
                <a:gridCol w="857250">
                  <a:extLst>
                    <a:ext uri="{9D8B030D-6E8A-4147-A177-3AD203B41FA5}">
                      <a16:colId xmlns:a16="http://schemas.microsoft.com/office/drawing/2014/main" val="4127610497"/>
                    </a:ext>
                  </a:extLst>
                </a:gridCol>
                <a:gridCol w="857250">
                  <a:extLst>
                    <a:ext uri="{9D8B030D-6E8A-4147-A177-3AD203B41FA5}">
                      <a16:colId xmlns:a16="http://schemas.microsoft.com/office/drawing/2014/main" val="146167888"/>
                    </a:ext>
                  </a:extLst>
                </a:gridCol>
              </a:tblGrid>
              <a:tr h="372667">
                <a:tc>
                  <a:txBody>
                    <a:bodyPr/>
                    <a:lstStyle/>
                    <a:p>
                      <a:pPr algn="ctr" rtl="0" fontAlgn="ctr">
                        <a:buNone/>
                      </a:pPr>
                      <a:r>
                        <a:rPr lang="ja-JP" sz="1600" u="none" strike="noStrike">
                          <a:effectLst/>
                        </a:rPr>
                        <a:t>頭</a:t>
                      </a:r>
                      <a:endParaRPr lang="ja-JP" sz="1600" b="0" i="0" u="none" strike="noStrike">
                        <a:solidFill>
                          <a:srgbClr val="000000"/>
                        </a:solidFill>
                        <a:effectLst/>
                        <a:latin typeface="BIZ UDGothic" panose="020B0400000000000000" pitchFamily="49" charset="-128"/>
                        <a:ea typeface="BIZ UDGothic" panose="020B0400000000000000" pitchFamily="49" charset="-128"/>
                      </a:endParaRPr>
                    </a:p>
                  </a:txBody>
                  <a:tcPr marL="9525" marR="9525" marT="9525" marB="0" anchor="ctr"/>
                </a:tc>
                <a:tc>
                  <a:txBody>
                    <a:bodyPr/>
                    <a:lstStyle/>
                    <a:p>
                      <a:pPr algn="ctr" rtl="0" fontAlgn="ctr">
                        <a:buNone/>
                      </a:pPr>
                      <a:r>
                        <a:rPr lang="ja-JP" sz="1600" u="none" strike="noStrike">
                          <a:effectLst/>
                        </a:rPr>
                        <a:t>右ひざ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2705209678"/>
                  </a:ext>
                </a:extLst>
              </a:tr>
              <a:tr h="372667">
                <a:tc>
                  <a:txBody>
                    <a:bodyPr/>
                    <a:lstStyle/>
                    <a:p>
                      <a:pPr algn="ctr" rtl="0" fontAlgn="ctr">
                        <a:buNone/>
                      </a:pPr>
                      <a:r>
                        <a:rPr lang="ja-JP" sz="1600" u="none" strike="noStrike">
                          <a:effectLst/>
                        </a:rPr>
                        <a:t>左肩</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rtl="0" fontAlgn="ctr">
                        <a:buNone/>
                      </a:pPr>
                      <a:r>
                        <a:rPr lang="ja-JP" sz="1600" u="none" strike="noStrike">
                          <a:effectLst/>
                        </a:rPr>
                        <a:t>左足首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2826621016"/>
                  </a:ext>
                </a:extLst>
              </a:tr>
              <a:tr h="372667">
                <a:tc>
                  <a:txBody>
                    <a:bodyPr/>
                    <a:lstStyle/>
                    <a:p>
                      <a:pPr algn="ctr" rtl="0" fontAlgn="ctr">
                        <a:buNone/>
                      </a:pPr>
                      <a:r>
                        <a:rPr lang="ja-JP" sz="1600" u="none" strike="noStrike" dirty="0">
                          <a:effectLst/>
                        </a:rPr>
                        <a:t>右肩</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rtl="0" fontAlgn="ctr">
                        <a:buNone/>
                      </a:pPr>
                      <a:r>
                        <a:rPr lang="ja-JP" sz="1600" u="none" strike="noStrike">
                          <a:effectLst/>
                        </a:rPr>
                        <a:t>右足首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3268142440"/>
                  </a:ext>
                </a:extLst>
              </a:tr>
              <a:tr h="372667">
                <a:tc>
                  <a:txBody>
                    <a:bodyPr/>
                    <a:lstStyle/>
                    <a:p>
                      <a:pPr algn="ctr" rtl="0" fontAlgn="ctr">
                        <a:buNone/>
                      </a:pPr>
                      <a:r>
                        <a:rPr lang="ja-JP" sz="1600" u="none" strike="noStrike" dirty="0">
                          <a:effectLst/>
                        </a:rPr>
                        <a:t>左ひじ</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0</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2118697862"/>
                  </a:ext>
                </a:extLst>
              </a:tr>
              <a:tr h="372667">
                <a:tc>
                  <a:txBody>
                    <a:bodyPr/>
                    <a:lstStyle/>
                    <a:p>
                      <a:pPr algn="ctr" rtl="0" fontAlgn="ctr">
                        <a:buNone/>
                      </a:pPr>
                      <a:r>
                        <a:rPr lang="ja-JP" sz="1600" u="none" strike="noStrike" dirty="0">
                          <a:effectLst/>
                        </a:rPr>
                        <a:t>右ひじ</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1</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274708349"/>
                  </a:ext>
                </a:extLst>
              </a:tr>
              <a:tr h="372667">
                <a:tc>
                  <a:txBody>
                    <a:bodyPr/>
                    <a:lstStyle/>
                    <a:p>
                      <a:pPr algn="ctr" rtl="0" fontAlgn="ctr">
                        <a:buNone/>
                      </a:pPr>
                      <a:r>
                        <a:rPr lang="ja-JP" sz="1600" u="none" strike="noStrike" dirty="0">
                          <a:effectLst/>
                        </a:rPr>
                        <a:t>左手首</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2</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3124472579"/>
                  </a:ext>
                </a:extLst>
              </a:tr>
              <a:tr h="372667">
                <a:tc>
                  <a:txBody>
                    <a:bodyPr/>
                    <a:lstStyle/>
                    <a:p>
                      <a:pPr algn="ctr" rtl="0" fontAlgn="ctr">
                        <a:buNone/>
                      </a:pPr>
                      <a:r>
                        <a:rPr lang="ja-JP" sz="1600" u="none" strike="noStrike">
                          <a:effectLst/>
                        </a:rPr>
                        <a:t>右手首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3</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4256969329"/>
                  </a:ext>
                </a:extLst>
              </a:tr>
              <a:tr h="372667">
                <a:tc>
                  <a:txBody>
                    <a:bodyPr/>
                    <a:lstStyle/>
                    <a:p>
                      <a:pPr algn="ctr" rtl="0" fontAlgn="ctr">
                        <a:buNone/>
                      </a:pPr>
                      <a:r>
                        <a:rPr lang="ja-JP" sz="1600" u="none" strike="noStrike">
                          <a:effectLst/>
                        </a:rPr>
                        <a:t>左腰</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4</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3115028054"/>
                  </a:ext>
                </a:extLst>
              </a:tr>
              <a:tr h="372667">
                <a:tc>
                  <a:txBody>
                    <a:bodyPr/>
                    <a:lstStyle/>
                    <a:p>
                      <a:pPr algn="ctr" rtl="0" fontAlgn="ctr">
                        <a:buNone/>
                      </a:pPr>
                      <a:r>
                        <a:rPr lang="ja-JP" sz="1600" u="none" strike="noStrike">
                          <a:effectLst/>
                        </a:rPr>
                        <a:t>右腰</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5</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1805668085"/>
                  </a:ext>
                </a:extLst>
              </a:tr>
              <a:tr h="372667">
                <a:tc>
                  <a:txBody>
                    <a:bodyPr/>
                    <a:lstStyle/>
                    <a:p>
                      <a:pPr algn="ctr" rtl="0" fontAlgn="ctr">
                        <a:buNone/>
                      </a:pPr>
                      <a:r>
                        <a:rPr lang="ja-JP" sz="1600" u="none" strike="noStrike">
                          <a:effectLst/>
                        </a:rPr>
                        <a:t>左ひざ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ctr">
                        <a:buNone/>
                      </a:pPr>
                      <a:endParaRPr lang="ja-JP"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35955696"/>
                  </a:ext>
                </a:extLst>
              </a:tr>
            </a:tbl>
          </a:graphicData>
        </a:graphic>
      </p:graphicFrame>
      <p:sp>
        <p:nvSpPr>
          <p:cNvPr id="16" name="テキスト ボックス 15">
            <a:extLst>
              <a:ext uri="{FF2B5EF4-FFF2-40B4-BE49-F238E27FC236}">
                <a16:creationId xmlns:a16="http://schemas.microsoft.com/office/drawing/2014/main" id="{CAB8ECF6-28D2-95A0-DEF2-A0615990BB1B}"/>
              </a:ext>
            </a:extLst>
          </p:cNvPr>
          <p:cNvSpPr txBox="1"/>
          <p:nvPr/>
        </p:nvSpPr>
        <p:spPr>
          <a:xfrm>
            <a:off x="177248" y="5800816"/>
            <a:ext cx="6808303" cy="338554"/>
          </a:xfrm>
          <a:prstGeom prst="rect">
            <a:avLst/>
          </a:prstGeom>
          <a:noFill/>
        </p:spPr>
        <p:txBody>
          <a:bodyPr vert="horz" wrap="square" rtlCol="0">
            <a:spAutoFit/>
          </a:bodyPr>
          <a:lstStyle/>
          <a:p>
            <a:pPr algn="ctr"/>
            <a:r>
              <a:rPr lang="ja-JP" altLang="en-US" sz="1600" dirty="0"/>
              <a:t>テストデータに対して推定した結果の一部</a:t>
            </a:r>
            <a:endParaRPr lang="en-US" altLang="ja-JP" sz="1600" dirty="0"/>
          </a:p>
        </p:txBody>
      </p:sp>
      <p:graphicFrame>
        <p:nvGraphicFramePr>
          <p:cNvPr id="18" name="表 17">
            <a:extLst>
              <a:ext uri="{FF2B5EF4-FFF2-40B4-BE49-F238E27FC236}">
                <a16:creationId xmlns:a16="http://schemas.microsoft.com/office/drawing/2014/main" id="{1FDB736E-042C-FACD-D238-238FCEB21C40}"/>
              </a:ext>
            </a:extLst>
          </p:cNvPr>
          <p:cNvGraphicFramePr>
            <a:graphicFrameLocks noGrp="1"/>
          </p:cNvGraphicFramePr>
          <p:nvPr/>
        </p:nvGraphicFramePr>
        <p:xfrm>
          <a:off x="12822816" y="1011692"/>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spine5</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pic>
        <p:nvPicPr>
          <p:cNvPr id="9" name="図 8">
            <a:extLst>
              <a:ext uri="{FF2B5EF4-FFF2-40B4-BE49-F238E27FC236}">
                <a16:creationId xmlns:a16="http://schemas.microsoft.com/office/drawing/2014/main" id="{366B8566-D926-D230-C825-4C570C56A06C}"/>
              </a:ext>
            </a:extLst>
          </p:cNvPr>
          <p:cNvPicPr>
            <a:picLocks noChangeAspect="1"/>
          </p:cNvPicPr>
          <p:nvPr/>
        </p:nvPicPr>
        <p:blipFill>
          <a:blip r:embed="rId3">
            <a:extLst>
              <a:ext uri="{28A0092B-C50C-407E-A947-70E740481C1C}">
                <a14:useLocalDpi xmlns:a14="http://schemas.microsoft.com/office/drawing/2010/main" val="0"/>
              </a:ext>
            </a:extLst>
          </a:blip>
          <a:srcRect t="3654"/>
          <a:stretch>
            <a:fillRect/>
          </a:stretch>
        </p:blipFill>
        <p:spPr>
          <a:xfrm>
            <a:off x="1709499" y="1979782"/>
            <a:ext cx="3776901" cy="3729288"/>
          </a:xfrm>
          <a:prstGeom prst="rect">
            <a:avLst/>
          </a:prstGeom>
        </p:spPr>
      </p:pic>
    </p:spTree>
    <p:extLst>
      <p:ext uri="{BB962C8B-B14F-4D97-AF65-F5344CB8AC3E}">
        <p14:creationId xmlns:p14="http://schemas.microsoft.com/office/powerpoint/2010/main" val="3476658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A7671-5DF0-1F91-594A-AA87AB8B16E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8CED324-80D9-722D-70D8-E38E41EFB86E}"/>
              </a:ext>
            </a:extLst>
          </p:cNvPr>
          <p:cNvSpPr>
            <a:spLocks noGrp="1"/>
          </p:cNvSpPr>
          <p:nvPr>
            <p:ph type="sldNum" sz="quarter" idx="12"/>
          </p:nvPr>
        </p:nvSpPr>
        <p:spPr/>
        <p:txBody>
          <a:bodyPr/>
          <a:lstStyle/>
          <a:p>
            <a:fld id="{465F6A33-8929-41AA-8A25-00E3AA79F1EE}" type="slidenum">
              <a:rPr lang="en-US" smtClean="0"/>
              <a:t>10</a:t>
            </a:fld>
            <a:endParaRPr lang="en-US"/>
          </a:p>
        </p:txBody>
      </p:sp>
      <p:sp>
        <p:nvSpPr>
          <p:cNvPr id="11" name="テキスト ボックス 10">
            <a:extLst>
              <a:ext uri="{FF2B5EF4-FFF2-40B4-BE49-F238E27FC236}">
                <a16:creationId xmlns:a16="http://schemas.microsoft.com/office/drawing/2014/main" id="{1873C7D6-14F4-DE90-DBA0-3C748C542061}"/>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評価 </a:t>
            </a:r>
            <a:r>
              <a:rPr lang="ja-JP" altLang="en-US" sz="3600" b="1">
                <a:solidFill>
                  <a:srgbClr val="222222"/>
                </a:solidFill>
                <a:latin typeface="Noto Sans JP"/>
              </a:rPr>
              <a:t>工程③ 恒常性</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682CD847-AF34-AAE5-7A96-B26DE81DCBC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9110F28A-CA9B-779F-0836-DA711CD3014F}"/>
              </a:ext>
            </a:extLst>
          </p:cNvPr>
          <p:cNvSpPr txBox="1"/>
          <p:nvPr/>
        </p:nvSpPr>
        <p:spPr>
          <a:xfrm>
            <a:off x="581025" y="1218905"/>
            <a:ext cx="10772775" cy="615553"/>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頭</a:t>
            </a:r>
            <a:r>
              <a:rPr lang="en-US" altLang="ja-JP" sz="2000" dirty="0">
                <a:solidFill>
                  <a:srgbClr val="222222"/>
                </a:solidFill>
                <a:latin typeface="Noto Sans JP"/>
              </a:rPr>
              <a:t>〜</a:t>
            </a:r>
            <a:r>
              <a:rPr lang="ja-JP" altLang="en-US" sz="2000" dirty="0">
                <a:solidFill>
                  <a:srgbClr val="222222"/>
                </a:solidFill>
                <a:latin typeface="Noto Sans JP"/>
              </a:rPr>
              <a:t>背</a:t>
            </a:r>
            <a:r>
              <a:rPr lang="en-US" altLang="ja-JP" sz="2000" dirty="0">
                <a:solidFill>
                  <a:srgbClr val="222222"/>
                </a:solidFill>
                <a:latin typeface="Noto Sans JP"/>
              </a:rPr>
              <a:t>5</a:t>
            </a:r>
            <a:r>
              <a:rPr lang="ja-JP" altLang="en-US" sz="2000" dirty="0">
                <a:solidFill>
                  <a:srgbClr val="222222"/>
                </a:solidFill>
                <a:latin typeface="Noto Sans JP"/>
              </a:rPr>
              <a:t>の</a:t>
            </a:r>
            <a:r>
              <a:rPr lang="en-US" altLang="ja-JP" sz="2000" dirty="0">
                <a:solidFill>
                  <a:srgbClr val="222222"/>
                </a:solidFill>
                <a:latin typeface="Noto Sans JP"/>
              </a:rPr>
              <a:t>6</a:t>
            </a:r>
            <a:r>
              <a:rPr lang="ja-JP" altLang="en-US" sz="2000" dirty="0">
                <a:solidFill>
                  <a:srgbClr val="222222"/>
                </a:solidFill>
                <a:latin typeface="Noto Sans JP"/>
              </a:rPr>
              <a:t>区間の長さを算出、フレーム間の変動係数</a:t>
            </a:r>
            <a:r>
              <a:rPr lang="en-US" altLang="ja-JP" sz="2000" dirty="0">
                <a:solidFill>
                  <a:srgbClr val="222222"/>
                </a:solidFill>
                <a:latin typeface="Noto Sans JP"/>
              </a:rPr>
              <a:t>(CV</a:t>
            </a:r>
            <a:r>
              <a:rPr lang="ja-JP" altLang="en-US" sz="2000" dirty="0">
                <a:solidFill>
                  <a:srgbClr val="222222"/>
                </a:solidFill>
                <a:latin typeface="Noto Sans JP"/>
              </a:rPr>
              <a:t>＝標準偏差</a:t>
            </a:r>
            <a:r>
              <a:rPr lang="en-US" altLang="ja-JP" sz="2000" dirty="0">
                <a:solidFill>
                  <a:srgbClr val="222222"/>
                </a:solidFill>
                <a:latin typeface="Noto Sans JP"/>
              </a:rPr>
              <a:t>/</a:t>
            </a:r>
            <a:r>
              <a:rPr lang="ja-JP" altLang="en-US" sz="2000" dirty="0">
                <a:solidFill>
                  <a:srgbClr val="222222"/>
                </a:solidFill>
                <a:latin typeface="Noto Sans JP"/>
              </a:rPr>
              <a:t>平均値</a:t>
            </a:r>
            <a:r>
              <a:rPr lang="en-US" altLang="ja-JP" sz="2000" dirty="0">
                <a:solidFill>
                  <a:srgbClr val="222222"/>
                </a:solidFill>
                <a:latin typeface="Noto Sans JP"/>
              </a:rPr>
              <a:t>)</a:t>
            </a:r>
            <a:r>
              <a:rPr lang="ja-JP" altLang="en-US" sz="2000" dirty="0">
                <a:solidFill>
                  <a:srgbClr val="222222"/>
                </a:solidFill>
                <a:latin typeface="Noto Sans JP"/>
              </a:rPr>
              <a:t>を推定結果と真値で比較</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32E2AF87-0EC3-81D9-4AB2-86BBF2557BA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2B42386-14B6-9B33-E60A-EDA2DB02D5AF}"/>
              </a:ext>
            </a:extLst>
          </p:cNvPr>
          <p:cNvSpPr>
            <a:spLocks noGrp="1"/>
          </p:cNvSpPr>
          <p:nvPr>
            <p:ph type="dt" sz="half" idx="10"/>
          </p:nvPr>
        </p:nvSpPr>
        <p:spPr>
          <a:xfrm>
            <a:off x="838200" y="6449338"/>
            <a:ext cx="2743200" cy="365125"/>
          </a:xfrm>
        </p:spPr>
        <p:txBody>
          <a:bodyPr/>
          <a:lstStyle/>
          <a:p>
            <a:r>
              <a:rPr lang="en-US"/>
              <a:t>2026/9/24</a:t>
            </a:r>
          </a:p>
        </p:txBody>
      </p:sp>
      <p:sp>
        <p:nvSpPr>
          <p:cNvPr id="17" name="TextBox 11">
            <a:extLst>
              <a:ext uri="{FF2B5EF4-FFF2-40B4-BE49-F238E27FC236}">
                <a16:creationId xmlns:a16="http://schemas.microsoft.com/office/drawing/2014/main" id="{B09F0192-B95E-3FAA-855E-9F21C371D09D}"/>
              </a:ext>
            </a:extLst>
          </p:cNvPr>
          <p:cNvSpPr txBox="1"/>
          <p:nvPr/>
        </p:nvSpPr>
        <p:spPr>
          <a:xfrm>
            <a:off x="1688233" y="2661860"/>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各キーポイント間の距離の</a:t>
            </a:r>
            <a:r>
              <a:rPr lang="en-US" altLang="ja-JP" sz="1400" dirty="0">
                <a:solidFill>
                  <a:srgbClr val="222222"/>
                </a:solidFill>
                <a:latin typeface="Noto Sans JP"/>
              </a:rPr>
              <a:t>CV</a:t>
            </a:r>
            <a:r>
              <a:rPr lang="ja-JP" altLang="en-US" sz="1400" dirty="0">
                <a:solidFill>
                  <a:srgbClr val="222222"/>
                </a:solidFill>
                <a:latin typeface="Noto Sans JP"/>
              </a:rPr>
              <a:t>の比較</a:t>
            </a:r>
            <a:endParaRPr sz="1400" b="0" dirty="0">
              <a:solidFill>
                <a:srgbClr val="222222"/>
              </a:solidFill>
              <a:latin typeface="Noto Sans JP"/>
            </a:endParaRPr>
          </a:p>
        </p:txBody>
      </p:sp>
      <p:sp>
        <p:nvSpPr>
          <p:cNvPr id="8" name="TextBox 3">
            <a:extLst>
              <a:ext uri="{FF2B5EF4-FFF2-40B4-BE49-F238E27FC236}">
                <a16:creationId xmlns:a16="http://schemas.microsoft.com/office/drawing/2014/main" id="{51F0311F-0E5D-E4BF-939C-8210616917C6}"/>
              </a:ext>
            </a:extLst>
          </p:cNvPr>
          <p:cNvSpPr txBox="1"/>
          <p:nvPr/>
        </p:nvSpPr>
        <p:spPr>
          <a:xfrm>
            <a:off x="411638" y="5536061"/>
            <a:ext cx="75723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動画全体の推定結果は、同程度の精度が出ている</a:t>
            </a:r>
          </a:p>
        </p:txBody>
      </p:sp>
      <p:grpSp>
        <p:nvGrpSpPr>
          <p:cNvPr id="111" name="グループ化 110">
            <a:extLst>
              <a:ext uri="{FF2B5EF4-FFF2-40B4-BE49-F238E27FC236}">
                <a16:creationId xmlns:a16="http://schemas.microsoft.com/office/drawing/2014/main" id="{20E7FE1E-2E82-0C10-044E-7AFC391319BA}"/>
              </a:ext>
            </a:extLst>
          </p:cNvPr>
          <p:cNvGrpSpPr/>
          <p:nvPr/>
        </p:nvGrpSpPr>
        <p:grpSpPr>
          <a:xfrm>
            <a:off x="8605217" y="2704654"/>
            <a:ext cx="1777059" cy="3195095"/>
            <a:chOff x="611557" y="996561"/>
            <a:chExt cx="2302600" cy="3952338"/>
          </a:xfrm>
        </p:grpSpPr>
        <p:cxnSp>
          <p:nvCxnSpPr>
            <p:cNvPr id="112" name="直線コネクタ 111">
              <a:extLst>
                <a:ext uri="{FF2B5EF4-FFF2-40B4-BE49-F238E27FC236}">
                  <a16:creationId xmlns:a16="http://schemas.microsoft.com/office/drawing/2014/main" id="{7176F5BA-1B83-B84E-01AB-82878781B55D}"/>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113" name="直線コネクタ 112">
              <a:extLst>
                <a:ext uri="{FF2B5EF4-FFF2-40B4-BE49-F238E27FC236}">
                  <a16:creationId xmlns:a16="http://schemas.microsoft.com/office/drawing/2014/main" id="{ED336261-90AA-485B-D2EA-B98946495154}"/>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A52F8A70-921C-32CE-35DB-8BC525A8963B}"/>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115" name="直線コネクタ 114">
              <a:extLst>
                <a:ext uri="{FF2B5EF4-FFF2-40B4-BE49-F238E27FC236}">
                  <a16:creationId xmlns:a16="http://schemas.microsoft.com/office/drawing/2014/main" id="{C1D25218-FF10-BD34-D351-87FFB763D83D}"/>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116" name="直線コネクタ 115">
              <a:extLst>
                <a:ext uri="{FF2B5EF4-FFF2-40B4-BE49-F238E27FC236}">
                  <a16:creationId xmlns:a16="http://schemas.microsoft.com/office/drawing/2014/main" id="{FD7C7F07-9992-5ABC-52B5-BEF6E3DC2E48}"/>
                </a:ext>
              </a:extLst>
            </p:cNvPr>
            <p:cNvCxnSpPr>
              <a:cxnSpLocks/>
              <a:endCxn id="118" idx="1"/>
            </p:cNvCxnSpPr>
            <p:nvPr/>
          </p:nvCxnSpPr>
          <p:spPr>
            <a:xfrm>
              <a:off x="1673802" y="1841765"/>
              <a:ext cx="282418" cy="788107"/>
            </a:xfrm>
            <a:prstGeom prst="line">
              <a:avLst/>
            </a:prstGeom>
            <a:ln w="28575"/>
          </p:spPr>
          <p:style>
            <a:lnRef idx="1">
              <a:schemeClr val="dk1"/>
            </a:lnRef>
            <a:fillRef idx="0">
              <a:schemeClr val="dk1"/>
            </a:fillRef>
            <a:effectRef idx="0">
              <a:schemeClr val="dk1"/>
            </a:effectRef>
            <a:fontRef idx="minor">
              <a:schemeClr val="tx1"/>
            </a:fontRef>
          </p:style>
        </p:cxnSp>
        <p:cxnSp>
          <p:nvCxnSpPr>
            <p:cNvPr id="117" name="直線コネクタ 116">
              <a:extLst>
                <a:ext uri="{FF2B5EF4-FFF2-40B4-BE49-F238E27FC236}">
                  <a16:creationId xmlns:a16="http://schemas.microsoft.com/office/drawing/2014/main" id="{1FD93864-5C81-7611-C7A2-B9870721D67C}"/>
                </a:ext>
              </a:extLst>
            </p:cNvPr>
            <p:cNvCxnSpPr>
              <a:cxnSpLocks/>
            </p:cNvCxnSpPr>
            <p:nvPr/>
          </p:nvCxnSpPr>
          <p:spPr>
            <a:xfrm flipH="1">
              <a:off x="1902959" y="2718054"/>
              <a:ext cx="70371" cy="1092384"/>
            </a:xfrm>
            <a:prstGeom prst="line">
              <a:avLst/>
            </a:prstGeom>
            <a:ln w="28575"/>
          </p:spPr>
          <p:style>
            <a:lnRef idx="1">
              <a:schemeClr val="dk1"/>
            </a:lnRef>
            <a:fillRef idx="0">
              <a:schemeClr val="dk1"/>
            </a:fillRef>
            <a:effectRef idx="0">
              <a:schemeClr val="dk1"/>
            </a:effectRef>
            <a:fontRef idx="minor">
              <a:schemeClr val="tx1"/>
            </a:fontRef>
          </p:style>
        </p:cxnSp>
        <p:sp>
          <p:nvSpPr>
            <p:cNvPr id="118" name="楕円 117">
              <a:extLst>
                <a:ext uri="{FF2B5EF4-FFF2-40B4-BE49-F238E27FC236}">
                  <a16:creationId xmlns:a16="http://schemas.microsoft.com/office/drawing/2014/main" id="{EC0A610A-E635-BED4-D154-875947BE086E}"/>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9" name="楕円 118">
              <a:extLst>
                <a:ext uri="{FF2B5EF4-FFF2-40B4-BE49-F238E27FC236}">
                  <a16:creationId xmlns:a16="http://schemas.microsoft.com/office/drawing/2014/main" id="{D088C09A-EE65-CACA-CCFA-D0A5E7F9CD6E}"/>
                </a:ext>
              </a:extLst>
            </p:cNvPr>
            <p:cNvSpPr>
              <a:spLocks noChangeAspect="1"/>
            </p:cNvSpPr>
            <p:nvPr/>
          </p:nvSpPr>
          <p:spPr>
            <a:xfrm>
              <a:off x="1843933" y="3757432"/>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0" name="テキスト ボックス 119">
              <a:extLst>
                <a:ext uri="{FF2B5EF4-FFF2-40B4-BE49-F238E27FC236}">
                  <a16:creationId xmlns:a16="http://schemas.microsoft.com/office/drawing/2014/main" id="{3E8D3945-2CD7-CFBA-387D-6530EF428184}"/>
                </a:ext>
              </a:extLst>
            </p:cNvPr>
            <p:cNvSpPr txBox="1"/>
            <p:nvPr/>
          </p:nvSpPr>
          <p:spPr>
            <a:xfrm>
              <a:off x="1623859" y="1449193"/>
              <a:ext cx="651132" cy="369332"/>
            </a:xfrm>
            <a:prstGeom prst="rect">
              <a:avLst/>
            </a:prstGeom>
            <a:noFill/>
          </p:spPr>
          <p:txBody>
            <a:bodyPr wrap="square" rtlCol="0">
              <a:spAutoFit/>
            </a:bodyPr>
            <a:lstStyle/>
            <a:p>
              <a:endParaRPr kumimoji="1" lang="ja-JP" altLang="en-US" dirty="0"/>
            </a:p>
          </p:txBody>
        </p:sp>
        <p:sp>
          <p:nvSpPr>
            <p:cNvPr id="121" name="テキスト ボックス 120">
              <a:extLst>
                <a:ext uri="{FF2B5EF4-FFF2-40B4-BE49-F238E27FC236}">
                  <a16:creationId xmlns:a16="http://schemas.microsoft.com/office/drawing/2014/main" id="{5478FAB6-9582-9DB1-EEC8-B581273FEC7C}"/>
                </a:ext>
              </a:extLst>
            </p:cNvPr>
            <p:cNvSpPr txBox="1"/>
            <p:nvPr/>
          </p:nvSpPr>
          <p:spPr>
            <a:xfrm>
              <a:off x="1956220" y="2079228"/>
              <a:ext cx="903440" cy="456864"/>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cxnSp>
          <p:nvCxnSpPr>
            <p:cNvPr id="122" name="直線コネクタ 121">
              <a:extLst>
                <a:ext uri="{FF2B5EF4-FFF2-40B4-BE49-F238E27FC236}">
                  <a16:creationId xmlns:a16="http://schemas.microsoft.com/office/drawing/2014/main" id="{D8926A6F-D927-CD85-F5E3-BF1437EFAFA0}"/>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123" name="楕円 122">
              <a:extLst>
                <a:ext uri="{FF2B5EF4-FFF2-40B4-BE49-F238E27FC236}">
                  <a16:creationId xmlns:a16="http://schemas.microsoft.com/office/drawing/2014/main" id="{BE27C866-E1DE-F292-F4B6-A780F2B059D8}"/>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楕円 123">
              <a:extLst>
                <a:ext uri="{FF2B5EF4-FFF2-40B4-BE49-F238E27FC236}">
                  <a16:creationId xmlns:a16="http://schemas.microsoft.com/office/drawing/2014/main" id="{A67879B9-7B7C-FAED-AF28-53558555E9C9}"/>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楕円 124">
              <a:extLst>
                <a:ext uri="{FF2B5EF4-FFF2-40B4-BE49-F238E27FC236}">
                  <a16:creationId xmlns:a16="http://schemas.microsoft.com/office/drawing/2014/main" id="{C741C1F7-CEFF-C1E6-63E1-0EBEFC7AA3AF}"/>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6" name="テキスト ボックス 125">
              <a:extLst>
                <a:ext uri="{FF2B5EF4-FFF2-40B4-BE49-F238E27FC236}">
                  <a16:creationId xmlns:a16="http://schemas.microsoft.com/office/drawing/2014/main" id="{620621EB-7FD8-E405-5FD8-C4CC6A30E69C}"/>
                </a:ext>
              </a:extLst>
            </p:cNvPr>
            <p:cNvSpPr txBox="1"/>
            <p:nvPr/>
          </p:nvSpPr>
          <p:spPr>
            <a:xfrm>
              <a:off x="1983762" y="3337588"/>
              <a:ext cx="930395" cy="456864"/>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127" name="直線コネクタ 126">
              <a:extLst>
                <a:ext uri="{FF2B5EF4-FFF2-40B4-BE49-F238E27FC236}">
                  <a16:creationId xmlns:a16="http://schemas.microsoft.com/office/drawing/2014/main" id="{4791C3D1-A7F4-9C8D-F8AA-BE0B04DEB2DA}"/>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28" name="楕円 127">
              <a:extLst>
                <a:ext uri="{FF2B5EF4-FFF2-40B4-BE49-F238E27FC236}">
                  <a16:creationId xmlns:a16="http://schemas.microsoft.com/office/drawing/2014/main" id="{9B34A586-C0C3-00B4-DC86-1F33DD922379}"/>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9" name="楕円 128">
              <a:extLst>
                <a:ext uri="{FF2B5EF4-FFF2-40B4-BE49-F238E27FC236}">
                  <a16:creationId xmlns:a16="http://schemas.microsoft.com/office/drawing/2014/main" id="{987D0183-8245-C396-ECF0-B622BC06913B}"/>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0" name="直線コネクタ 129">
              <a:extLst>
                <a:ext uri="{FF2B5EF4-FFF2-40B4-BE49-F238E27FC236}">
                  <a16:creationId xmlns:a16="http://schemas.microsoft.com/office/drawing/2014/main" id="{D365ED5A-52A4-3D78-0A8A-FF305D395F32}"/>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36C9B9EF-B23F-2EE5-1E7B-BC8D9311DEDC}"/>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132" name="楕円 131">
              <a:extLst>
                <a:ext uri="{FF2B5EF4-FFF2-40B4-BE49-F238E27FC236}">
                  <a16:creationId xmlns:a16="http://schemas.microsoft.com/office/drawing/2014/main" id="{865FB0EC-B586-976A-F483-B6DE6C8BA13A}"/>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楕円 132">
              <a:extLst>
                <a:ext uri="{FF2B5EF4-FFF2-40B4-BE49-F238E27FC236}">
                  <a16:creationId xmlns:a16="http://schemas.microsoft.com/office/drawing/2014/main" id="{F213F49D-2C84-3428-C387-865E36248253}"/>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4" name="グループ化 133">
            <a:extLst>
              <a:ext uri="{FF2B5EF4-FFF2-40B4-BE49-F238E27FC236}">
                <a16:creationId xmlns:a16="http://schemas.microsoft.com/office/drawing/2014/main" id="{9F6C4E96-27E9-A0E4-CDFF-AF5E59F19600}"/>
              </a:ext>
            </a:extLst>
          </p:cNvPr>
          <p:cNvGrpSpPr/>
          <p:nvPr/>
        </p:nvGrpSpPr>
        <p:grpSpPr>
          <a:xfrm>
            <a:off x="10284840" y="2677105"/>
            <a:ext cx="1795575" cy="3252197"/>
            <a:chOff x="611557" y="996561"/>
            <a:chExt cx="2129012" cy="3952338"/>
          </a:xfrm>
        </p:grpSpPr>
        <p:cxnSp>
          <p:nvCxnSpPr>
            <p:cNvPr id="135" name="直線コネクタ 134">
              <a:extLst>
                <a:ext uri="{FF2B5EF4-FFF2-40B4-BE49-F238E27FC236}">
                  <a16:creationId xmlns:a16="http://schemas.microsoft.com/office/drawing/2014/main" id="{D1141EFB-B341-9CD9-1D61-66F1667824C6}"/>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136" name="直線コネクタ 135">
              <a:extLst>
                <a:ext uri="{FF2B5EF4-FFF2-40B4-BE49-F238E27FC236}">
                  <a16:creationId xmlns:a16="http://schemas.microsoft.com/office/drawing/2014/main" id="{CA58398A-AC0E-A84B-660A-014BC72EC756}"/>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137" name="直線コネクタ 136">
              <a:extLst>
                <a:ext uri="{FF2B5EF4-FFF2-40B4-BE49-F238E27FC236}">
                  <a16:creationId xmlns:a16="http://schemas.microsoft.com/office/drawing/2014/main" id="{219C89A4-BFEC-E70F-0DE3-5719F38F17F7}"/>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138" name="直線コネクタ 137">
              <a:extLst>
                <a:ext uri="{FF2B5EF4-FFF2-40B4-BE49-F238E27FC236}">
                  <a16:creationId xmlns:a16="http://schemas.microsoft.com/office/drawing/2014/main" id="{4A3563B6-FA06-DA34-83F9-85FD753B829A}"/>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139" name="直線コネクタ 138">
              <a:extLst>
                <a:ext uri="{FF2B5EF4-FFF2-40B4-BE49-F238E27FC236}">
                  <a16:creationId xmlns:a16="http://schemas.microsoft.com/office/drawing/2014/main" id="{387CF9AA-B03B-A159-00A7-5975C33EE589}"/>
                </a:ext>
              </a:extLst>
            </p:cNvPr>
            <p:cNvCxnSpPr>
              <a:cxnSpLocks/>
            </p:cNvCxnSpPr>
            <p:nvPr/>
          </p:nvCxnSpPr>
          <p:spPr>
            <a:xfrm>
              <a:off x="1673802" y="1841765"/>
              <a:ext cx="228600" cy="342900"/>
            </a:xfrm>
            <a:prstGeom prst="line">
              <a:avLst/>
            </a:prstGeom>
            <a:ln w="28575"/>
          </p:spPr>
          <p:style>
            <a:lnRef idx="1">
              <a:schemeClr val="dk1"/>
            </a:lnRef>
            <a:fillRef idx="0">
              <a:schemeClr val="dk1"/>
            </a:fillRef>
            <a:effectRef idx="0">
              <a:schemeClr val="dk1"/>
            </a:effectRef>
            <a:fontRef idx="minor">
              <a:schemeClr val="tx1"/>
            </a:fontRef>
          </p:style>
        </p:cxnSp>
        <p:cxnSp>
          <p:nvCxnSpPr>
            <p:cNvPr id="140" name="直線コネクタ 139">
              <a:extLst>
                <a:ext uri="{FF2B5EF4-FFF2-40B4-BE49-F238E27FC236}">
                  <a16:creationId xmlns:a16="http://schemas.microsoft.com/office/drawing/2014/main" id="{A649BCC6-E18A-CC71-64FF-06F77D8A7B09}"/>
                </a:ext>
              </a:extLst>
            </p:cNvPr>
            <p:cNvCxnSpPr>
              <a:cxnSpLocks/>
            </p:cNvCxnSpPr>
            <p:nvPr/>
          </p:nvCxnSpPr>
          <p:spPr>
            <a:xfrm>
              <a:off x="1902402" y="2184665"/>
              <a:ext cx="93518" cy="498764"/>
            </a:xfrm>
            <a:prstGeom prst="line">
              <a:avLst/>
            </a:prstGeom>
            <a:ln w="28575"/>
          </p:spPr>
          <p:style>
            <a:lnRef idx="1">
              <a:schemeClr val="dk1"/>
            </a:lnRef>
            <a:fillRef idx="0">
              <a:schemeClr val="dk1"/>
            </a:fillRef>
            <a:effectRef idx="0">
              <a:schemeClr val="dk1"/>
            </a:effectRef>
            <a:fontRef idx="minor">
              <a:schemeClr val="tx1"/>
            </a:fontRef>
          </p:style>
        </p:cxnSp>
        <p:cxnSp>
          <p:nvCxnSpPr>
            <p:cNvPr id="141" name="直線コネクタ 140">
              <a:extLst>
                <a:ext uri="{FF2B5EF4-FFF2-40B4-BE49-F238E27FC236}">
                  <a16:creationId xmlns:a16="http://schemas.microsoft.com/office/drawing/2014/main" id="{345CDA2E-47AC-439C-F1E2-19EFB155E2CF}"/>
                </a:ext>
              </a:extLst>
            </p:cNvPr>
            <p:cNvCxnSpPr>
              <a:cxnSpLocks/>
            </p:cNvCxnSpPr>
            <p:nvPr/>
          </p:nvCxnSpPr>
          <p:spPr>
            <a:xfrm>
              <a:off x="1995920" y="2683429"/>
              <a:ext cx="0" cy="592282"/>
            </a:xfrm>
            <a:prstGeom prst="line">
              <a:avLst/>
            </a:prstGeom>
            <a:ln w="28575"/>
          </p:spPr>
          <p:style>
            <a:lnRef idx="1">
              <a:schemeClr val="dk1"/>
            </a:lnRef>
            <a:fillRef idx="0">
              <a:schemeClr val="dk1"/>
            </a:fillRef>
            <a:effectRef idx="0">
              <a:schemeClr val="dk1"/>
            </a:effectRef>
            <a:fontRef idx="minor">
              <a:schemeClr val="tx1"/>
            </a:fontRef>
          </p:style>
        </p:cxnSp>
        <p:cxnSp>
          <p:nvCxnSpPr>
            <p:cNvPr id="142" name="直線コネクタ 141">
              <a:extLst>
                <a:ext uri="{FF2B5EF4-FFF2-40B4-BE49-F238E27FC236}">
                  <a16:creationId xmlns:a16="http://schemas.microsoft.com/office/drawing/2014/main" id="{5C42ACD2-7B9C-0110-C87F-F6E3810933FA}"/>
                </a:ext>
              </a:extLst>
            </p:cNvPr>
            <p:cNvCxnSpPr>
              <a:cxnSpLocks/>
            </p:cNvCxnSpPr>
            <p:nvPr/>
          </p:nvCxnSpPr>
          <p:spPr>
            <a:xfrm flipH="1">
              <a:off x="1902402" y="3189120"/>
              <a:ext cx="93518" cy="647700"/>
            </a:xfrm>
            <a:prstGeom prst="line">
              <a:avLst/>
            </a:prstGeom>
            <a:ln w="28575"/>
          </p:spPr>
          <p:style>
            <a:lnRef idx="1">
              <a:schemeClr val="dk1"/>
            </a:lnRef>
            <a:fillRef idx="0">
              <a:schemeClr val="dk1"/>
            </a:fillRef>
            <a:effectRef idx="0">
              <a:schemeClr val="dk1"/>
            </a:effectRef>
            <a:fontRef idx="minor">
              <a:schemeClr val="tx1"/>
            </a:fontRef>
          </p:style>
        </p:cxnSp>
        <p:sp>
          <p:nvSpPr>
            <p:cNvPr id="143" name="楕円 142">
              <a:extLst>
                <a:ext uri="{FF2B5EF4-FFF2-40B4-BE49-F238E27FC236}">
                  <a16:creationId xmlns:a16="http://schemas.microsoft.com/office/drawing/2014/main" id="{4F11308D-9EB6-A9AC-3258-9C2CAC4C0FF0}"/>
                </a:ext>
              </a:extLst>
            </p:cNvPr>
            <p:cNvSpPr>
              <a:spLocks noChangeAspect="1"/>
            </p:cNvSpPr>
            <p:nvPr/>
          </p:nvSpPr>
          <p:spPr>
            <a:xfrm>
              <a:off x="1836874" y="2154877"/>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4" name="楕円 143">
              <a:extLst>
                <a:ext uri="{FF2B5EF4-FFF2-40B4-BE49-F238E27FC236}">
                  <a16:creationId xmlns:a16="http://schemas.microsoft.com/office/drawing/2014/main" id="{0842CEFC-F7F3-583F-ECAF-74C2674445CD}"/>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楕円 144">
              <a:extLst>
                <a:ext uri="{FF2B5EF4-FFF2-40B4-BE49-F238E27FC236}">
                  <a16:creationId xmlns:a16="http://schemas.microsoft.com/office/drawing/2014/main" id="{A07F2C74-00AF-EFDF-AE6F-235D483385BE}"/>
                </a:ext>
              </a:extLst>
            </p:cNvPr>
            <p:cNvSpPr>
              <a:spLocks noChangeAspect="1"/>
            </p:cNvSpPr>
            <p:nvPr/>
          </p:nvSpPr>
          <p:spPr>
            <a:xfrm>
              <a:off x="1939776" y="3167310"/>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楕円 145">
              <a:extLst>
                <a:ext uri="{FF2B5EF4-FFF2-40B4-BE49-F238E27FC236}">
                  <a16:creationId xmlns:a16="http://schemas.microsoft.com/office/drawing/2014/main" id="{E233FB08-BD19-CF06-AEC9-E64785C2AC4E}"/>
                </a:ext>
              </a:extLst>
            </p:cNvPr>
            <p:cNvSpPr>
              <a:spLocks noChangeAspect="1"/>
            </p:cNvSpPr>
            <p:nvPr/>
          </p:nvSpPr>
          <p:spPr>
            <a:xfrm>
              <a:off x="1842729" y="373916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テキスト ボックス 146">
              <a:extLst>
                <a:ext uri="{FF2B5EF4-FFF2-40B4-BE49-F238E27FC236}">
                  <a16:creationId xmlns:a16="http://schemas.microsoft.com/office/drawing/2014/main" id="{E77F491E-285A-C9C4-88FB-95B7667059F6}"/>
                </a:ext>
              </a:extLst>
            </p:cNvPr>
            <p:cNvSpPr txBox="1"/>
            <p:nvPr/>
          </p:nvSpPr>
          <p:spPr>
            <a:xfrm>
              <a:off x="1836874" y="1825843"/>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sp>
          <p:nvSpPr>
            <p:cNvPr id="148" name="テキスト ボックス 147">
              <a:extLst>
                <a:ext uri="{FF2B5EF4-FFF2-40B4-BE49-F238E27FC236}">
                  <a16:creationId xmlns:a16="http://schemas.microsoft.com/office/drawing/2014/main" id="{5870DE19-3D1E-C10F-CD81-572B4098F0A9}"/>
                </a:ext>
              </a:extLst>
            </p:cNvPr>
            <p:cNvSpPr txBox="1"/>
            <p:nvPr/>
          </p:nvSpPr>
          <p:spPr>
            <a:xfrm>
              <a:off x="1995919" y="2263517"/>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149" name="直線コネクタ 148">
              <a:extLst>
                <a:ext uri="{FF2B5EF4-FFF2-40B4-BE49-F238E27FC236}">
                  <a16:creationId xmlns:a16="http://schemas.microsoft.com/office/drawing/2014/main" id="{E1FFEA03-2293-32EC-BC40-FB1E7BB711E5}"/>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150" name="楕円 149">
              <a:extLst>
                <a:ext uri="{FF2B5EF4-FFF2-40B4-BE49-F238E27FC236}">
                  <a16:creationId xmlns:a16="http://schemas.microsoft.com/office/drawing/2014/main" id="{DCE12613-A209-30E6-90EE-47BB5759381C}"/>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51" name="楕円 150">
              <a:extLst>
                <a:ext uri="{FF2B5EF4-FFF2-40B4-BE49-F238E27FC236}">
                  <a16:creationId xmlns:a16="http://schemas.microsoft.com/office/drawing/2014/main" id="{F93ECDC3-EBD4-B375-56FA-800EB6FB676F}"/>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2" name="テキスト ボックス 151">
              <a:extLst>
                <a:ext uri="{FF2B5EF4-FFF2-40B4-BE49-F238E27FC236}">
                  <a16:creationId xmlns:a16="http://schemas.microsoft.com/office/drawing/2014/main" id="{F12A6CAE-9971-9CA9-D922-E0A17591E56D}"/>
                </a:ext>
              </a:extLst>
            </p:cNvPr>
            <p:cNvSpPr txBox="1"/>
            <p:nvPr/>
          </p:nvSpPr>
          <p:spPr>
            <a:xfrm>
              <a:off x="2089437" y="2794904"/>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L3</a:t>
              </a:r>
            </a:p>
          </p:txBody>
        </p:sp>
        <p:sp>
          <p:nvSpPr>
            <p:cNvPr id="153" name="楕円 152">
              <a:extLst>
                <a:ext uri="{FF2B5EF4-FFF2-40B4-BE49-F238E27FC236}">
                  <a16:creationId xmlns:a16="http://schemas.microsoft.com/office/drawing/2014/main" id="{C520277C-4649-E02A-70BF-2266EDFB2167}"/>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4" name="テキスト ボックス 153">
              <a:extLst>
                <a:ext uri="{FF2B5EF4-FFF2-40B4-BE49-F238E27FC236}">
                  <a16:creationId xmlns:a16="http://schemas.microsoft.com/office/drawing/2014/main" id="{D4725AA2-9289-295C-2351-286DDAE46ABC}"/>
                </a:ext>
              </a:extLst>
            </p:cNvPr>
            <p:cNvSpPr txBox="1"/>
            <p:nvPr/>
          </p:nvSpPr>
          <p:spPr>
            <a:xfrm>
              <a:off x="1983763" y="3337588"/>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L4</a:t>
              </a:r>
            </a:p>
          </p:txBody>
        </p:sp>
        <p:cxnSp>
          <p:nvCxnSpPr>
            <p:cNvPr id="155" name="直線コネクタ 154">
              <a:extLst>
                <a:ext uri="{FF2B5EF4-FFF2-40B4-BE49-F238E27FC236}">
                  <a16:creationId xmlns:a16="http://schemas.microsoft.com/office/drawing/2014/main" id="{A2EE29A1-AC2B-547B-78B6-5A1876DC829E}"/>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56" name="楕円 155">
              <a:extLst>
                <a:ext uri="{FF2B5EF4-FFF2-40B4-BE49-F238E27FC236}">
                  <a16:creationId xmlns:a16="http://schemas.microsoft.com/office/drawing/2014/main" id="{3B6C14AA-3647-E687-8FB3-0D4FC8BAC2A3}"/>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7" name="楕円 156">
              <a:extLst>
                <a:ext uri="{FF2B5EF4-FFF2-40B4-BE49-F238E27FC236}">
                  <a16:creationId xmlns:a16="http://schemas.microsoft.com/office/drawing/2014/main" id="{5F677E56-3786-C121-7781-89ABD9C2988F}"/>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8" name="直線コネクタ 157">
              <a:extLst>
                <a:ext uri="{FF2B5EF4-FFF2-40B4-BE49-F238E27FC236}">
                  <a16:creationId xmlns:a16="http://schemas.microsoft.com/office/drawing/2014/main" id="{39758AA7-B759-2E62-3C20-BE429BE1A429}"/>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159" name="直線コネクタ 158">
              <a:extLst>
                <a:ext uri="{FF2B5EF4-FFF2-40B4-BE49-F238E27FC236}">
                  <a16:creationId xmlns:a16="http://schemas.microsoft.com/office/drawing/2014/main" id="{B1D8FEF0-AB2E-C045-F1D6-958CEEA8E23B}"/>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160" name="楕円 159">
              <a:extLst>
                <a:ext uri="{FF2B5EF4-FFF2-40B4-BE49-F238E27FC236}">
                  <a16:creationId xmlns:a16="http://schemas.microsoft.com/office/drawing/2014/main" id="{E2C2F3A8-BF3D-EB42-43D1-9C2F3F568F4B}"/>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1" name="楕円 160">
              <a:extLst>
                <a:ext uri="{FF2B5EF4-FFF2-40B4-BE49-F238E27FC236}">
                  <a16:creationId xmlns:a16="http://schemas.microsoft.com/office/drawing/2014/main" id="{0A334B98-BDC7-EB11-8E6A-653648CD85E3}"/>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3" name="テキスト ボックス 162">
            <a:extLst>
              <a:ext uri="{FF2B5EF4-FFF2-40B4-BE49-F238E27FC236}">
                <a16:creationId xmlns:a16="http://schemas.microsoft.com/office/drawing/2014/main" id="{A64E5AA0-0C74-1ADB-91E6-E5F2E0F3E0FC}"/>
              </a:ext>
            </a:extLst>
          </p:cNvPr>
          <p:cNvSpPr txBox="1"/>
          <p:nvPr/>
        </p:nvSpPr>
        <p:spPr>
          <a:xfrm>
            <a:off x="9033381" y="5929312"/>
            <a:ext cx="847479" cy="338554"/>
          </a:xfrm>
          <a:prstGeom prst="rect">
            <a:avLst/>
          </a:prstGeom>
          <a:noFill/>
        </p:spPr>
        <p:txBody>
          <a:bodyPr vert="horz" wrap="square" rtlCol="0">
            <a:spAutoFit/>
          </a:bodyPr>
          <a:lstStyle/>
          <a:p>
            <a:r>
              <a:rPr lang="ja-JP" altLang="en-US" sz="1600" dirty="0"/>
              <a:t>拡張前</a:t>
            </a:r>
            <a:endParaRPr lang="en-US" altLang="ja-JP" sz="1600" dirty="0"/>
          </a:p>
        </p:txBody>
      </p:sp>
      <p:sp>
        <p:nvSpPr>
          <p:cNvPr id="165" name="テキスト ボックス 164">
            <a:extLst>
              <a:ext uri="{FF2B5EF4-FFF2-40B4-BE49-F238E27FC236}">
                <a16:creationId xmlns:a16="http://schemas.microsoft.com/office/drawing/2014/main" id="{ADA478BF-EA67-C2E7-03F3-A1357322BB6F}"/>
              </a:ext>
            </a:extLst>
          </p:cNvPr>
          <p:cNvSpPr txBox="1"/>
          <p:nvPr/>
        </p:nvSpPr>
        <p:spPr>
          <a:xfrm>
            <a:off x="10758890" y="5929312"/>
            <a:ext cx="847479" cy="338554"/>
          </a:xfrm>
          <a:prstGeom prst="rect">
            <a:avLst/>
          </a:prstGeom>
          <a:noFill/>
        </p:spPr>
        <p:txBody>
          <a:bodyPr vert="horz" wrap="square" rtlCol="0">
            <a:spAutoFit/>
          </a:bodyPr>
          <a:lstStyle/>
          <a:p>
            <a:r>
              <a:rPr lang="ja-JP" altLang="en-US" sz="1600" dirty="0"/>
              <a:t>拡張後</a:t>
            </a:r>
            <a:endParaRPr lang="en-US" altLang="ja-JP" sz="1600" dirty="0"/>
          </a:p>
        </p:txBody>
      </p:sp>
      <p:graphicFrame>
        <p:nvGraphicFramePr>
          <p:cNvPr id="9" name="表 8">
            <a:extLst>
              <a:ext uri="{FF2B5EF4-FFF2-40B4-BE49-F238E27FC236}">
                <a16:creationId xmlns:a16="http://schemas.microsoft.com/office/drawing/2014/main" id="{86EB06F1-17FF-637D-BB6A-BEEF0F6923FC}"/>
              </a:ext>
            </a:extLst>
          </p:cNvPr>
          <p:cNvGraphicFramePr>
            <a:graphicFrameLocks noGrp="1"/>
          </p:cNvGraphicFramePr>
          <p:nvPr>
            <p:extLst>
              <p:ext uri="{D42A27DB-BD31-4B8C-83A1-F6EECF244321}">
                <p14:modId xmlns:p14="http://schemas.microsoft.com/office/powerpoint/2010/main" val="2003161815"/>
              </p:ext>
            </p:extLst>
          </p:nvPr>
        </p:nvGraphicFramePr>
        <p:xfrm>
          <a:off x="411638" y="2682757"/>
          <a:ext cx="7149740" cy="2595880"/>
        </p:xfrm>
        <a:graphic>
          <a:graphicData uri="http://schemas.openxmlformats.org/drawingml/2006/table">
            <a:tbl>
              <a:tblPr firstRow="1" bandRow="1">
                <a:tableStyleId>{5C22544A-7EE6-4342-B048-85BDC9FD1C3A}</a:tableStyleId>
              </a:tblPr>
              <a:tblGrid>
                <a:gridCol w="1787435">
                  <a:extLst>
                    <a:ext uri="{9D8B030D-6E8A-4147-A177-3AD203B41FA5}">
                      <a16:colId xmlns:a16="http://schemas.microsoft.com/office/drawing/2014/main" val="2581423147"/>
                    </a:ext>
                  </a:extLst>
                </a:gridCol>
                <a:gridCol w="1787435">
                  <a:extLst>
                    <a:ext uri="{9D8B030D-6E8A-4147-A177-3AD203B41FA5}">
                      <a16:colId xmlns:a16="http://schemas.microsoft.com/office/drawing/2014/main" val="1255949801"/>
                    </a:ext>
                  </a:extLst>
                </a:gridCol>
                <a:gridCol w="1787435">
                  <a:extLst>
                    <a:ext uri="{9D8B030D-6E8A-4147-A177-3AD203B41FA5}">
                      <a16:colId xmlns:a16="http://schemas.microsoft.com/office/drawing/2014/main" val="1986106120"/>
                    </a:ext>
                  </a:extLst>
                </a:gridCol>
                <a:gridCol w="1787435">
                  <a:extLst>
                    <a:ext uri="{9D8B030D-6E8A-4147-A177-3AD203B41FA5}">
                      <a16:colId xmlns:a16="http://schemas.microsoft.com/office/drawing/2014/main" val="4119487316"/>
                    </a:ext>
                  </a:extLst>
                </a:gridCol>
              </a:tblGrid>
              <a:tr h="370840">
                <a:tc>
                  <a:txBody>
                    <a:bodyPr/>
                    <a:lstStyle/>
                    <a:p>
                      <a:pPr algn="l" fontAlgn="ctr">
                        <a:buNone/>
                      </a:pP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buNone/>
                      </a:pPr>
                      <a:r>
                        <a:rPr lang="ja-JP" sz="1600" b="0" i="0" u="none" strike="noStrike" dirty="0">
                          <a:solidFill>
                            <a:schemeClr val="bg1"/>
                          </a:solidFill>
                          <a:effectLst/>
                          <a:latin typeface="游ゴシック" panose="020B0400000000000000" pitchFamily="50" charset="-128"/>
                          <a:ea typeface="游ゴシック" panose="020B0400000000000000" pitchFamily="50" charset="-128"/>
                        </a:rPr>
                        <a:t>区間</a:t>
                      </a:r>
                    </a:p>
                  </a:txBody>
                  <a:tcPr marL="7620" marR="7620" marT="7620" marB="0" anchor="ctr"/>
                </a:tc>
                <a:tc>
                  <a:txBody>
                    <a:bodyPr/>
                    <a:lstStyle/>
                    <a:p>
                      <a:pPr algn="ctr" fontAlgn="ctr">
                        <a:buNone/>
                      </a:pPr>
                      <a:r>
                        <a:rPr lang="ja-JP" sz="1600" b="0" i="0" u="none" strike="noStrike" dirty="0">
                          <a:solidFill>
                            <a:schemeClr val="bg1"/>
                          </a:solidFill>
                          <a:effectLst/>
                          <a:latin typeface="游ゴシック" panose="020B0400000000000000" pitchFamily="50" charset="-128"/>
                          <a:ea typeface="游ゴシック" panose="020B0400000000000000" pitchFamily="50" charset="-128"/>
                        </a:rPr>
                        <a:t>推定</a:t>
                      </a:r>
                    </a:p>
                  </a:txBody>
                  <a:tcPr marL="7620" marR="7620" marT="7620" marB="0" anchor="ctr"/>
                </a:tc>
                <a:tc>
                  <a:txBody>
                    <a:bodyPr/>
                    <a:lstStyle/>
                    <a:p>
                      <a:pPr algn="ctr" fontAlgn="ctr">
                        <a:buNone/>
                      </a:pPr>
                      <a:r>
                        <a:rPr lang="ja-JP" sz="1600" b="0" i="0" u="none" strike="noStrike" dirty="0">
                          <a:solidFill>
                            <a:schemeClr val="bg1"/>
                          </a:solidFill>
                          <a:effectLst/>
                          <a:latin typeface="游ゴシック" panose="020B0400000000000000" pitchFamily="50" charset="-128"/>
                          <a:ea typeface="游ゴシック" panose="020B0400000000000000" pitchFamily="50" charset="-128"/>
                        </a:rPr>
                        <a:t>真値</a:t>
                      </a:r>
                    </a:p>
                  </a:txBody>
                  <a:tcPr marL="7620" marR="7620" marT="7620" marB="0" anchor="ctr"/>
                </a:tc>
                <a:extLst>
                  <a:ext uri="{0D108BD9-81ED-4DB2-BD59-A6C34878D82A}">
                    <a16:rowId xmlns:a16="http://schemas.microsoft.com/office/drawing/2014/main" val="832453885"/>
                  </a:ext>
                </a:extLst>
              </a:tr>
              <a:tr h="370840">
                <a:tc rowSpan="2">
                  <a:txBody>
                    <a:bodyPr/>
                    <a:lstStyle/>
                    <a:p>
                      <a:pPr algn="ct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拡張前</a:t>
                      </a:r>
                    </a:p>
                  </a:txBody>
                  <a:tcPr marL="7620" marR="7620" marT="7620" marB="0" anchor="ctr"/>
                </a:tc>
                <a:tc>
                  <a:txBody>
                    <a:bodyPr/>
                    <a:lstStyle/>
                    <a:p>
                      <a:pPr algn="ctr" fontAlgn="ctr">
                        <a:buNone/>
                      </a:pPr>
                      <a:r>
                        <a:rPr lang="ja-JP" sz="1600" b="0" i="0" u="none" strike="noStrike" dirty="0">
                          <a:solidFill>
                            <a:srgbClr val="000000"/>
                          </a:solidFill>
                          <a:effectLst/>
                          <a:latin typeface="游ゴシック" panose="020B0400000000000000" pitchFamily="50" charset="-128"/>
                          <a:ea typeface="游ゴシック" panose="020B0400000000000000" pitchFamily="50" charset="-128"/>
                        </a:rPr>
                        <a:t>L1'</a:t>
                      </a:r>
                    </a:p>
                  </a:txBody>
                  <a:tcPr marL="7620" marR="7620" marT="7620" marB="0" anchor="ctr"/>
                </a:tc>
                <a:tc>
                  <a:txBody>
                    <a:bodyPr/>
                    <a:lstStyle/>
                    <a:p>
                      <a:pPr algn="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0.260</a:t>
                      </a:r>
                    </a:p>
                  </a:txBody>
                  <a:tcPr marL="7620" marR="7620" marT="7620" marB="0" anchor="ctr"/>
                </a:tc>
                <a:tc>
                  <a:txBody>
                    <a:bodyPr/>
                    <a:lstStyle/>
                    <a:p>
                      <a:pPr algn="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0.005</a:t>
                      </a:r>
                    </a:p>
                  </a:txBody>
                  <a:tcPr marL="7620" marR="7620" marT="7620" marB="0" anchor="ctr"/>
                </a:tc>
                <a:extLst>
                  <a:ext uri="{0D108BD9-81ED-4DB2-BD59-A6C34878D82A}">
                    <a16:rowId xmlns:a16="http://schemas.microsoft.com/office/drawing/2014/main" val="3337836731"/>
                  </a:ext>
                </a:extLst>
              </a:tr>
              <a:tr h="370840">
                <a:tc vMerge="1">
                  <a:txBody>
                    <a:bodyPr/>
                    <a:lstStyle/>
                    <a:p>
                      <a:endParaRPr kumimoji="1" lang="ja-JP" altLang="en-US"/>
                    </a:p>
                  </a:txBody>
                  <a:tcPr/>
                </a:tc>
                <a:tc>
                  <a:txBody>
                    <a:bodyPr/>
                    <a:lstStyle/>
                    <a:p>
                      <a:pPr algn="ctr" fontAlgn="ctr">
                        <a:buNone/>
                      </a:pPr>
                      <a:r>
                        <a:rPr lang="ja-JP" sz="1600" b="0" i="0" u="none" strike="noStrike" dirty="0">
                          <a:solidFill>
                            <a:srgbClr val="000000"/>
                          </a:solidFill>
                          <a:effectLst/>
                          <a:latin typeface="游ゴシック" panose="020B0400000000000000" pitchFamily="50" charset="-128"/>
                          <a:ea typeface="游ゴシック" panose="020B0400000000000000" pitchFamily="50" charset="-128"/>
                        </a:rPr>
                        <a:t>L2'</a:t>
                      </a:r>
                    </a:p>
                  </a:txBody>
                  <a:tcPr marL="7620" marR="7620" marT="7620" marB="0" anchor="ctr"/>
                </a:tc>
                <a:tc>
                  <a:txBody>
                    <a:bodyPr/>
                    <a:lstStyle/>
                    <a:p>
                      <a:pPr algn="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0.449</a:t>
                      </a:r>
                    </a:p>
                  </a:txBody>
                  <a:tcPr marL="7620" marR="7620" marT="7620" marB="0" anchor="ctr"/>
                </a:tc>
                <a:tc>
                  <a:txBody>
                    <a:bodyPr/>
                    <a:lstStyle/>
                    <a:p>
                      <a:pPr algn="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0.001</a:t>
                      </a:r>
                    </a:p>
                  </a:txBody>
                  <a:tcPr marL="7620" marR="7620" marT="7620" marB="0" anchor="ctr"/>
                </a:tc>
                <a:extLst>
                  <a:ext uri="{0D108BD9-81ED-4DB2-BD59-A6C34878D82A}">
                    <a16:rowId xmlns:a16="http://schemas.microsoft.com/office/drawing/2014/main" val="4266796690"/>
                  </a:ext>
                </a:extLst>
              </a:tr>
              <a:tr h="370840">
                <a:tc rowSpan="4">
                  <a:txBody>
                    <a:bodyPr/>
                    <a:lstStyle/>
                    <a:p>
                      <a:pPr algn="ct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拡張後</a:t>
                      </a:r>
                    </a:p>
                  </a:txBody>
                  <a:tcPr marL="7620" marR="7620" marT="7620" marB="0" anchor="ctr"/>
                </a:tc>
                <a:tc>
                  <a:txBody>
                    <a:bodyPr/>
                    <a:lstStyle/>
                    <a:p>
                      <a:pPr algn="ctr" fontAlgn="ctr">
                        <a:buNone/>
                      </a:pPr>
                      <a:r>
                        <a:rPr lang="ja-JP" sz="1600" b="0" i="0" u="none" strike="noStrike" dirty="0">
                          <a:solidFill>
                            <a:srgbClr val="000000"/>
                          </a:solidFill>
                          <a:effectLst/>
                          <a:latin typeface="游ゴシック" panose="020B0400000000000000" pitchFamily="50" charset="-128"/>
                          <a:ea typeface="游ゴシック" panose="020B0400000000000000" pitchFamily="50" charset="-128"/>
                        </a:rPr>
                        <a:t>L1</a:t>
                      </a:r>
                    </a:p>
                  </a:txBody>
                  <a:tcPr marL="7620" marR="7620" marT="7620" marB="0" anchor="ctr"/>
                </a:tc>
                <a:tc>
                  <a:txBody>
                    <a:bodyPr/>
                    <a:lstStyle/>
                    <a:p>
                      <a:pPr algn="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0.424</a:t>
                      </a:r>
                    </a:p>
                  </a:txBody>
                  <a:tcPr marL="7620" marR="7620" marT="7620" marB="0" anchor="ctr"/>
                </a:tc>
                <a:tc>
                  <a:txBody>
                    <a:bodyPr/>
                    <a:lstStyle/>
                    <a:p>
                      <a:pPr algn="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0.000</a:t>
                      </a:r>
                    </a:p>
                  </a:txBody>
                  <a:tcPr marL="7620" marR="7620" marT="7620" marB="0" anchor="ctr"/>
                </a:tc>
                <a:extLst>
                  <a:ext uri="{0D108BD9-81ED-4DB2-BD59-A6C34878D82A}">
                    <a16:rowId xmlns:a16="http://schemas.microsoft.com/office/drawing/2014/main" val="2532970495"/>
                  </a:ext>
                </a:extLst>
              </a:tr>
              <a:tr h="370840">
                <a:tc vMerge="1">
                  <a:txBody>
                    <a:bodyPr/>
                    <a:lstStyle/>
                    <a:p>
                      <a:endParaRPr kumimoji="1" lang="ja-JP" altLang="en-US"/>
                    </a:p>
                  </a:txBody>
                  <a:tcPr/>
                </a:tc>
                <a:tc>
                  <a:txBody>
                    <a:bodyPr/>
                    <a:lstStyle/>
                    <a:p>
                      <a:pPr algn="ctr" fontAlgn="ctr">
                        <a:buNone/>
                      </a:pPr>
                      <a:r>
                        <a:rPr lang="ja-JP" sz="1600" b="0" i="0" u="none" strike="noStrike" dirty="0">
                          <a:solidFill>
                            <a:srgbClr val="000000"/>
                          </a:solidFill>
                          <a:effectLst/>
                          <a:latin typeface="游ゴシック" panose="020B0400000000000000" pitchFamily="50" charset="-128"/>
                          <a:ea typeface="游ゴシック" panose="020B0400000000000000" pitchFamily="50" charset="-128"/>
                        </a:rPr>
                        <a:t>L2</a:t>
                      </a:r>
                    </a:p>
                  </a:txBody>
                  <a:tcPr marL="7620" marR="7620" marT="7620" marB="0" anchor="ctr"/>
                </a:tc>
                <a:tc>
                  <a:txBody>
                    <a:bodyPr/>
                    <a:lstStyle/>
                    <a:p>
                      <a:pPr algn="r" fontAlgn="ctr">
                        <a:buNone/>
                      </a:pPr>
                      <a:r>
                        <a:rPr lang="ja-JP" sz="1600" b="0" i="0" u="none" strike="noStrike" dirty="0">
                          <a:solidFill>
                            <a:srgbClr val="000000"/>
                          </a:solidFill>
                          <a:effectLst/>
                          <a:latin typeface="游ゴシック" panose="020B0400000000000000" pitchFamily="50" charset="-128"/>
                          <a:ea typeface="游ゴシック" panose="020B0400000000000000" pitchFamily="50" charset="-128"/>
                        </a:rPr>
                        <a:t>0.750</a:t>
                      </a:r>
                    </a:p>
                  </a:txBody>
                  <a:tcPr marL="7620" marR="7620" marT="7620" marB="0" anchor="ctr"/>
                </a:tc>
                <a:tc>
                  <a:txBody>
                    <a:bodyPr/>
                    <a:lstStyle/>
                    <a:p>
                      <a:pPr algn="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0.000</a:t>
                      </a:r>
                    </a:p>
                  </a:txBody>
                  <a:tcPr marL="7620" marR="7620" marT="7620" marB="0" anchor="ctr"/>
                </a:tc>
                <a:extLst>
                  <a:ext uri="{0D108BD9-81ED-4DB2-BD59-A6C34878D82A}">
                    <a16:rowId xmlns:a16="http://schemas.microsoft.com/office/drawing/2014/main" val="818877073"/>
                  </a:ext>
                </a:extLst>
              </a:tr>
              <a:tr h="370840">
                <a:tc vMerge="1">
                  <a:txBody>
                    <a:bodyPr/>
                    <a:lstStyle/>
                    <a:p>
                      <a:endParaRPr kumimoji="1" lang="ja-JP" altLang="en-US"/>
                    </a:p>
                  </a:txBody>
                  <a:tcPr/>
                </a:tc>
                <a:tc>
                  <a:txBody>
                    <a:bodyPr/>
                    <a:lstStyle/>
                    <a:p>
                      <a:pPr algn="ctr" fontAlgn="ctr">
                        <a:buNone/>
                      </a:pPr>
                      <a:r>
                        <a:rPr lang="ja-JP" sz="1600" b="0" i="0" u="none" strike="noStrike" dirty="0">
                          <a:solidFill>
                            <a:srgbClr val="000000"/>
                          </a:solidFill>
                          <a:effectLst/>
                          <a:latin typeface="游ゴシック" panose="020B0400000000000000" pitchFamily="50" charset="-128"/>
                          <a:ea typeface="游ゴシック" panose="020B0400000000000000" pitchFamily="50" charset="-128"/>
                        </a:rPr>
                        <a:t>L3</a:t>
                      </a:r>
                    </a:p>
                  </a:txBody>
                  <a:tcPr marL="7620" marR="7620" marT="7620" marB="0" anchor="ctr"/>
                </a:tc>
                <a:tc>
                  <a:txBody>
                    <a:bodyPr/>
                    <a:lstStyle/>
                    <a:p>
                      <a:pPr algn="r" fontAlgn="ctr">
                        <a:buNone/>
                      </a:pPr>
                      <a:r>
                        <a:rPr lang="ja-JP" sz="1600" b="0" i="0" u="none" strike="noStrike" dirty="0">
                          <a:solidFill>
                            <a:srgbClr val="000000"/>
                          </a:solidFill>
                          <a:effectLst/>
                          <a:latin typeface="游ゴシック" panose="020B0400000000000000" pitchFamily="50" charset="-128"/>
                          <a:ea typeface="游ゴシック" panose="020B0400000000000000" pitchFamily="50" charset="-128"/>
                        </a:rPr>
                        <a:t>0.672</a:t>
                      </a:r>
                    </a:p>
                  </a:txBody>
                  <a:tcPr marL="7620" marR="7620" marT="7620" marB="0" anchor="ctr"/>
                </a:tc>
                <a:tc>
                  <a:txBody>
                    <a:bodyPr/>
                    <a:lstStyle/>
                    <a:p>
                      <a:pPr algn="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0.000</a:t>
                      </a:r>
                    </a:p>
                  </a:txBody>
                  <a:tcPr marL="7620" marR="7620" marT="7620" marB="0" anchor="ctr"/>
                </a:tc>
                <a:extLst>
                  <a:ext uri="{0D108BD9-81ED-4DB2-BD59-A6C34878D82A}">
                    <a16:rowId xmlns:a16="http://schemas.microsoft.com/office/drawing/2014/main" val="3069487022"/>
                  </a:ext>
                </a:extLst>
              </a:tr>
              <a:tr h="370840">
                <a:tc vMerge="1">
                  <a:txBody>
                    <a:bodyPr/>
                    <a:lstStyle/>
                    <a:p>
                      <a:endParaRPr kumimoji="1" lang="ja-JP" altLang="en-US"/>
                    </a:p>
                  </a:txBody>
                  <a:tcPr/>
                </a:tc>
                <a:tc>
                  <a:txBody>
                    <a:bodyPr/>
                    <a:lstStyle/>
                    <a:p>
                      <a:pPr algn="ctr" fontAlgn="ctr">
                        <a:buNone/>
                      </a:pPr>
                      <a:r>
                        <a:rPr lang="ja-JP" sz="1600" b="0" i="0" u="none" strike="noStrike" dirty="0">
                          <a:solidFill>
                            <a:srgbClr val="000000"/>
                          </a:solidFill>
                          <a:effectLst/>
                          <a:latin typeface="游ゴシック" panose="020B0400000000000000" pitchFamily="50" charset="-128"/>
                          <a:ea typeface="游ゴシック" panose="020B0400000000000000" pitchFamily="50" charset="-128"/>
                        </a:rPr>
                        <a:t>L4</a:t>
                      </a:r>
                    </a:p>
                  </a:txBody>
                  <a:tcPr marL="7620" marR="7620" marT="7620" marB="0" anchor="ctr"/>
                </a:tc>
                <a:tc>
                  <a:txBody>
                    <a:bodyPr/>
                    <a:lstStyle/>
                    <a:p>
                      <a:pPr algn="r" fontAlgn="ctr">
                        <a:buNone/>
                      </a:pPr>
                      <a:r>
                        <a:rPr lang="ja-JP" sz="1600" b="0" i="0" u="none" strike="noStrike">
                          <a:solidFill>
                            <a:srgbClr val="000000"/>
                          </a:solidFill>
                          <a:effectLst/>
                          <a:latin typeface="游ゴシック" panose="020B0400000000000000" pitchFamily="50" charset="-128"/>
                          <a:ea typeface="游ゴシック" panose="020B0400000000000000" pitchFamily="50" charset="-128"/>
                        </a:rPr>
                        <a:t>0.522</a:t>
                      </a:r>
                    </a:p>
                  </a:txBody>
                  <a:tcPr marL="7620" marR="7620" marT="7620" marB="0" anchor="ctr"/>
                </a:tc>
                <a:tc>
                  <a:txBody>
                    <a:bodyPr/>
                    <a:lstStyle/>
                    <a:p>
                      <a:pPr algn="r" fontAlgn="ctr">
                        <a:buNone/>
                      </a:pPr>
                      <a:r>
                        <a:rPr lang="ja-JP" sz="1600" b="0" i="0" u="none" strike="noStrike" dirty="0">
                          <a:solidFill>
                            <a:srgbClr val="000000"/>
                          </a:solidFill>
                          <a:effectLst/>
                          <a:latin typeface="游ゴシック" panose="020B0400000000000000" pitchFamily="50" charset="-128"/>
                          <a:ea typeface="游ゴシック" panose="020B0400000000000000" pitchFamily="50" charset="-128"/>
                        </a:rPr>
                        <a:t>0.000</a:t>
                      </a:r>
                    </a:p>
                  </a:txBody>
                  <a:tcPr marL="7620" marR="7620" marT="7620" marB="0" anchor="ctr"/>
                </a:tc>
                <a:extLst>
                  <a:ext uri="{0D108BD9-81ED-4DB2-BD59-A6C34878D82A}">
                    <a16:rowId xmlns:a16="http://schemas.microsoft.com/office/drawing/2014/main" val="3929929897"/>
                  </a:ext>
                </a:extLst>
              </a:tr>
            </a:tbl>
          </a:graphicData>
        </a:graphic>
      </p:graphicFrame>
      <p:sp>
        <p:nvSpPr>
          <p:cNvPr id="13" name="TextBox 11">
            <a:extLst>
              <a:ext uri="{FF2B5EF4-FFF2-40B4-BE49-F238E27FC236}">
                <a16:creationId xmlns:a16="http://schemas.microsoft.com/office/drawing/2014/main" id="{171800BB-AEC5-7783-292D-9CB9FA803EAC}"/>
              </a:ext>
            </a:extLst>
          </p:cNvPr>
          <p:cNvSpPr txBox="1"/>
          <p:nvPr/>
        </p:nvSpPr>
        <p:spPr>
          <a:xfrm>
            <a:off x="1307529" y="2379907"/>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拡張前と拡張後のモデルの</a:t>
            </a:r>
            <a:r>
              <a:rPr lang="en-US" sz="1400" dirty="0">
                <a:solidFill>
                  <a:srgbClr val="222222"/>
                </a:solidFill>
                <a:latin typeface="Noto Sans JP"/>
              </a:rPr>
              <a:t>3D</a:t>
            </a:r>
            <a:r>
              <a:rPr lang="ja-JP" altLang="en-US" sz="1400" dirty="0">
                <a:solidFill>
                  <a:srgbClr val="222222"/>
                </a:solidFill>
                <a:latin typeface="Noto Sans JP"/>
              </a:rPr>
              <a:t>の推定結果と真値を比較</a:t>
            </a:r>
            <a:endParaRPr sz="1400" b="0" dirty="0">
              <a:solidFill>
                <a:srgbClr val="222222"/>
              </a:solidFill>
              <a:latin typeface="Noto Sans JP"/>
            </a:endParaRPr>
          </a:p>
        </p:txBody>
      </p:sp>
    </p:spTree>
    <p:extLst>
      <p:ext uri="{BB962C8B-B14F-4D97-AF65-F5344CB8AC3E}">
        <p14:creationId xmlns:p14="http://schemas.microsoft.com/office/powerpoint/2010/main" val="683892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6F070-4E7E-413D-466D-4F612D192574}"/>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67A36B5-72D7-3669-EDEE-72B0D7D5AB2C}"/>
              </a:ext>
            </a:extLst>
          </p:cNvPr>
          <p:cNvSpPr>
            <a:spLocks noGrp="1"/>
          </p:cNvSpPr>
          <p:nvPr>
            <p:ph type="sldNum" sz="quarter" idx="12"/>
          </p:nvPr>
        </p:nvSpPr>
        <p:spPr/>
        <p:txBody>
          <a:bodyPr/>
          <a:lstStyle/>
          <a:p>
            <a:fld id="{465F6A33-8929-41AA-8A25-00E3AA79F1EE}" type="slidenum">
              <a:rPr lang="en-US" smtClean="0"/>
              <a:t>11</a:t>
            </a:fld>
            <a:endParaRPr lang="en-US"/>
          </a:p>
        </p:txBody>
      </p:sp>
      <p:sp>
        <p:nvSpPr>
          <p:cNvPr id="11" name="テキスト ボックス 10">
            <a:extLst>
              <a:ext uri="{FF2B5EF4-FFF2-40B4-BE49-F238E27FC236}">
                <a16:creationId xmlns:a16="http://schemas.microsoft.com/office/drawing/2014/main" id="{FBAE4CE7-37B1-754C-7241-84E662D1BCBC}"/>
              </a:ext>
            </a:extLst>
          </p:cNvPr>
          <p:cNvSpPr txBox="1"/>
          <p:nvPr/>
        </p:nvSpPr>
        <p:spPr>
          <a:xfrm>
            <a:off x="277091" y="258618"/>
            <a:ext cx="6465454" cy="646331"/>
          </a:xfrm>
          <a:prstGeom prst="rect">
            <a:avLst/>
          </a:prstGeom>
          <a:noFill/>
        </p:spPr>
        <p:txBody>
          <a:bodyPr wrap="square" rtlCol="0">
            <a:spAutoFit/>
          </a:bodyPr>
          <a:lstStyle/>
          <a:p>
            <a:r>
              <a:rPr kumimoji="1" lang="ja-JP" altLang="en-US" sz="3600" dirty="0"/>
              <a:t>評価 </a:t>
            </a:r>
            <a:r>
              <a:rPr lang="ja-JP" altLang="en-US" sz="3600" b="1" dirty="0">
                <a:solidFill>
                  <a:srgbClr val="222222"/>
                </a:solidFill>
                <a:latin typeface="Noto Sans JP"/>
              </a:rPr>
              <a:t>工程③ 恒常性</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4C7878A4-531C-04EE-3C16-C0FF816F7655}"/>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0AB27B1E-4E4A-BAE0-DFD9-D9071103CF9E}"/>
              </a:ext>
            </a:extLst>
          </p:cNvPr>
          <p:cNvSpPr txBox="1"/>
          <p:nvPr/>
        </p:nvSpPr>
        <p:spPr>
          <a:xfrm>
            <a:off x="581025" y="1174629"/>
            <a:ext cx="107727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背中が伸びている状態と丸まっている状態を比較</a:t>
            </a:r>
            <a:endParaRPr lang="en-US" altLang="ja-JP" sz="2000" dirty="0">
              <a:solidFill>
                <a:srgbClr val="222222"/>
              </a:solidFill>
              <a:latin typeface="Noto Sans JP"/>
            </a:endParaRPr>
          </a:p>
        </p:txBody>
      </p:sp>
      <p:sp>
        <p:nvSpPr>
          <p:cNvPr id="2" name="Footer Placeholder 4">
            <a:extLst>
              <a:ext uri="{FF2B5EF4-FFF2-40B4-BE49-F238E27FC236}">
                <a16:creationId xmlns:a16="http://schemas.microsoft.com/office/drawing/2014/main" id="{83F00EDD-93AE-FE05-09FB-69131DB373D8}"/>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442AABDF-7D8A-8903-B999-69670355874B}"/>
              </a:ext>
            </a:extLst>
          </p:cNvPr>
          <p:cNvSpPr>
            <a:spLocks noGrp="1"/>
          </p:cNvSpPr>
          <p:nvPr>
            <p:ph type="dt" sz="half" idx="10"/>
          </p:nvPr>
        </p:nvSpPr>
        <p:spPr>
          <a:xfrm>
            <a:off x="838200" y="6449338"/>
            <a:ext cx="2743200" cy="365125"/>
          </a:xfrm>
        </p:spPr>
        <p:txBody>
          <a:bodyPr/>
          <a:lstStyle/>
          <a:p>
            <a:r>
              <a:rPr lang="en-US"/>
              <a:t>2026/9/24</a:t>
            </a:r>
          </a:p>
        </p:txBody>
      </p:sp>
      <p:sp>
        <p:nvSpPr>
          <p:cNvPr id="8" name="TextBox 11">
            <a:extLst>
              <a:ext uri="{FF2B5EF4-FFF2-40B4-BE49-F238E27FC236}">
                <a16:creationId xmlns:a16="http://schemas.microsoft.com/office/drawing/2014/main" id="{E2B88F23-4ED2-40F3-024A-2E6F66EE4AEB}"/>
              </a:ext>
            </a:extLst>
          </p:cNvPr>
          <p:cNvSpPr txBox="1"/>
          <p:nvPr/>
        </p:nvSpPr>
        <p:spPr>
          <a:xfrm>
            <a:off x="1133477" y="2208031"/>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拡張前と拡張後のモデルの</a:t>
            </a:r>
            <a:r>
              <a:rPr lang="en-US" altLang="ja-JP" sz="1400" dirty="0">
                <a:solidFill>
                  <a:srgbClr val="222222"/>
                </a:solidFill>
                <a:latin typeface="Noto Sans JP"/>
              </a:rPr>
              <a:t>3D</a:t>
            </a:r>
            <a:r>
              <a:rPr lang="ja-JP" altLang="en-US" sz="1400" dirty="0">
                <a:solidFill>
                  <a:srgbClr val="222222"/>
                </a:solidFill>
                <a:latin typeface="Noto Sans JP"/>
              </a:rPr>
              <a:t>の推定結果と真値を比較</a:t>
            </a:r>
          </a:p>
        </p:txBody>
      </p:sp>
      <p:graphicFrame>
        <p:nvGraphicFramePr>
          <p:cNvPr id="4" name="表 3">
            <a:extLst>
              <a:ext uri="{FF2B5EF4-FFF2-40B4-BE49-F238E27FC236}">
                <a16:creationId xmlns:a16="http://schemas.microsoft.com/office/drawing/2014/main" id="{BB92130A-9F3D-70E1-4291-7F4FE54B5F53}"/>
              </a:ext>
            </a:extLst>
          </p:cNvPr>
          <p:cNvGraphicFramePr>
            <a:graphicFrameLocks noGrp="1"/>
          </p:cNvGraphicFramePr>
          <p:nvPr>
            <p:extLst>
              <p:ext uri="{D42A27DB-BD31-4B8C-83A1-F6EECF244321}">
                <p14:modId xmlns:p14="http://schemas.microsoft.com/office/powerpoint/2010/main" val="1662413377"/>
              </p:ext>
            </p:extLst>
          </p:nvPr>
        </p:nvGraphicFramePr>
        <p:xfrm>
          <a:off x="12458375" y="361432"/>
          <a:ext cx="9734552" cy="2857500"/>
        </p:xfrm>
        <a:graphic>
          <a:graphicData uri="http://schemas.openxmlformats.org/drawingml/2006/table">
            <a:tbl>
              <a:tblPr>
                <a:tableStyleId>{5C22544A-7EE6-4342-B048-85BDC9FD1C3A}</a:tableStyleId>
              </a:tblPr>
              <a:tblGrid>
                <a:gridCol w="1216819">
                  <a:extLst>
                    <a:ext uri="{9D8B030D-6E8A-4147-A177-3AD203B41FA5}">
                      <a16:colId xmlns:a16="http://schemas.microsoft.com/office/drawing/2014/main" val="2852950281"/>
                    </a:ext>
                  </a:extLst>
                </a:gridCol>
                <a:gridCol w="1216819">
                  <a:extLst>
                    <a:ext uri="{9D8B030D-6E8A-4147-A177-3AD203B41FA5}">
                      <a16:colId xmlns:a16="http://schemas.microsoft.com/office/drawing/2014/main" val="3882022412"/>
                    </a:ext>
                  </a:extLst>
                </a:gridCol>
                <a:gridCol w="1216819">
                  <a:extLst>
                    <a:ext uri="{9D8B030D-6E8A-4147-A177-3AD203B41FA5}">
                      <a16:colId xmlns:a16="http://schemas.microsoft.com/office/drawing/2014/main" val="3342400228"/>
                    </a:ext>
                  </a:extLst>
                </a:gridCol>
                <a:gridCol w="1216819">
                  <a:extLst>
                    <a:ext uri="{9D8B030D-6E8A-4147-A177-3AD203B41FA5}">
                      <a16:colId xmlns:a16="http://schemas.microsoft.com/office/drawing/2014/main" val="942628251"/>
                    </a:ext>
                  </a:extLst>
                </a:gridCol>
                <a:gridCol w="1216819">
                  <a:extLst>
                    <a:ext uri="{9D8B030D-6E8A-4147-A177-3AD203B41FA5}">
                      <a16:colId xmlns:a16="http://schemas.microsoft.com/office/drawing/2014/main" val="2904372801"/>
                    </a:ext>
                  </a:extLst>
                </a:gridCol>
                <a:gridCol w="1216819">
                  <a:extLst>
                    <a:ext uri="{9D8B030D-6E8A-4147-A177-3AD203B41FA5}">
                      <a16:colId xmlns:a16="http://schemas.microsoft.com/office/drawing/2014/main" val="2397008030"/>
                    </a:ext>
                  </a:extLst>
                </a:gridCol>
                <a:gridCol w="1216819">
                  <a:extLst>
                    <a:ext uri="{9D8B030D-6E8A-4147-A177-3AD203B41FA5}">
                      <a16:colId xmlns:a16="http://schemas.microsoft.com/office/drawing/2014/main" val="1522518313"/>
                    </a:ext>
                  </a:extLst>
                </a:gridCol>
                <a:gridCol w="1216819">
                  <a:extLst>
                    <a:ext uri="{9D8B030D-6E8A-4147-A177-3AD203B41FA5}">
                      <a16:colId xmlns:a16="http://schemas.microsoft.com/office/drawing/2014/main" val="1957167059"/>
                    </a:ext>
                  </a:extLst>
                </a:gridCol>
              </a:tblGrid>
              <a:tr h="238125">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gridSpan="3">
                  <a:txBody>
                    <a:bodyPr/>
                    <a:lstStyle/>
                    <a:p>
                      <a:pPr algn="ctr" fontAlgn="ctr">
                        <a:buNone/>
                      </a:pPr>
                      <a:r>
                        <a:rPr lang="ja-JP" sz="1100" u="none" strike="noStrike">
                          <a:effectLst/>
                        </a:rPr>
                        <a:t>2D</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ja-JP" sz="1100" u="none" strike="noStrike">
                          <a:effectLst/>
                        </a:rPr>
                        <a:t>3D</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65513046"/>
                  </a:ext>
                </a:extLst>
              </a:tr>
              <a:tr h="238125">
                <a:tc>
                  <a:txBody>
                    <a:bodyPr/>
                    <a:lstStyle/>
                    <a:p>
                      <a:pPr algn="l" fontAlgn="ctr">
                        <a:buNone/>
                      </a:pP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区間</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frame5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frame103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変化率(%)</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frame5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frame103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変化率(%)</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677823355"/>
                  </a:ext>
                </a:extLst>
              </a:tr>
              <a:tr h="238125">
                <a:tc rowSpan="6">
                  <a:txBody>
                    <a:bodyPr/>
                    <a:lstStyle/>
                    <a:p>
                      <a:pPr algn="ctr" fontAlgn="ctr">
                        <a:buNone/>
                      </a:pPr>
                      <a:r>
                        <a:rPr lang="ja-JP" sz="1100" u="none" strike="noStrike" dirty="0">
                          <a:effectLst/>
                        </a:rPr>
                        <a:t>拡張</a:t>
                      </a:r>
                      <a:r>
                        <a:rPr lang="ja-JP" altLang="en-US" sz="1100" u="none" strike="noStrike" dirty="0">
                          <a:effectLst/>
                        </a:rPr>
                        <a:t>後</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背0-背1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73.11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86.59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18.43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0.652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0.989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51.78</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4188871776"/>
                  </a:ext>
                </a:extLst>
              </a:tr>
              <a:tr h="238125">
                <a:tc vMerge="1">
                  <a:txBody>
                    <a:bodyPr/>
                    <a:lstStyle/>
                    <a:p>
                      <a:endParaRPr kumimoji="1" lang="ja-JP" altLang="en-US"/>
                    </a:p>
                  </a:txBody>
                  <a:tcPr/>
                </a:tc>
                <a:tc>
                  <a:txBody>
                    <a:bodyPr/>
                    <a:lstStyle/>
                    <a:p>
                      <a:pPr algn="l" fontAlgn="ctr">
                        <a:buNone/>
                      </a:pPr>
                      <a:r>
                        <a:rPr lang="ja-JP" sz="1100" u="none" strike="noStrike">
                          <a:effectLst/>
                        </a:rPr>
                        <a:t>背1-背2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34.41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63.38</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84.21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0.351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0.565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60.66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864663606"/>
                  </a:ext>
                </a:extLst>
              </a:tr>
              <a:tr h="238125">
                <a:tc vMerge="1">
                  <a:txBody>
                    <a:bodyPr/>
                    <a:lstStyle/>
                    <a:p>
                      <a:endParaRPr kumimoji="1" lang="ja-JP" altLang="en-US"/>
                    </a:p>
                  </a:txBody>
                  <a:tcPr/>
                </a:tc>
                <a:tc>
                  <a:txBody>
                    <a:bodyPr/>
                    <a:lstStyle/>
                    <a:p>
                      <a:pPr algn="l" fontAlgn="ctr">
                        <a:buNone/>
                      </a:pPr>
                      <a:r>
                        <a:rPr lang="ja-JP" sz="1100" u="none" strike="noStrike">
                          <a:effectLst/>
                        </a:rPr>
                        <a:t>背2-背3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27.98</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16.14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-42.32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0.362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0.227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-37.17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281391023"/>
                  </a:ext>
                </a:extLst>
              </a:tr>
              <a:tr h="238125">
                <a:tc vMerge="1">
                  <a:txBody>
                    <a:bodyPr/>
                    <a:lstStyle/>
                    <a:p>
                      <a:endParaRPr kumimoji="1" lang="ja-JP" altLang="en-US"/>
                    </a:p>
                  </a:txBody>
                  <a:tcPr/>
                </a:tc>
                <a:tc>
                  <a:txBody>
                    <a:bodyPr/>
                    <a:lstStyle/>
                    <a:p>
                      <a:pPr algn="l" fontAlgn="ctr">
                        <a:buNone/>
                      </a:pPr>
                      <a:r>
                        <a:rPr lang="ja-JP" sz="1100" u="none" strike="noStrike">
                          <a:effectLst/>
                        </a:rPr>
                        <a:t>背3-背4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70.83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35.66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-49.65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0.650</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0.263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-59.57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923735355"/>
                  </a:ext>
                </a:extLst>
              </a:tr>
              <a:tr h="238125">
                <a:tc vMerge="1">
                  <a:txBody>
                    <a:bodyPr/>
                    <a:lstStyle/>
                    <a:p>
                      <a:endParaRPr kumimoji="1" lang="ja-JP" altLang="en-US"/>
                    </a:p>
                  </a:txBody>
                  <a:tcPr/>
                </a:tc>
                <a:tc>
                  <a:txBody>
                    <a:bodyPr/>
                    <a:lstStyle/>
                    <a:p>
                      <a:pPr algn="l" fontAlgn="ctr">
                        <a:buNone/>
                      </a:pPr>
                      <a:r>
                        <a:rPr lang="ja-JP" sz="1100" u="none" strike="noStrike">
                          <a:effectLst/>
                        </a:rPr>
                        <a:t>背4-背5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44.61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52.57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17.85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0.355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0.371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4.555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311023425"/>
                  </a:ext>
                </a:extLst>
              </a:tr>
              <a:tr h="238125">
                <a:tc vMerge="1">
                  <a:txBody>
                    <a:bodyPr/>
                    <a:lstStyle/>
                    <a:p>
                      <a:endParaRPr kumimoji="1" lang="ja-JP" altLang="en-US"/>
                    </a:p>
                  </a:txBody>
                  <a:tcPr/>
                </a:tc>
                <a:tc>
                  <a:txBody>
                    <a:bodyPr/>
                    <a:lstStyle/>
                    <a:p>
                      <a:pPr algn="l" fontAlgn="ctr">
                        <a:buNone/>
                      </a:pPr>
                      <a:r>
                        <a:rPr lang="ja-JP" sz="1100" u="none" strike="noStrike">
                          <a:effectLst/>
                        </a:rPr>
                        <a:t>背0〜背5 合計</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250.9</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254.3</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1.358</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2.370</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2.415</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1.909</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757587878"/>
                  </a:ext>
                </a:extLst>
              </a:tr>
              <a:tr h="238125">
                <a:tc rowSpan="4">
                  <a:txBody>
                    <a:bodyPr/>
                    <a:lstStyle/>
                    <a:p>
                      <a:pPr algn="ctr" fontAlgn="ctr">
                        <a:buNone/>
                      </a:pPr>
                      <a:r>
                        <a:rPr lang="ja-JP" sz="1100" u="none" strike="noStrike" dirty="0">
                          <a:effectLst/>
                        </a:rPr>
                        <a:t>拡張</a:t>
                      </a:r>
                      <a:r>
                        <a:rPr lang="ja-JP" altLang="en-US" sz="1100" u="none" strike="noStrike" dirty="0">
                          <a:effectLst/>
                        </a:rPr>
                        <a:t>前</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肩-腰(17点,2Dのみ)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188.9</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162.8</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-13.84</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976063545"/>
                  </a:ext>
                </a:extLst>
              </a:tr>
              <a:tr h="238125">
                <a:tc vMerge="1">
                  <a:txBody>
                    <a:bodyPr/>
                    <a:lstStyle/>
                    <a:p>
                      <a:endParaRPr kumimoji="1" lang="ja-JP" altLang="en-US"/>
                    </a:p>
                  </a:txBody>
                  <a:tcPr/>
                </a:tc>
                <a:tc gridSpan="3">
                  <a:txBody>
                    <a:bodyPr/>
                    <a:lstStyle/>
                    <a:p>
                      <a:pPr algn="l" fontAlgn="ctr">
                        <a:buNone/>
                      </a:pPr>
                      <a:r>
                        <a:rPr lang="ja-JP" sz="1100" u="none" strike="noStrike">
                          <a:effectLst/>
                        </a:rPr>
                        <a:t>腰-中間(17点,3Dのみ)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0.356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0.302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-15.16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40809233"/>
                  </a:ext>
                </a:extLst>
              </a:tr>
              <a:tr h="238125">
                <a:tc vMerge="1">
                  <a:txBody>
                    <a:bodyPr/>
                    <a:lstStyle/>
                    <a:p>
                      <a:endParaRPr kumimoji="1" lang="ja-JP" altLang="en-US"/>
                    </a:p>
                  </a:txBody>
                  <a:tcPr/>
                </a:tc>
                <a:tc gridSpan="3">
                  <a:txBody>
                    <a:bodyPr/>
                    <a:lstStyle/>
                    <a:p>
                      <a:pPr algn="l" fontAlgn="ctr">
                        <a:buNone/>
                      </a:pPr>
                      <a:r>
                        <a:rPr lang="ja-JP" sz="1100" u="none" strike="noStrike">
                          <a:effectLst/>
                        </a:rPr>
                        <a:t>中間-首(17点,3Dのみ)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0.552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0.469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-15.17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245365324"/>
                  </a:ext>
                </a:extLst>
              </a:tr>
              <a:tr h="238125">
                <a:tc vMerge="1">
                  <a:txBody>
                    <a:bodyPr/>
                    <a:lstStyle/>
                    <a:p>
                      <a:endParaRPr kumimoji="1" lang="ja-JP" altLang="en-US"/>
                    </a:p>
                  </a:txBody>
                  <a:tcPr/>
                </a:tc>
                <a:tc gridSpan="3">
                  <a:txBody>
                    <a:bodyPr/>
                    <a:lstStyle/>
                    <a:p>
                      <a:pPr algn="l" fontAlgn="ctr">
                        <a:buNone/>
                      </a:pPr>
                      <a:r>
                        <a:rPr lang="ja-JP" sz="1100" u="none" strike="noStrike">
                          <a:effectLst/>
                        </a:rPr>
                        <a:t>腰-中間-首 合計(17点,3Dのみ)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0.909</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0.771</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-15.17</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273721537"/>
                  </a:ext>
                </a:extLst>
              </a:tr>
            </a:tbl>
          </a:graphicData>
        </a:graphic>
      </p:graphicFrame>
      <p:sp>
        <p:nvSpPr>
          <p:cNvPr id="15" name="TextBox 3">
            <a:extLst>
              <a:ext uri="{FF2B5EF4-FFF2-40B4-BE49-F238E27FC236}">
                <a16:creationId xmlns:a16="http://schemas.microsoft.com/office/drawing/2014/main" id="{2BB44548-3206-945A-9AB6-E1FD1B751101}"/>
              </a:ext>
            </a:extLst>
          </p:cNvPr>
          <p:cNvSpPr txBox="1"/>
          <p:nvPr/>
        </p:nvSpPr>
        <p:spPr>
          <a:xfrm>
            <a:off x="564598" y="5716475"/>
            <a:ext cx="7798238"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各キーポイントのずれを打ち消し合って、恒常性を再現できている</a:t>
            </a:r>
          </a:p>
        </p:txBody>
      </p:sp>
      <p:graphicFrame>
        <p:nvGraphicFramePr>
          <p:cNvPr id="17" name="表 16">
            <a:extLst>
              <a:ext uri="{FF2B5EF4-FFF2-40B4-BE49-F238E27FC236}">
                <a16:creationId xmlns:a16="http://schemas.microsoft.com/office/drawing/2014/main" id="{1F759231-A72B-D3A1-BD39-CA2C5A655271}"/>
              </a:ext>
            </a:extLst>
          </p:cNvPr>
          <p:cNvGraphicFramePr>
            <a:graphicFrameLocks noGrp="1"/>
          </p:cNvGraphicFramePr>
          <p:nvPr>
            <p:extLst>
              <p:ext uri="{D42A27DB-BD31-4B8C-83A1-F6EECF244321}">
                <p14:modId xmlns:p14="http://schemas.microsoft.com/office/powerpoint/2010/main" val="2190461073"/>
              </p:ext>
            </p:extLst>
          </p:nvPr>
        </p:nvGraphicFramePr>
        <p:xfrm>
          <a:off x="571315" y="2486574"/>
          <a:ext cx="6303050" cy="2946329"/>
        </p:xfrm>
        <a:graphic>
          <a:graphicData uri="http://schemas.openxmlformats.org/drawingml/2006/table">
            <a:tbl>
              <a:tblPr/>
              <a:tblGrid>
                <a:gridCol w="1260610">
                  <a:extLst>
                    <a:ext uri="{9D8B030D-6E8A-4147-A177-3AD203B41FA5}">
                      <a16:colId xmlns:a16="http://schemas.microsoft.com/office/drawing/2014/main" val="48478473"/>
                    </a:ext>
                  </a:extLst>
                </a:gridCol>
                <a:gridCol w="1260610">
                  <a:extLst>
                    <a:ext uri="{9D8B030D-6E8A-4147-A177-3AD203B41FA5}">
                      <a16:colId xmlns:a16="http://schemas.microsoft.com/office/drawing/2014/main" val="1050306300"/>
                    </a:ext>
                  </a:extLst>
                </a:gridCol>
                <a:gridCol w="1260610">
                  <a:extLst>
                    <a:ext uri="{9D8B030D-6E8A-4147-A177-3AD203B41FA5}">
                      <a16:colId xmlns:a16="http://schemas.microsoft.com/office/drawing/2014/main" val="3013198130"/>
                    </a:ext>
                  </a:extLst>
                </a:gridCol>
                <a:gridCol w="1260610">
                  <a:extLst>
                    <a:ext uri="{9D8B030D-6E8A-4147-A177-3AD203B41FA5}">
                      <a16:colId xmlns:a16="http://schemas.microsoft.com/office/drawing/2014/main" val="1354526650"/>
                    </a:ext>
                  </a:extLst>
                </a:gridCol>
                <a:gridCol w="1260610">
                  <a:extLst>
                    <a:ext uri="{9D8B030D-6E8A-4147-A177-3AD203B41FA5}">
                      <a16:colId xmlns:a16="http://schemas.microsoft.com/office/drawing/2014/main" val="3279276876"/>
                    </a:ext>
                  </a:extLst>
                </a:gridCol>
              </a:tblGrid>
              <a:tr h="581081">
                <a:tc>
                  <a:txBody>
                    <a:bodyPr/>
                    <a:lstStyle/>
                    <a:p>
                      <a:pPr algn="l" rtl="0" fontAlgn="t">
                        <a:buNone/>
                      </a:pPr>
                      <a:r>
                        <a:rPr lang="ja-JP" sz="1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800" b="0" i="0" u="none" strike="noStrike" dirty="0">
                          <a:solidFill>
                            <a:srgbClr val="FFFFFF"/>
                          </a:solidFill>
                          <a:effectLst/>
                          <a:latin typeface="BIZ UDGothic" panose="020B0400000000000000" pitchFamily="49" charset="-128"/>
                          <a:ea typeface="BIZ UDGothic" panose="020B0400000000000000" pitchFamily="49" charset="-128"/>
                        </a:rPr>
                        <a:t>区間</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600" b="0" i="0" u="none" strike="noStrike" dirty="0">
                          <a:solidFill>
                            <a:srgbClr val="FFFFFF"/>
                          </a:solidFill>
                          <a:effectLst/>
                          <a:latin typeface="游ゴシック" panose="020B0400000000000000" pitchFamily="50" charset="-128"/>
                          <a:ea typeface="游ゴシック" panose="020B0400000000000000" pitchFamily="50" charset="-128"/>
                        </a:rPr>
                        <a:t>フレーム</a:t>
                      </a:r>
                      <a:r>
                        <a:rPr lang="ja-JP" sz="1600" b="0" i="0" u="none" strike="noStrike" dirty="0">
                          <a:solidFill>
                            <a:srgbClr val="FFFFFF"/>
                          </a:solidFill>
                          <a:effectLst/>
                          <a:latin typeface="Segoe UI" panose="020B0502040204020203" pitchFamily="34" charset="0"/>
                          <a:ea typeface="游ゴシック" panose="020B0400000000000000" pitchFamily="50" charset="-128"/>
                        </a:rPr>
                        <a:t>5</a:t>
                      </a:r>
                      <a:endParaRPr lang="ja-JP" sz="1600" b="0"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600" b="0" i="0" u="none" strike="noStrike" dirty="0">
                          <a:solidFill>
                            <a:srgbClr val="FFFFFF"/>
                          </a:solidFill>
                          <a:effectLst/>
                          <a:latin typeface="游ゴシック" panose="020B0400000000000000" pitchFamily="50" charset="-128"/>
                          <a:ea typeface="游ゴシック" panose="020B0400000000000000" pitchFamily="50" charset="-128"/>
                        </a:rPr>
                        <a:t>フレーム</a:t>
                      </a:r>
                      <a:r>
                        <a:rPr lang="ja-JP" sz="1600" b="0" i="0" u="none" strike="noStrike" dirty="0">
                          <a:solidFill>
                            <a:srgbClr val="FFFFFF"/>
                          </a:solidFill>
                          <a:effectLst/>
                          <a:latin typeface="Segoe UI" panose="020B0502040204020203" pitchFamily="34" charset="0"/>
                          <a:ea typeface="游ゴシック" panose="020B0400000000000000" pitchFamily="50" charset="-128"/>
                        </a:rPr>
                        <a:t>103</a:t>
                      </a:r>
                      <a:endParaRPr lang="ja-JP" sz="1600" b="0"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fontAlgn="t">
                        <a:buNone/>
                      </a:pPr>
                      <a:r>
                        <a:rPr lang="ja-JP" sz="1600" b="0" i="0" u="none" strike="noStrike" dirty="0">
                          <a:solidFill>
                            <a:schemeClr val="bg1"/>
                          </a:solidFill>
                          <a:effectLst/>
                          <a:latin typeface="游ゴシック" panose="020B0400000000000000" pitchFamily="50" charset="-128"/>
                          <a:ea typeface="游ゴシック" panose="020B0400000000000000" pitchFamily="50" charset="-128"/>
                        </a:rPr>
                        <a:t>変化率(%)</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extLst>
                  <a:ext uri="{0D108BD9-81ED-4DB2-BD59-A6C34878D82A}">
                    <a16:rowId xmlns:a16="http://schemas.microsoft.com/office/drawing/2014/main" val="3536278531"/>
                  </a:ext>
                </a:extLst>
              </a:tr>
              <a:tr h="302817">
                <a:tc rowSpan="3">
                  <a:txBody>
                    <a:bodyPr/>
                    <a:lstStyle/>
                    <a:p>
                      <a:pPr algn="ctr" fontAlgn="t">
                        <a:buNone/>
                      </a:pPr>
                      <a:r>
                        <a:rPr lang="ja-JP" sz="1600" b="0" i="0" u="none" strike="noStrike" dirty="0">
                          <a:solidFill>
                            <a:srgbClr val="0B0B0B"/>
                          </a:solidFill>
                          <a:effectLst/>
                          <a:latin typeface="ＭＳ ゴシック" panose="020B0609070205080204" pitchFamily="49" charset="-128"/>
                          <a:ea typeface="ＭＳ ゴシック" panose="020B0609070205080204" pitchFamily="49" charset="-128"/>
                        </a:rPr>
                        <a:t>拡張前</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L1'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0.56</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0.43</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-23.51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12658232"/>
                  </a:ext>
                </a:extLst>
              </a:tr>
              <a:tr h="294633">
                <a:tc vMerge="1">
                  <a:txBody>
                    <a:bodyPr/>
                    <a:lstStyle/>
                    <a:p>
                      <a:endParaRPr kumimoji="1" lang="ja-JP" altLang="en-US"/>
                    </a:p>
                  </a:txBody>
                  <a:tcPr/>
                </a:tc>
                <a:tc>
                  <a:txBody>
                    <a:bodyPr/>
                    <a:lstStyle/>
                    <a:p>
                      <a:pPr algn="ct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L2'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0.37</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0.29</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-20.85</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86107754"/>
                  </a:ext>
                </a:extLst>
              </a:tr>
              <a:tr h="294633">
                <a:tc vMerge="1">
                  <a:txBody>
                    <a:bodyPr/>
                    <a:lstStyle/>
                    <a:p>
                      <a:endParaRPr kumimoji="1" lang="ja-JP" altLang="en-US"/>
                    </a:p>
                  </a:txBody>
                  <a:tcPr/>
                </a:tc>
                <a:tc>
                  <a:txBody>
                    <a:bodyPr/>
                    <a:lstStyle/>
                    <a:p>
                      <a:pPr algn="ct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 </a:t>
                      </a:r>
                      <a:r>
                        <a:rPr lang="ja-JP" sz="1600" b="0" i="0" u="none" strike="noStrike" dirty="0">
                          <a:solidFill>
                            <a:srgbClr val="0B0B0B"/>
                          </a:solidFill>
                          <a:effectLst/>
                          <a:latin typeface="ＭＳ ゴシック" panose="020B0609070205080204" pitchFamily="49" charset="-128"/>
                          <a:ea typeface="ＭＳ ゴシック" panose="020B0609070205080204" pitchFamily="49" charset="-128"/>
                        </a:rPr>
                        <a:t>合計</a:t>
                      </a:r>
                      <a:endParaRPr lang="ja-JP" sz="1600" b="0" i="0" u="none" strike="noStrike" dirty="0">
                        <a:solidFill>
                          <a:srgbClr val="0B0B0B"/>
                        </a:solidFill>
                        <a:effectLst/>
                        <a:latin typeface="Segoe UI" panose="020B0502040204020203" pitchFamily="34" charset="0"/>
                        <a:ea typeface="游ゴシック" panose="020B0400000000000000" pitchFamily="50" charset="-128"/>
                      </a:endParaRP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0.92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0.72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0" i="0" u="none" strike="noStrike" dirty="0">
                          <a:solidFill>
                            <a:srgbClr val="FF0000"/>
                          </a:solidFill>
                          <a:effectLst/>
                          <a:latin typeface="Segoe UI" panose="020B0502040204020203" pitchFamily="34" charset="0"/>
                          <a:ea typeface="游ゴシック" panose="020B0400000000000000" pitchFamily="50" charset="-128"/>
                        </a:rPr>
                        <a:t>-22.46</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610484375"/>
                  </a:ext>
                </a:extLst>
              </a:tr>
              <a:tr h="294633">
                <a:tc rowSpan="5">
                  <a:txBody>
                    <a:bodyPr/>
                    <a:lstStyle/>
                    <a:p>
                      <a:pPr algn="ctr" fontAlgn="t">
                        <a:buNone/>
                      </a:pPr>
                      <a:r>
                        <a:rPr lang="ja-JP" sz="1600" b="0" i="0" u="none" strike="noStrike" dirty="0">
                          <a:solidFill>
                            <a:srgbClr val="0B0B0B"/>
                          </a:solidFill>
                          <a:effectLst/>
                          <a:latin typeface="ＭＳ ゴシック" panose="020B0609070205080204" pitchFamily="49" charset="-128"/>
                          <a:ea typeface="ＭＳ ゴシック" panose="020B0609070205080204" pitchFamily="49" charset="-128"/>
                        </a:rPr>
                        <a:t>拡張後</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L1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0.36</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0.63</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73.82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2532831960"/>
                  </a:ext>
                </a:extLst>
              </a:tr>
              <a:tr h="294633">
                <a:tc vMerge="1">
                  <a:txBody>
                    <a:bodyPr/>
                    <a:lstStyle/>
                    <a:p>
                      <a:endParaRPr kumimoji="1" lang="ja-JP" altLang="en-US"/>
                    </a:p>
                  </a:txBody>
                  <a:tcPr/>
                </a:tc>
                <a:tc>
                  <a:txBody>
                    <a:bodyPr/>
                    <a:lstStyle/>
                    <a:p>
                      <a:pPr algn="ct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L2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0.35</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0.39</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11.51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3330525861"/>
                  </a:ext>
                </a:extLst>
              </a:tr>
              <a:tr h="294633">
                <a:tc vMerge="1">
                  <a:txBody>
                    <a:bodyPr/>
                    <a:lstStyle/>
                    <a:p>
                      <a:endParaRPr kumimoji="1" lang="ja-JP" altLang="en-US"/>
                    </a:p>
                  </a:txBody>
                  <a:tcPr/>
                </a:tc>
                <a:tc>
                  <a:txBody>
                    <a:bodyPr/>
                    <a:lstStyle/>
                    <a:p>
                      <a:pPr algn="ct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L3</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0.61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0.26</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-57.11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427155780"/>
                  </a:ext>
                </a:extLst>
              </a:tr>
              <a:tr h="294633">
                <a:tc vMerge="1">
                  <a:txBody>
                    <a:bodyPr/>
                    <a:lstStyle/>
                    <a:p>
                      <a:endParaRPr kumimoji="1" lang="ja-JP" altLang="en-US"/>
                    </a:p>
                  </a:txBody>
                  <a:tcPr/>
                </a:tc>
                <a:tc>
                  <a:txBody>
                    <a:bodyPr/>
                    <a:lstStyle/>
                    <a:p>
                      <a:pPr algn="ct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L4</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0.35</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0.39</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10.68</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1395949672"/>
                  </a:ext>
                </a:extLst>
              </a:tr>
              <a:tr h="294633">
                <a:tc vMerge="1">
                  <a:txBody>
                    <a:bodyPr/>
                    <a:lstStyle/>
                    <a:p>
                      <a:endParaRPr kumimoji="1" lang="ja-JP" altLang="en-US"/>
                    </a:p>
                  </a:txBody>
                  <a:tcPr/>
                </a:tc>
                <a:tc>
                  <a:txBody>
                    <a:bodyPr/>
                    <a:lstStyle/>
                    <a:p>
                      <a:pPr algn="ctr" fontAlgn="t">
                        <a:buNone/>
                      </a:pPr>
                      <a:r>
                        <a:rPr lang="ja-JP" sz="1600" b="0" i="0" u="none" strike="noStrike" dirty="0">
                          <a:solidFill>
                            <a:srgbClr val="0B0B0B"/>
                          </a:solidFill>
                          <a:effectLst/>
                          <a:latin typeface="Segoe UI" panose="020B0502040204020203" pitchFamily="34" charset="0"/>
                          <a:ea typeface="游ゴシック" panose="020B0400000000000000" pitchFamily="50" charset="-128"/>
                        </a:rPr>
                        <a:t> </a:t>
                      </a:r>
                      <a:r>
                        <a:rPr lang="ja-JP" sz="1600" b="0" i="0" u="none" strike="noStrike" dirty="0">
                          <a:solidFill>
                            <a:srgbClr val="0B0B0B"/>
                          </a:solidFill>
                          <a:effectLst/>
                          <a:latin typeface="ＭＳ ゴシック" panose="020B0609070205080204" pitchFamily="49" charset="-128"/>
                          <a:ea typeface="ＭＳ ゴシック" panose="020B0609070205080204" pitchFamily="49" charset="-128"/>
                        </a:rPr>
                        <a:t>合計</a:t>
                      </a:r>
                      <a:endParaRPr lang="ja-JP" sz="1600" b="0" i="0" u="none" strike="noStrike" dirty="0">
                        <a:solidFill>
                          <a:srgbClr val="0B0B0B"/>
                        </a:solidFill>
                        <a:effectLst/>
                        <a:latin typeface="Segoe UI" panose="020B0502040204020203" pitchFamily="34" charset="0"/>
                        <a:ea typeface="游ゴシック" panose="020B0400000000000000" pitchFamily="50" charset="-128"/>
                      </a:endParaRP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1.68</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a:solidFill>
                            <a:srgbClr val="0B0B0B"/>
                          </a:solidFill>
                          <a:effectLst/>
                          <a:latin typeface="Segoe UI" panose="020B0502040204020203" pitchFamily="34" charset="0"/>
                          <a:ea typeface="游ゴシック" panose="020B0400000000000000" pitchFamily="50" charset="-128"/>
                        </a:rPr>
                        <a:t>1.68</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0" i="0" u="none" strike="noStrike" dirty="0">
                          <a:solidFill>
                            <a:srgbClr val="FF0000"/>
                          </a:solidFill>
                          <a:effectLst/>
                          <a:latin typeface="Segoe UI" panose="020B0502040204020203" pitchFamily="34" charset="0"/>
                          <a:ea typeface="游ゴシック" panose="020B0400000000000000" pitchFamily="50" charset="-128"/>
                        </a:rPr>
                        <a:t>-0.02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3491511603"/>
                  </a:ext>
                </a:extLst>
              </a:tr>
            </a:tbl>
          </a:graphicData>
        </a:graphic>
      </p:graphicFrame>
      <p:grpSp>
        <p:nvGrpSpPr>
          <p:cNvPr id="18" name="グループ化 17">
            <a:extLst>
              <a:ext uri="{FF2B5EF4-FFF2-40B4-BE49-F238E27FC236}">
                <a16:creationId xmlns:a16="http://schemas.microsoft.com/office/drawing/2014/main" id="{B2496B3E-DCD5-5A40-47A3-24277B28EA23}"/>
              </a:ext>
            </a:extLst>
          </p:cNvPr>
          <p:cNvGrpSpPr/>
          <p:nvPr/>
        </p:nvGrpSpPr>
        <p:grpSpPr>
          <a:xfrm>
            <a:off x="8527697" y="3942939"/>
            <a:ext cx="1560711" cy="2268109"/>
            <a:chOff x="611557" y="996561"/>
            <a:chExt cx="2342443" cy="3952338"/>
          </a:xfrm>
        </p:grpSpPr>
        <p:cxnSp>
          <p:nvCxnSpPr>
            <p:cNvPr id="19" name="直線コネクタ 18">
              <a:extLst>
                <a:ext uri="{FF2B5EF4-FFF2-40B4-BE49-F238E27FC236}">
                  <a16:creationId xmlns:a16="http://schemas.microsoft.com/office/drawing/2014/main" id="{75C18341-8079-3844-6CD3-B97661CFDAB5}"/>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直線コネクタ 19">
              <a:extLst>
                <a:ext uri="{FF2B5EF4-FFF2-40B4-BE49-F238E27FC236}">
                  <a16:creationId xmlns:a16="http://schemas.microsoft.com/office/drawing/2014/main" id="{C2C1EE25-7736-6E09-4C3E-2A432287013D}"/>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直線コネクタ 20">
              <a:extLst>
                <a:ext uri="{FF2B5EF4-FFF2-40B4-BE49-F238E27FC236}">
                  <a16:creationId xmlns:a16="http://schemas.microsoft.com/office/drawing/2014/main" id="{51011B29-2B29-7BE9-B9DD-857758122164}"/>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22" name="直線コネクタ 21">
              <a:extLst>
                <a:ext uri="{FF2B5EF4-FFF2-40B4-BE49-F238E27FC236}">
                  <a16:creationId xmlns:a16="http://schemas.microsoft.com/office/drawing/2014/main" id="{9083B199-CE24-B4A5-32C1-DD9F9CEFEAEE}"/>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3F27D720-4A46-E7C1-A9D9-50CC2B6F2369}"/>
                </a:ext>
              </a:extLst>
            </p:cNvPr>
            <p:cNvCxnSpPr>
              <a:cxnSpLocks/>
              <a:endCxn id="25" idx="1"/>
            </p:cNvCxnSpPr>
            <p:nvPr/>
          </p:nvCxnSpPr>
          <p:spPr>
            <a:xfrm>
              <a:off x="1673802" y="1841765"/>
              <a:ext cx="282418" cy="788107"/>
            </a:xfrm>
            <a:prstGeom prst="line">
              <a:avLst/>
            </a:prstGeom>
            <a:ln w="28575"/>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431C35C0-764A-D149-1AB7-DCB13D2DA812}"/>
                </a:ext>
              </a:extLst>
            </p:cNvPr>
            <p:cNvCxnSpPr>
              <a:cxnSpLocks/>
            </p:cNvCxnSpPr>
            <p:nvPr/>
          </p:nvCxnSpPr>
          <p:spPr>
            <a:xfrm flipH="1">
              <a:off x="1902959" y="2718054"/>
              <a:ext cx="70371" cy="1092384"/>
            </a:xfrm>
            <a:prstGeom prst="line">
              <a:avLst/>
            </a:prstGeom>
            <a:ln w="28575"/>
          </p:spPr>
          <p:style>
            <a:lnRef idx="1">
              <a:schemeClr val="dk1"/>
            </a:lnRef>
            <a:fillRef idx="0">
              <a:schemeClr val="dk1"/>
            </a:fillRef>
            <a:effectRef idx="0">
              <a:schemeClr val="dk1"/>
            </a:effectRef>
            <a:fontRef idx="minor">
              <a:schemeClr val="tx1"/>
            </a:fontRef>
          </p:style>
        </p:cxnSp>
        <p:sp>
          <p:nvSpPr>
            <p:cNvPr id="25" name="楕円 24">
              <a:extLst>
                <a:ext uri="{FF2B5EF4-FFF2-40B4-BE49-F238E27FC236}">
                  <a16:creationId xmlns:a16="http://schemas.microsoft.com/office/drawing/2014/main" id="{075343C2-574B-E194-99BA-D547BAA2C864}"/>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A5A1774D-8F53-74B9-5926-8F150EFB85C1}"/>
                </a:ext>
              </a:extLst>
            </p:cNvPr>
            <p:cNvSpPr>
              <a:spLocks noChangeAspect="1"/>
            </p:cNvSpPr>
            <p:nvPr/>
          </p:nvSpPr>
          <p:spPr>
            <a:xfrm>
              <a:off x="1843933" y="3757432"/>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テキスト ボックス 26">
              <a:extLst>
                <a:ext uri="{FF2B5EF4-FFF2-40B4-BE49-F238E27FC236}">
                  <a16:creationId xmlns:a16="http://schemas.microsoft.com/office/drawing/2014/main" id="{44CAB761-A8B9-9968-3F82-99858955221D}"/>
                </a:ext>
              </a:extLst>
            </p:cNvPr>
            <p:cNvSpPr txBox="1"/>
            <p:nvPr/>
          </p:nvSpPr>
          <p:spPr>
            <a:xfrm>
              <a:off x="1623859" y="1449193"/>
              <a:ext cx="651132" cy="369332"/>
            </a:xfrm>
            <a:prstGeom prst="rect">
              <a:avLst/>
            </a:prstGeom>
            <a:noFill/>
          </p:spPr>
          <p:txBody>
            <a:bodyPr wrap="square" rtlCol="0">
              <a:spAutoFit/>
            </a:bodyPr>
            <a:lstStyle/>
            <a:p>
              <a:endParaRPr kumimoji="1" lang="ja-JP" altLang="en-US" dirty="0"/>
            </a:p>
          </p:txBody>
        </p:sp>
        <p:sp>
          <p:nvSpPr>
            <p:cNvPr id="28" name="テキスト ボックス 27">
              <a:extLst>
                <a:ext uri="{FF2B5EF4-FFF2-40B4-BE49-F238E27FC236}">
                  <a16:creationId xmlns:a16="http://schemas.microsoft.com/office/drawing/2014/main" id="{9FB9D72A-3780-597B-1A9A-C08AD8D03831}"/>
                </a:ext>
              </a:extLst>
            </p:cNvPr>
            <p:cNvSpPr txBox="1"/>
            <p:nvPr/>
          </p:nvSpPr>
          <p:spPr>
            <a:xfrm>
              <a:off x="1956221" y="2079227"/>
              <a:ext cx="921551" cy="643590"/>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cxnSp>
          <p:nvCxnSpPr>
            <p:cNvPr id="29" name="直線コネクタ 28">
              <a:extLst>
                <a:ext uri="{FF2B5EF4-FFF2-40B4-BE49-F238E27FC236}">
                  <a16:creationId xmlns:a16="http://schemas.microsoft.com/office/drawing/2014/main" id="{9ED3160E-DC4C-EF21-B4F8-7B3945D12176}"/>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30" name="楕円 29">
              <a:extLst>
                <a:ext uri="{FF2B5EF4-FFF2-40B4-BE49-F238E27FC236}">
                  <a16:creationId xmlns:a16="http://schemas.microsoft.com/office/drawing/2014/main" id="{8792F0F7-156F-E8BD-C647-5992934DA705}"/>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372579D9-B9FD-478A-9DD9-3E1A3CDE8064}"/>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B922DECB-F800-1C58-E315-225CF49093DD}"/>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テキスト ボックス 32">
              <a:extLst>
                <a:ext uri="{FF2B5EF4-FFF2-40B4-BE49-F238E27FC236}">
                  <a16:creationId xmlns:a16="http://schemas.microsoft.com/office/drawing/2014/main" id="{32177D38-5941-73A8-6D71-902EEE3BF3D3}"/>
                </a:ext>
              </a:extLst>
            </p:cNvPr>
            <p:cNvSpPr txBox="1"/>
            <p:nvPr/>
          </p:nvSpPr>
          <p:spPr>
            <a:xfrm>
              <a:off x="1983763" y="3337589"/>
              <a:ext cx="970237" cy="643590"/>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34" name="直線コネクタ 33">
              <a:extLst>
                <a:ext uri="{FF2B5EF4-FFF2-40B4-BE49-F238E27FC236}">
                  <a16:creationId xmlns:a16="http://schemas.microsoft.com/office/drawing/2014/main" id="{267B45D3-B856-9795-F2CF-A11960AD73EF}"/>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5" name="楕円 34">
              <a:extLst>
                <a:ext uri="{FF2B5EF4-FFF2-40B4-BE49-F238E27FC236}">
                  <a16:creationId xmlns:a16="http://schemas.microsoft.com/office/drawing/2014/main" id="{A56FEE6C-CC76-AC94-180A-B3A6440308FF}"/>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56368D64-6374-4E79-B3F5-ED056A4A8409}"/>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a:extLst>
                <a:ext uri="{FF2B5EF4-FFF2-40B4-BE49-F238E27FC236}">
                  <a16:creationId xmlns:a16="http://schemas.microsoft.com/office/drawing/2014/main" id="{B42DF0EF-9E5C-B2E8-2B67-0CA70B30CB63}"/>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34F85288-04FE-FB91-C55A-06C60867F816}"/>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39" name="楕円 38">
              <a:extLst>
                <a:ext uri="{FF2B5EF4-FFF2-40B4-BE49-F238E27FC236}">
                  <a16:creationId xmlns:a16="http://schemas.microsoft.com/office/drawing/2014/main" id="{DA8BD88C-1BC7-484B-2AA5-C3FF4F9AEEF9}"/>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24F6097D-11F4-BB48-0561-F2C602773583}"/>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F780FBE7-E2D7-BBAC-F956-6B49C814B08C}"/>
              </a:ext>
            </a:extLst>
          </p:cNvPr>
          <p:cNvGrpSpPr/>
          <p:nvPr/>
        </p:nvGrpSpPr>
        <p:grpSpPr>
          <a:xfrm>
            <a:off x="10159644" y="3987806"/>
            <a:ext cx="1638101" cy="2239956"/>
            <a:chOff x="611557" y="996561"/>
            <a:chExt cx="2249802" cy="3952338"/>
          </a:xfrm>
        </p:grpSpPr>
        <p:cxnSp>
          <p:nvCxnSpPr>
            <p:cNvPr id="42" name="直線コネクタ 41">
              <a:extLst>
                <a:ext uri="{FF2B5EF4-FFF2-40B4-BE49-F238E27FC236}">
                  <a16:creationId xmlns:a16="http://schemas.microsoft.com/office/drawing/2014/main" id="{FAC0FAA3-4078-278B-0F61-09BBBA66A1F3}"/>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直線コネクタ 42">
              <a:extLst>
                <a:ext uri="{FF2B5EF4-FFF2-40B4-BE49-F238E27FC236}">
                  <a16:creationId xmlns:a16="http://schemas.microsoft.com/office/drawing/2014/main" id="{5F58FBA2-E229-2010-D81B-2C1F13760EB7}"/>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0B73DD3A-D4A4-13A9-8785-70AEF1999719}"/>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直線コネクタ 44">
              <a:extLst>
                <a:ext uri="{FF2B5EF4-FFF2-40B4-BE49-F238E27FC236}">
                  <a16:creationId xmlns:a16="http://schemas.microsoft.com/office/drawing/2014/main" id="{39092BBD-DD22-9996-460C-EC066D3B0653}"/>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46" name="直線コネクタ 45">
              <a:extLst>
                <a:ext uri="{FF2B5EF4-FFF2-40B4-BE49-F238E27FC236}">
                  <a16:creationId xmlns:a16="http://schemas.microsoft.com/office/drawing/2014/main" id="{F8ABF979-95C5-FFDB-3B90-5A860EC810F2}"/>
                </a:ext>
              </a:extLst>
            </p:cNvPr>
            <p:cNvCxnSpPr>
              <a:cxnSpLocks/>
            </p:cNvCxnSpPr>
            <p:nvPr/>
          </p:nvCxnSpPr>
          <p:spPr>
            <a:xfrm>
              <a:off x="1673802" y="1841765"/>
              <a:ext cx="228600" cy="342900"/>
            </a:xfrm>
            <a:prstGeom prst="line">
              <a:avLst/>
            </a:prstGeom>
            <a:ln w="28575"/>
          </p:spPr>
          <p:style>
            <a:lnRef idx="1">
              <a:schemeClr val="dk1"/>
            </a:lnRef>
            <a:fillRef idx="0">
              <a:schemeClr val="dk1"/>
            </a:fillRef>
            <a:effectRef idx="0">
              <a:schemeClr val="dk1"/>
            </a:effectRef>
            <a:fontRef idx="minor">
              <a:schemeClr val="tx1"/>
            </a:fontRef>
          </p:style>
        </p:cxnSp>
        <p:cxnSp>
          <p:nvCxnSpPr>
            <p:cNvPr id="47" name="直線コネクタ 46">
              <a:extLst>
                <a:ext uri="{FF2B5EF4-FFF2-40B4-BE49-F238E27FC236}">
                  <a16:creationId xmlns:a16="http://schemas.microsoft.com/office/drawing/2014/main" id="{E991BD60-1427-FEE0-D14C-F1894F447404}"/>
                </a:ext>
              </a:extLst>
            </p:cNvPr>
            <p:cNvCxnSpPr>
              <a:cxnSpLocks/>
            </p:cNvCxnSpPr>
            <p:nvPr/>
          </p:nvCxnSpPr>
          <p:spPr>
            <a:xfrm>
              <a:off x="1902402" y="2184665"/>
              <a:ext cx="93518" cy="498764"/>
            </a:xfrm>
            <a:prstGeom prst="line">
              <a:avLst/>
            </a:prstGeom>
            <a:ln w="28575"/>
          </p:spPr>
          <p:style>
            <a:lnRef idx="1">
              <a:schemeClr val="dk1"/>
            </a:lnRef>
            <a:fillRef idx="0">
              <a:schemeClr val="dk1"/>
            </a:fillRef>
            <a:effectRef idx="0">
              <a:schemeClr val="dk1"/>
            </a:effectRef>
            <a:fontRef idx="minor">
              <a:schemeClr val="tx1"/>
            </a:fontRef>
          </p:style>
        </p:cxnSp>
        <p:cxnSp>
          <p:nvCxnSpPr>
            <p:cNvPr id="48" name="直線コネクタ 47">
              <a:extLst>
                <a:ext uri="{FF2B5EF4-FFF2-40B4-BE49-F238E27FC236}">
                  <a16:creationId xmlns:a16="http://schemas.microsoft.com/office/drawing/2014/main" id="{E3CEFC4E-E61A-9732-3AF1-E83F54A8B9B3}"/>
                </a:ext>
              </a:extLst>
            </p:cNvPr>
            <p:cNvCxnSpPr>
              <a:cxnSpLocks/>
            </p:cNvCxnSpPr>
            <p:nvPr/>
          </p:nvCxnSpPr>
          <p:spPr>
            <a:xfrm>
              <a:off x="1995920" y="2683429"/>
              <a:ext cx="0" cy="592282"/>
            </a:xfrm>
            <a:prstGeom prst="line">
              <a:avLst/>
            </a:prstGeom>
            <a:ln w="28575"/>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EA170826-109A-D114-2B9B-1609BE93B8CE}"/>
                </a:ext>
              </a:extLst>
            </p:cNvPr>
            <p:cNvCxnSpPr>
              <a:cxnSpLocks/>
            </p:cNvCxnSpPr>
            <p:nvPr/>
          </p:nvCxnSpPr>
          <p:spPr>
            <a:xfrm flipH="1">
              <a:off x="1902402" y="3189120"/>
              <a:ext cx="93518" cy="647700"/>
            </a:xfrm>
            <a:prstGeom prst="line">
              <a:avLst/>
            </a:prstGeom>
            <a:ln w="28575"/>
          </p:spPr>
          <p:style>
            <a:lnRef idx="1">
              <a:schemeClr val="dk1"/>
            </a:lnRef>
            <a:fillRef idx="0">
              <a:schemeClr val="dk1"/>
            </a:fillRef>
            <a:effectRef idx="0">
              <a:schemeClr val="dk1"/>
            </a:effectRef>
            <a:fontRef idx="minor">
              <a:schemeClr val="tx1"/>
            </a:fontRef>
          </p:style>
        </p:cxnSp>
        <p:sp>
          <p:nvSpPr>
            <p:cNvPr id="50" name="楕円 49">
              <a:extLst>
                <a:ext uri="{FF2B5EF4-FFF2-40B4-BE49-F238E27FC236}">
                  <a16:creationId xmlns:a16="http://schemas.microsoft.com/office/drawing/2014/main" id="{74DE977D-6394-6629-960D-1A6C0C2E07DC}"/>
                </a:ext>
              </a:extLst>
            </p:cNvPr>
            <p:cNvSpPr>
              <a:spLocks noChangeAspect="1"/>
            </p:cNvSpPr>
            <p:nvPr/>
          </p:nvSpPr>
          <p:spPr>
            <a:xfrm>
              <a:off x="1836874" y="2154877"/>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131FE7A5-8C40-FB8B-3CC9-343F82FA6F76}"/>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楕円 51">
              <a:extLst>
                <a:ext uri="{FF2B5EF4-FFF2-40B4-BE49-F238E27FC236}">
                  <a16:creationId xmlns:a16="http://schemas.microsoft.com/office/drawing/2014/main" id="{00EBE656-F2FA-76CD-5850-10A76DD5A15D}"/>
                </a:ext>
              </a:extLst>
            </p:cNvPr>
            <p:cNvSpPr>
              <a:spLocks noChangeAspect="1"/>
            </p:cNvSpPr>
            <p:nvPr/>
          </p:nvSpPr>
          <p:spPr>
            <a:xfrm>
              <a:off x="1939776" y="3167310"/>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楕円 52">
              <a:extLst>
                <a:ext uri="{FF2B5EF4-FFF2-40B4-BE49-F238E27FC236}">
                  <a16:creationId xmlns:a16="http://schemas.microsoft.com/office/drawing/2014/main" id="{65EFE355-0E67-6FA5-DF1D-B8204C2583CB}"/>
                </a:ext>
              </a:extLst>
            </p:cNvPr>
            <p:cNvSpPr>
              <a:spLocks noChangeAspect="1"/>
            </p:cNvSpPr>
            <p:nvPr/>
          </p:nvSpPr>
          <p:spPr>
            <a:xfrm>
              <a:off x="1842729" y="373916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07D07A8F-B1C6-A6F1-990A-9F4CB455D17F}"/>
                </a:ext>
              </a:extLst>
            </p:cNvPr>
            <p:cNvSpPr txBox="1"/>
            <p:nvPr/>
          </p:nvSpPr>
          <p:spPr>
            <a:xfrm>
              <a:off x="1836874" y="1825843"/>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sp>
          <p:nvSpPr>
            <p:cNvPr id="55" name="テキスト ボックス 54">
              <a:extLst>
                <a:ext uri="{FF2B5EF4-FFF2-40B4-BE49-F238E27FC236}">
                  <a16:creationId xmlns:a16="http://schemas.microsoft.com/office/drawing/2014/main" id="{F7C0FF82-38EC-10C3-A563-39FD949DC037}"/>
                </a:ext>
              </a:extLst>
            </p:cNvPr>
            <p:cNvSpPr txBox="1"/>
            <p:nvPr/>
          </p:nvSpPr>
          <p:spPr>
            <a:xfrm>
              <a:off x="1995919" y="2263516"/>
              <a:ext cx="765607" cy="728677"/>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56" name="直線コネクタ 55">
              <a:extLst>
                <a:ext uri="{FF2B5EF4-FFF2-40B4-BE49-F238E27FC236}">
                  <a16:creationId xmlns:a16="http://schemas.microsoft.com/office/drawing/2014/main" id="{692092FA-F62B-2BB9-D6F5-AD5ABD38774F}"/>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57" name="楕円 56">
              <a:extLst>
                <a:ext uri="{FF2B5EF4-FFF2-40B4-BE49-F238E27FC236}">
                  <a16:creationId xmlns:a16="http://schemas.microsoft.com/office/drawing/2014/main" id="{7524888A-D9FB-E64F-389D-C66A22D904B8}"/>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58" name="楕円 57">
              <a:extLst>
                <a:ext uri="{FF2B5EF4-FFF2-40B4-BE49-F238E27FC236}">
                  <a16:creationId xmlns:a16="http://schemas.microsoft.com/office/drawing/2014/main" id="{7F1432B3-0DBB-09B7-F333-8F2903609546}"/>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2EFBB767-2328-E419-289B-B48AF5EE7437}"/>
                </a:ext>
              </a:extLst>
            </p:cNvPr>
            <p:cNvSpPr txBox="1"/>
            <p:nvPr/>
          </p:nvSpPr>
          <p:spPr>
            <a:xfrm>
              <a:off x="2089436" y="2794903"/>
              <a:ext cx="771923" cy="728677"/>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L3</a:t>
              </a:r>
            </a:p>
          </p:txBody>
        </p:sp>
        <p:sp>
          <p:nvSpPr>
            <p:cNvPr id="60" name="楕円 59">
              <a:extLst>
                <a:ext uri="{FF2B5EF4-FFF2-40B4-BE49-F238E27FC236}">
                  <a16:creationId xmlns:a16="http://schemas.microsoft.com/office/drawing/2014/main" id="{7BA716EB-A805-61EF-8917-45B6C741A18E}"/>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1" name="テキスト ボックス 60">
              <a:extLst>
                <a:ext uri="{FF2B5EF4-FFF2-40B4-BE49-F238E27FC236}">
                  <a16:creationId xmlns:a16="http://schemas.microsoft.com/office/drawing/2014/main" id="{E2563EF4-9A14-0D80-825C-840B63B38D7D}"/>
                </a:ext>
              </a:extLst>
            </p:cNvPr>
            <p:cNvSpPr txBox="1"/>
            <p:nvPr/>
          </p:nvSpPr>
          <p:spPr>
            <a:xfrm>
              <a:off x="1983761" y="3337587"/>
              <a:ext cx="877596" cy="728677"/>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L4</a:t>
              </a:r>
            </a:p>
          </p:txBody>
        </p:sp>
        <p:cxnSp>
          <p:nvCxnSpPr>
            <p:cNvPr id="62" name="直線コネクタ 61">
              <a:extLst>
                <a:ext uri="{FF2B5EF4-FFF2-40B4-BE49-F238E27FC236}">
                  <a16:creationId xmlns:a16="http://schemas.microsoft.com/office/drawing/2014/main" id="{0E4D307C-60A3-1CAD-914B-2AC736D1ADFF}"/>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3" name="楕円 62">
              <a:extLst>
                <a:ext uri="{FF2B5EF4-FFF2-40B4-BE49-F238E27FC236}">
                  <a16:creationId xmlns:a16="http://schemas.microsoft.com/office/drawing/2014/main" id="{AA017C8C-CC0F-506A-B09F-8567C385CDFF}"/>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楕円 63">
              <a:extLst>
                <a:ext uri="{FF2B5EF4-FFF2-40B4-BE49-F238E27FC236}">
                  <a16:creationId xmlns:a16="http://schemas.microsoft.com/office/drawing/2014/main" id="{A68C9694-7F2F-846C-629B-2CE849190667}"/>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5" name="直線コネクタ 64">
              <a:extLst>
                <a:ext uri="{FF2B5EF4-FFF2-40B4-BE49-F238E27FC236}">
                  <a16:creationId xmlns:a16="http://schemas.microsoft.com/office/drawing/2014/main" id="{288B1C61-53A7-BC9E-1DF6-A2C92F0F5318}"/>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B54A3BC2-3CED-C5C6-E93C-1C86B8BBD6D2}"/>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67" name="楕円 66">
              <a:extLst>
                <a:ext uri="{FF2B5EF4-FFF2-40B4-BE49-F238E27FC236}">
                  <a16:creationId xmlns:a16="http://schemas.microsoft.com/office/drawing/2014/main" id="{19E26B46-49FF-2D24-7783-9FFA8E71889B}"/>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楕円 67">
              <a:extLst>
                <a:ext uri="{FF2B5EF4-FFF2-40B4-BE49-F238E27FC236}">
                  <a16:creationId xmlns:a16="http://schemas.microsoft.com/office/drawing/2014/main" id="{EEA9CF6D-E0E4-2704-7CE8-378A479D15B4}"/>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0" name="テキスト ボックス 69">
            <a:extLst>
              <a:ext uri="{FF2B5EF4-FFF2-40B4-BE49-F238E27FC236}">
                <a16:creationId xmlns:a16="http://schemas.microsoft.com/office/drawing/2014/main" id="{C20F21EB-6465-EFC9-20E8-7834E5147F94}"/>
              </a:ext>
            </a:extLst>
          </p:cNvPr>
          <p:cNvSpPr txBox="1"/>
          <p:nvPr/>
        </p:nvSpPr>
        <p:spPr>
          <a:xfrm>
            <a:off x="9305093" y="5953051"/>
            <a:ext cx="847479" cy="338554"/>
          </a:xfrm>
          <a:prstGeom prst="rect">
            <a:avLst/>
          </a:prstGeom>
          <a:noFill/>
        </p:spPr>
        <p:txBody>
          <a:bodyPr vert="horz" wrap="square" rtlCol="0">
            <a:spAutoFit/>
          </a:bodyPr>
          <a:lstStyle/>
          <a:p>
            <a:r>
              <a:rPr lang="ja-JP" altLang="en-US" sz="1600" dirty="0"/>
              <a:t>拡張前</a:t>
            </a:r>
            <a:endParaRPr lang="en-US" altLang="ja-JP" sz="1600" dirty="0"/>
          </a:p>
        </p:txBody>
      </p:sp>
      <p:sp>
        <p:nvSpPr>
          <p:cNvPr id="72" name="テキスト ボックス 71">
            <a:extLst>
              <a:ext uri="{FF2B5EF4-FFF2-40B4-BE49-F238E27FC236}">
                <a16:creationId xmlns:a16="http://schemas.microsoft.com/office/drawing/2014/main" id="{39FFB5A3-88CD-E860-EF97-CCCEEC54DC80}"/>
              </a:ext>
            </a:extLst>
          </p:cNvPr>
          <p:cNvSpPr txBox="1"/>
          <p:nvPr/>
        </p:nvSpPr>
        <p:spPr>
          <a:xfrm>
            <a:off x="11054105" y="5940690"/>
            <a:ext cx="847479" cy="338554"/>
          </a:xfrm>
          <a:prstGeom prst="rect">
            <a:avLst/>
          </a:prstGeom>
          <a:noFill/>
        </p:spPr>
        <p:txBody>
          <a:bodyPr vert="horz" wrap="square" rtlCol="0">
            <a:spAutoFit/>
          </a:bodyPr>
          <a:lstStyle/>
          <a:p>
            <a:r>
              <a:rPr lang="ja-JP" altLang="en-US" sz="1600" dirty="0"/>
              <a:t>拡張後</a:t>
            </a:r>
            <a:endParaRPr lang="en-US" altLang="ja-JP" sz="1600" dirty="0"/>
          </a:p>
        </p:txBody>
      </p:sp>
      <p:pic>
        <p:nvPicPr>
          <p:cNvPr id="74" name="図 73">
            <a:extLst>
              <a:ext uri="{FF2B5EF4-FFF2-40B4-BE49-F238E27FC236}">
                <a16:creationId xmlns:a16="http://schemas.microsoft.com/office/drawing/2014/main" id="{F20542AF-5602-DDF1-02FF-397A3057E9E5}"/>
              </a:ext>
            </a:extLst>
          </p:cNvPr>
          <p:cNvPicPr>
            <a:picLocks noChangeAspect="1"/>
          </p:cNvPicPr>
          <p:nvPr/>
        </p:nvPicPr>
        <p:blipFill>
          <a:blip r:embed="rId3">
            <a:extLst>
              <a:ext uri="{28A0092B-C50C-407E-A947-70E740481C1C}">
                <a14:useLocalDpi xmlns:a14="http://schemas.microsoft.com/office/drawing/2010/main" val="0"/>
              </a:ext>
            </a:extLst>
          </a:blip>
          <a:srcRect r="49820"/>
          <a:stretch>
            <a:fillRect/>
          </a:stretch>
        </p:blipFill>
        <p:spPr>
          <a:xfrm>
            <a:off x="7255543" y="1257744"/>
            <a:ext cx="2054834" cy="2047489"/>
          </a:xfrm>
          <a:prstGeom prst="rect">
            <a:avLst/>
          </a:prstGeom>
        </p:spPr>
      </p:pic>
      <p:pic>
        <p:nvPicPr>
          <p:cNvPr id="76" name="図 75">
            <a:extLst>
              <a:ext uri="{FF2B5EF4-FFF2-40B4-BE49-F238E27FC236}">
                <a16:creationId xmlns:a16="http://schemas.microsoft.com/office/drawing/2014/main" id="{154BBBEE-E441-5AF0-97D2-E58CE380066D}"/>
              </a:ext>
            </a:extLst>
          </p:cNvPr>
          <p:cNvPicPr>
            <a:picLocks noChangeAspect="1"/>
          </p:cNvPicPr>
          <p:nvPr/>
        </p:nvPicPr>
        <p:blipFill>
          <a:blip r:embed="rId4">
            <a:extLst>
              <a:ext uri="{28A0092B-C50C-407E-A947-70E740481C1C}">
                <a14:useLocalDpi xmlns:a14="http://schemas.microsoft.com/office/drawing/2010/main" val="0"/>
              </a:ext>
            </a:extLst>
          </a:blip>
          <a:srcRect r="50134"/>
          <a:stretch>
            <a:fillRect/>
          </a:stretch>
        </p:blipFill>
        <p:spPr>
          <a:xfrm>
            <a:off x="9487472" y="1244221"/>
            <a:ext cx="2038433" cy="2043923"/>
          </a:xfrm>
          <a:prstGeom prst="rect">
            <a:avLst/>
          </a:prstGeom>
        </p:spPr>
      </p:pic>
      <p:sp>
        <p:nvSpPr>
          <p:cNvPr id="78" name="テキスト ボックス 77">
            <a:extLst>
              <a:ext uri="{FF2B5EF4-FFF2-40B4-BE49-F238E27FC236}">
                <a16:creationId xmlns:a16="http://schemas.microsoft.com/office/drawing/2014/main" id="{D4355873-2172-5C0E-1B5F-2E2495EDD03A}"/>
              </a:ext>
            </a:extLst>
          </p:cNvPr>
          <p:cNvSpPr txBox="1"/>
          <p:nvPr/>
        </p:nvSpPr>
        <p:spPr>
          <a:xfrm>
            <a:off x="7859220" y="3278139"/>
            <a:ext cx="1211968" cy="338554"/>
          </a:xfrm>
          <a:prstGeom prst="rect">
            <a:avLst/>
          </a:prstGeom>
          <a:noFill/>
        </p:spPr>
        <p:txBody>
          <a:bodyPr vert="horz" wrap="square" rtlCol="0">
            <a:spAutoFit/>
          </a:bodyPr>
          <a:lstStyle/>
          <a:p>
            <a:r>
              <a:rPr lang="ja-JP" altLang="en-US" sz="1600" dirty="0"/>
              <a:t>フレーム</a:t>
            </a:r>
            <a:r>
              <a:rPr lang="en-US" altLang="ja-JP" sz="1600" dirty="0"/>
              <a:t>5</a:t>
            </a:r>
          </a:p>
        </p:txBody>
      </p:sp>
      <p:sp>
        <p:nvSpPr>
          <p:cNvPr id="80" name="テキスト ボックス 79">
            <a:extLst>
              <a:ext uri="{FF2B5EF4-FFF2-40B4-BE49-F238E27FC236}">
                <a16:creationId xmlns:a16="http://schemas.microsoft.com/office/drawing/2014/main" id="{50D9EDEC-0919-A051-8BC4-0B1080A2658F}"/>
              </a:ext>
            </a:extLst>
          </p:cNvPr>
          <p:cNvSpPr txBox="1"/>
          <p:nvPr/>
        </p:nvSpPr>
        <p:spPr>
          <a:xfrm>
            <a:off x="9910572" y="3244573"/>
            <a:ext cx="1443228" cy="338554"/>
          </a:xfrm>
          <a:prstGeom prst="rect">
            <a:avLst/>
          </a:prstGeom>
          <a:noFill/>
        </p:spPr>
        <p:txBody>
          <a:bodyPr vert="horz" wrap="square" rtlCol="0">
            <a:spAutoFit/>
          </a:bodyPr>
          <a:lstStyle/>
          <a:p>
            <a:r>
              <a:rPr lang="ja-JP" altLang="en-US" sz="1600" dirty="0"/>
              <a:t>フレーム</a:t>
            </a:r>
            <a:r>
              <a:rPr lang="en-US" altLang="ja-JP" sz="1600" dirty="0"/>
              <a:t>103</a:t>
            </a:r>
          </a:p>
        </p:txBody>
      </p:sp>
    </p:spTree>
    <p:extLst>
      <p:ext uri="{BB962C8B-B14F-4D97-AF65-F5344CB8AC3E}">
        <p14:creationId xmlns:p14="http://schemas.microsoft.com/office/powerpoint/2010/main" val="31510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9A4C4-F4D0-CED7-1AC7-1DC77F646006}"/>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AB81B4F-CD3E-0ED0-7F29-64FCD2ADB687}"/>
              </a:ext>
            </a:extLst>
          </p:cNvPr>
          <p:cNvSpPr>
            <a:spLocks noGrp="1"/>
          </p:cNvSpPr>
          <p:nvPr>
            <p:ph type="sldNum" sz="quarter" idx="12"/>
          </p:nvPr>
        </p:nvSpPr>
        <p:spPr/>
        <p:txBody>
          <a:bodyPr/>
          <a:lstStyle/>
          <a:p>
            <a:fld id="{465F6A33-8929-41AA-8A25-00E3AA79F1EE}" type="slidenum">
              <a:rPr lang="en-US" smtClean="0"/>
              <a:t>12</a:t>
            </a:fld>
            <a:endParaRPr lang="en-US"/>
          </a:p>
        </p:txBody>
      </p:sp>
      <p:sp>
        <p:nvSpPr>
          <p:cNvPr id="11" name="テキスト ボックス 10">
            <a:extLst>
              <a:ext uri="{FF2B5EF4-FFF2-40B4-BE49-F238E27FC236}">
                <a16:creationId xmlns:a16="http://schemas.microsoft.com/office/drawing/2014/main" id="{FD94D171-437F-84EB-FB8C-B6ADAF6C0BAF}"/>
              </a:ext>
            </a:extLst>
          </p:cNvPr>
          <p:cNvSpPr txBox="1"/>
          <p:nvPr/>
        </p:nvSpPr>
        <p:spPr>
          <a:xfrm>
            <a:off x="277091" y="258618"/>
            <a:ext cx="6465454" cy="1200329"/>
          </a:xfrm>
          <a:prstGeom prst="rect">
            <a:avLst/>
          </a:prstGeom>
          <a:noFill/>
        </p:spPr>
        <p:txBody>
          <a:bodyPr wrap="square" rtlCol="0">
            <a:spAutoFit/>
          </a:bodyPr>
          <a:lstStyle/>
          <a:p>
            <a:r>
              <a:rPr kumimoji="1" lang="ja-JP" altLang="en-US" sz="3600"/>
              <a:t>評価 </a:t>
            </a:r>
            <a:r>
              <a:rPr lang="ja-JP" altLang="en-US" sz="3600" b="1">
                <a:solidFill>
                  <a:srgbClr val="222222"/>
                </a:solidFill>
                <a:latin typeface="Noto Sans JP"/>
              </a:rPr>
              <a:t>工程③ 柔軟性</a:t>
            </a:r>
            <a:endParaRPr lang="en-US" altLang="ja-JP" sz="3600" b="1">
              <a:solidFill>
                <a:srgbClr val="222222"/>
              </a:solidFill>
              <a:latin typeface="Noto Sans JP"/>
            </a:endParaRPr>
          </a:p>
          <a:p>
            <a:endParaRPr kumimoji="1" lang="ja-JP" altLang="en-US" sz="3600"/>
          </a:p>
        </p:txBody>
      </p:sp>
      <p:cxnSp>
        <p:nvCxnSpPr>
          <p:cNvPr id="10" name="直線コネクタ 9">
            <a:extLst>
              <a:ext uri="{FF2B5EF4-FFF2-40B4-BE49-F238E27FC236}">
                <a16:creationId xmlns:a16="http://schemas.microsoft.com/office/drawing/2014/main" id="{BA6A8275-5487-D86A-20E9-CB482C8C73F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3802E31C-8F6B-DF03-DF2C-7DE164EEEE5A}"/>
              </a:ext>
            </a:extLst>
          </p:cNvPr>
          <p:cNvSpPr txBox="1"/>
          <p:nvPr/>
        </p:nvSpPr>
        <p:spPr>
          <a:xfrm>
            <a:off x="581025" y="1160121"/>
            <a:ext cx="8483399"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背中のキーポイント背</a:t>
            </a:r>
            <a:r>
              <a:rPr lang="en-US" altLang="ja-JP" sz="2000" dirty="0">
                <a:solidFill>
                  <a:srgbClr val="222222"/>
                </a:solidFill>
                <a:latin typeface="Noto Sans JP"/>
              </a:rPr>
              <a:t>0</a:t>
            </a:r>
            <a:r>
              <a:rPr lang="ja-JP" altLang="en-US" sz="2000" dirty="0">
                <a:solidFill>
                  <a:srgbClr val="222222"/>
                </a:solidFill>
                <a:latin typeface="Noto Sans JP"/>
              </a:rPr>
              <a:t>から背</a:t>
            </a:r>
            <a:r>
              <a:rPr lang="en-US" altLang="ja-JP" sz="2000" dirty="0">
                <a:solidFill>
                  <a:srgbClr val="222222"/>
                </a:solidFill>
                <a:latin typeface="Noto Sans JP"/>
              </a:rPr>
              <a:t>4</a:t>
            </a:r>
            <a:r>
              <a:rPr lang="ja-JP" altLang="en-US" sz="2000" dirty="0">
                <a:solidFill>
                  <a:srgbClr val="222222"/>
                </a:solidFill>
                <a:latin typeface="Noto Sans JP"/>
              </a:rPr>
              <a:t>までの角度を算出</a:t>
            </a:r>
            <a:endParaRPr lang="en-US" altLang="ja-JP" sz="2000" dirty="0">
              <a:solidFill>
                <a:srgbClr val="222222"/>
              </a:solidFill>
              <a:latin typeface="Noto Sans JP"/>
            </a:endParaRPr>
          </a:p>
        </p:txBody>
      </p:sp>
      <p:sp>
        <p:nvSpPr>
          <p:cNvPr id="2" name="Footer Placeholder 4">
            <a:extLst>
              <a:ext uri="{FF2B5EF4-FFF2-40B4-BE49-F238E27FC236}">
                <a16:creationId xmlns:a16="http://schemas.microsoft.com/office/drawing/2014/main" id="{40CDACBD-827E-74F7-BCCB-18A9D050288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CCE1159D-73A4-C6BE-8AA8-0E95B7339D30}"/>
              </a:ext>
            </a:extLst>
          </p:cNvPr>
          <p:cNvSpPr>
            <a:spLocks noGrp="1"/>
          </p:cNvSpPr>
          <p:nvPr>
            <p:ph type="dt" sz="half" idx="10"/>
          </p:nvPr>
        </p:nvSpPr>
        <p:spPr>
          <a:xfrm>
            <a:off x="838200" y="6449338"/>
            <a:ext cx="2743200" cy="365125"/>
          </a:xfrm>
        </p:spPr>
        <p:txBody>
          <a:bodyPr/>
          <a:lstStyle/>
          <a:p>
            <a:r>
              <a:rPr lang="en-US"/>
              <a:t>2026/9/24</a:t>
            </a:r>
          </a:p>
        </p:txBody>
      </p:sp>
      <p:pic>
        <p:nvPicPr>
          <p:cNvPr id="14" name="図 13">
            <a:extLst>
              <a:ext uri="{FF2B5EF4-FFF2-40B4-BE49-F238E27FC236}">
                <a16:creationId xmlns:a16="http://schemas.microsoft.com/office/drawing/2014/main" id="{5D3A17D9-9424-852B-A13C-0FB99AA372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3402" y="2073080"/>
            <a:ext cx="5461495" cy="3208128"/>
          </a:xfrm>
          <a:prstGeom prst="rect">
            <a:avLst/>
          </a:prstGeom>
        </p:spPr>
      </p:pic>
      <p:pic>
        <p:nvPicPr>
          <p:cNvPr id="17" name="図 16">
            <a:extLst>
              <a:ext uri="{FF2B5EF4-FFF2-40B4-BE49-F238E27FC236}">
                <a16:creationId xmlns:a16="http://schemas.microsoft.com/office/drawing/2014/main" id="{2BE397B8-C420-D958-5942-FDD0EE15C4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910" y="2073080"/>
            <a:ext cx="5461495" cy="3208128"/>
          </a:xfrm>
          <a:prstGeom prst="rect">
            <a:avLst/>
          </a:prstGeom>
        </p:spPr>
      </p:pic>
      <p:sp>
        <p:nvSpPr>
          <p:cNvPr id="12" name="TextBox 3">
            <a:extLst>
              <a:ext uri="{FF2B5EF4-FFF2-40B4-BE49-F238E27FC236}">
                <a16:creationId xmlns:a16="http://schemas.microsoft.com/office/drawing/2014/main" id="{3DB4D514-05FA-2232-35CD-D70FD084B728}"/>
              </a:ext>
            </a:extLst>
          </p:cNvPr>
          <p:cNvSpPr txBox="1"/>
          <p:nvPr/>
        </p:nvSpPr>
        <p:spPr>
          <a:xfrm>
            <a:off x="838200" y="5390102"/>
            <a:ext cx="7798238"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背</a:t>
            </a:r>
            <a:r>
              <a:rPr lang="en-US" altLang="ja-JP" sz="2000" dirty="0">
                <a:solidFill>
                  <a:srgbClr val="222222"/>
                </a:solidFill>
                <a:latin typeface="Noto Sans JP"/>
              </a:rPr>
              <a:t>0</a:t>
            </a:r>
            <a:r>
              <a:rPr lang="ja-JP" altLang="en-US" sz="2000" dirty="0">
                <a:solidFill>
                  <a:srgbClr val="222222"/>
                </a:solidFill>
                <a:latin typeface="Noto Sans JP"/>
              </a:rPr>
              <a:t>、</a:t>
            </a:r>
            <a:r>
              <a:rPr lang="en-US" altLang="ja-JP" sz="2000" dirty="0">
                <a:solidFill>
                  <a:srgbClr val="222222"/>
                </a:solidFill>
                <a:latin typeface="Noto Sans JP"/>
              </a:rPr>
              <a:t>3</a:t>
            </a:r>
            <a:r>
              <a:rPr lang="ja-JP" altLang="en-US" sz="2000" dirty="0">
                <a:solidFill>
                  <a:srgbClr val="222222"/>
                </a:solidFill>
                <a:latin typeface="Noto Sans JP"/>
              </a:rPr>
              <a:t>は相関が高かったが、背</a:t>
            </a:r>
            <a:r>
              <a:rPr lang="en-US" altLang="ja-JP" sz="2000" dirty="0">
                <a:solidFill>
                  <a:srgbClr val="222222"/>
                </a:solidFill>
                <a:latin typeface="Noto Sans JP"/>
              </a:rPr>
              <a:t>1</a:t>
            </a:r>
            <a:r>
              <a:rPr lang="ja-JP" altLang="en-US" sz="2000" dirty="0">
                <a:solidFill>
                  <a:srgbClr val="222222"/>
                </a:solidFill>
                <a:latin typeface="Noto Sans JP"/>
              </a:rPr>
              <a:t>、</a:t>
            </a:r>
            <a:r>
              <a:rPr lang="en-US" altLang="ja-JP" sz="2000" dirty="0">
                <a:solidFill>
                  <a:srgbClr val="222222"/>
                </a:solidFill>
                <a:latin typeface="Noto Sans JP"/>
              </a:rPr>
              <a:t>2</a:t>
            </a:r>
            <a:r>
              <a:rPr lang="ja-JP" altLang="en-US" sz="2000" dirty="0">
                <a:solidFill>
                  <a:srgbClr val="222222"/>
                </a:solidFill>
                <a:latin typeface="Noto Sans JP"/>
              </a:rPr>
              <a:t>、</a:t>
            </a:r>
            <a:r>
              <a:rPr lang="en-US" altLang="ja-JP" sz="2000" dirty="0">
                <a:solidFill>
                  <a:srgbClr val="222222"/>
                </a:solidFill>
                <a:latin typeface="Noto Sans JP"/>
              </a:rPr>
              <a:t>4</a:t>
            </a:r>
            <a:r>
              <a:rPr lang="ja-JP" altLang="en-US" sz="2000" dirty="0">
                <a:solidFill>
                  <a:srgbClr val="222222"/>
                </a:solidFill>
                <a:latin typeface="Noto Sans JP"/>
              </a:rPr>
              <a:t>は相関が低かった</a:t>
            </a:r>
          </a:p>
        </p:txBody>
      </p:sp>
    </p:spTree>
    <p:extLst>
      <p:ext uri="{BB962C8B-B14F-4D97-AF65-F5344CB8AC3E}">
        <p14:creationId xmlns:p14="http://schemas.microsoft.com/office/powerpoint/2010/main" val="1578321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7023-BC97-3CB3-7AEE-EE6EC050EC6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2F21B4F-640B-31D8-C6AB-05D29B735BEC}"/>
              </a:ext>
            </a:extLst>
          </p:cNvPr>
          <p:cNvSpPr>
            <a:spLocks noGrp="1"/>
          </p:cNvSpPr>
          <p:nvPr>
            <p:ph type="sldNum" sz="quarter" idx="12"/>
          </p:nvPr>
        </p:nvSpPr>
        <p:spPr/>
        <p:txBody>
          <a:bodyPr/>
          <a:lstStyle/>
          <a:p>
            <a:fld id="{465F6A33-8929-41AA-8A25-00E3AA79F1EE}" type="slidenum">
              <a:rPr lang="en-US" smtClean="0"/>
              <a:t>13</a:t>
            </a:fld>
            <a:endParaRPr lang="en-US"/>
          </a:p>
        </p:txBody>
      </p:sp>
      <p:sp>
        <p:nvSpPr>
          <p:cNvPr id="11" name="テキスト ボックス 10">
            <a:extLst>
              <a:ext uri="{FF2B5EF4-FFF2-40B4-BE49-F238E27FC236}">
                <a16:creationId xmlns:a16="http://schemas.microsoft.com/office/drawing/2014/main" id="{63D74D0C-1281-2A3C-DA5B-0FD35FA5BBDA}"/>
              </a:ext>
            </a:extLst>
          </p:cNvPr>
          <p:cNvSpPr txBox="1"/>
          <p:nvPr/>
        </p:nvSpPr>
        <p:spPr>
          <a:xfrm>
            <a:off x="277091" y="258618"/>
            <a:ext cx="6465454" cy="646331"/>
          </a:xfrm>
          <a:prstGeom prst="rect">
            <a:avLst/>
          </a:prstGeom>
          <a:noFill/>
        </p:spPr>
        <p:txBody>
          <a:bodyPr wrap="square" rtlCol="0">
            <a:spAutoFit/>
          </a:bodyPr>
          <a:lstStyle/>
          <a:p>
            <a:r>
              <a:rPr kumimoji="1" lang="ja-JP" altLang="en-US" sz="3600" dirty="0"/>
              <a:t>評価 </a:t>
            </a:r>
            <a:r>
              <a:rPr lang="ja-JP" altLang="en-US" sz="3600" b="1" dirty="0">
                <a:solidFill>
                  <a:srgbClr val="222222"/>
                </a:solidFill>
                <a:latin typeface="Noto Sans JP"/>
              </a:rPr>
              <a:t>工程③ 柔軟性</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94B0A09B-B481-0150-328F-ABD7F9B0EB3A}"/>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411FAA94-0048-A0E7-156A-10400225C5D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FEA77378-0A9F-0567-ABBF-87025D39CBD4}"/>
              </a:ext>
            </a:extLst>
          </p:cNvPr>
          <p:cNvSpPr>
            <a:spLocks noGrp="1"/>
          </p:cNvSpPr>
          <p:nvPr>
            <p:ph type="dt" sz="half" idx="10"/>
          </p:nvPr>
        </p:nvSpPr>
        <p:spPr>
          <a:xfrm>
            <a:off x="838200" y="6449338"/>
            <a:ext cx="2743200" cy="365125"/>
          </a:xfrm>
        </p:spPr>
        <p:txBody>
          <a:bodyPr/>
          <a:lstStyle/>
          <a:p>
            <a:r>
              <a:rPr lang="en-US"/>
              <a:t>2026/9/24</a:t>
            </a:r>
          </a:p>
        </p:txBody>
      </p:sp>
      <p:sp>
        <p:nvSpPr>
          <p:cNvPr id="14" name="TextBox 3">
            <a:extLst>
              <a:ext uri="{FF2B5EF4-FFF2-40B4-BE49-F238E27FC236}">
                <a16:creationId xmlns:a16="http://schemas.microsoft.com/office/drawing/2014/main" id="{2075733D-A357-11C4-9F42-F58982D1DAE7}"/>
              </a:ext>
            </a:extLst>
          </p:cNvPr>
          <p:cNvSpPr txBox="1"/>
          <p:nvPr/>
        </p:nvSpPr>
        <p:spPr>
          <a:xfrm>
            <a:off x="581025" y="5686262"/>
            <a:ext cx="75723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見かけ上は、背中の湾曲にあった推定ができている</a:t>
            </a:r>
          </a:p>
        </p:txBody>
      </p:sp>
      <p:pic>
        <p:nvPicPr>
          <p:cNvPr id="24" name="17pt_camera1_cropped">
            <a:hlinkClick r:id="" action="ppaction://media"/>
            <a:extLst>
              <a:ext uri="{FF2B5EF4-FFF2-40B4-BE49-F238E27FC236}">
                <a16:creationId xmlns:a16="http://schemas.microsoft.com/office/drawing/2014/main" id="{89EFB701-5360-FC2E-51B6-BD76862CC3A2}"/>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863666" y="1231613"/>
            <a:ext cx="3810211" cy="3810211"/>
          </a:xfrm>
          <a:prstGeom prst="rect">
            <a:avLst/>
          </a:prstGeom>
        </p:spPr>
      </p:pic>
      <p:pic>
        <p:nvPicPr>
          <p:cNvPr id="25" name="19pt_camera1_cropped">
            <a:hlinkClick r:id="" action="ppaction://media"/>
            <a:extLst>
              <a:ext uri="{FF2B5EF4-FFF2-40B4-BE49-F238E27FC236}">
                <a16:creationId xmlns:a16="http://schemas.microsoft.com/office/drawing/2014/main" id="{1806D804-C21B-7389-A642-2BBE9EF6DD12}"/>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485683" y="1225680"/>
            <a:ext cx="3810209" cy="3810209"/>
          </a:xfrm>
          <a:prstGeom prst="rect">
            <a:avLst/>
          </a:prstGeom>
        </p:spPr>
      </p:pic>
      <p:sp>
        <p:nvSpPr>
          <p:cNvPr id="27" name="テキスト ボックス 26">
            <a:extLst>
              <a:ext uri="{FF2B5EF4-FFF2-40B4-BE49-F238E27FC236}">
                <a16:creationId xmlns:a16="http://schemas.microsoft.com/office/drawing/2014/main" id="{A5D6F99F-8A88-FB2B-E2B0-D1C8740F3CA1}"/>
              </a:ext>
            </a:extLst>
          </p:cNvPr>
          <p:cNvSpPr txBox="1"/>
          <p:nvPr/>
        </p:nvSpPr>
        <p:spPr>
          <a:xfrm>
            <a:off x="3345031" y="5152634"/>
            <a:ext cx="847479" cy="338554"/>
          </a:xfrm>
          <a:prstGeom prst="rect">
            <a:avLst/>
          </a:prstGeom>
          <a:noFill/>
        </p:spPr>
        <p:txBody>
          <a:bodyPr vert="horz" wrap="square" rtlCol="0">
            <a:spAutoFit/>
          </a:bodyPr>
          <a:lstStyle/>
          <a:p>
            <a:r>
              <a:rPr lang="ja-JP" altLang="en-US" sz="1600" dirty="0"/>
              <a:t>拡張前</a:t>
            </a:r>
            <a:endParaRPr lang="en-US" altLang="ja-JP" sz="1600" dirty="0"/>
          </a:p>
        </p:txBody>
      </p:sp>
      <p:sp>
        <p:nvSpPr>
          <p:cNvPr id="29" name="テキスト ボックス 28">
            <a:extLst>
              <a:ext uri="{FF2B5EF4-FFF2-40B4-BE49-F238E27FC236}">
                <a16:creationId xmlns:a16="http://schemas.microsoft.com/office/drawing/2014/main" id="{4BD6AF18-122E-8937-F855-C0C122A8AAE3}"/>
              </a:ext>
            </a:extLst>
          </p:cNvPr>
          <p:cNvSpPr txBox="1"/>
          <p:nvPr/>
        </p:nvSpPr>
        <p:spPr>
          <a:xfrm>
            <a:off x="7967047" y="5161545"/>
            <a:ext cx="847479" cy="338554"/>
          </a:xfrm>
          <a:prstGeom prst="rect">
            <a:avLst/>
          </a:prstGeom>
          <a:noFill/>
        </p:spPr>
        <p:txBody>
          <a:bodyPr vert="horz" wrap="square" rtlCol="0">
            <a:spAutoFit/>
          </a:bodyPr>
          <a:lstStyle/>
          <a:p>
            <a:r>
              <a:rPr lang="ja-JP" altLang="en-US" sz="1600" dirty="0"/>
              <a:t>拡張後</a:t>
            </a:r>
            <a:endParaRPr lang="en-US" altLang="ja-JP" sz="1600" dirty="0"/>
          </a:p>
        </p:txBody>
      </p:sp>
    </p:spTree>
    <p:extLst>
      <p:ext uri="{BB962C8B-B14F-4D97-AF65-F5344CB8AC3E}">
        <p14:creationId xmlns:p14="http://schemas.microsoft.com/office/powerpoint/2010/main" val="62803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084" fill="hold"/>
                                        <p:tgtEl>
                                          <p:spTgt spid="2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6084"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4"/>
                </p:tgtEl>
              </p:cMediaNode>
            </p:video>
            <p:seq concurrent="1" nextAc="seek">
              <p:cTn id="12" restart="whenNotActive" fill="hold" evtFilter="cancelBubble" nodeType="interactiveSeq">
                <p:stCondLst>
                  <p:cond evt="onClick" delay="0">
                    <p:tgtEl>
                      <p:spTgt spid="2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4"/>
                                        </p:tgtEl>
                                      </p:cBhvr>
                                    </p:cmd>
                                  </p:childTnLst>
                                </p:cTn>
                              </p:par>
                            </p:childTnLst>
                          </p:cTn>
                        </p:par>
                      </p:childTnLst>
                    </p:cTn>
                  </p:par>
                </p:childTnLst>
              </p:cTn>
              <p:nextCondLst>
                <p:cond evt="onClick" delay="0">
                  <p:tgtEl>
                    <p:spTgt spid="24"/>
                  </p:tgtEl>
                </p:cond>
              </p:nextCondLst>
            </p:seq>
            <p:video>
              <p:cMediaNode vol="80000">
                <p:cTn id="17" fill="hold" display="0">
                  <p:stCondLst>
                    <p:cond delay="indefinite"/>
                  </p:stCondLst>
                </p:cTn>
                <p:tgtEl>
                  <p:spTgt spid="25"/>
                </p:tgtEl>
              </p:cMediaNode>
            </p:video>
            <p:seq concurrent="1" nextAc="seek">
              <p:cTn id="18" restart="whenNotActive" fill="hold" evtFilter="cancelBubble" nodeType="interactiveSeq">
                <p:stCondLst>
                  <p:cond evt="onClick" delay="0">
                    <p:tgtEl>
                      <p:spTgt spid="2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5"/>
                                        </p:tgtEl>
                                      </p:cBhvr>
                                    </p:cmd>
                                  </p:childTnLst>
                                </p:cTn>
                              </p:par>
                            </p:childTnLst>
                          </p:cTn>
                        </p:par>
                      </p:childTnLst>
                    </p:cTn>
                  </p:par>
                </p:childTnLst>
              </p:cTn>
              <p:nextCondLst>
                <p:cond evt="onClick" delay="0">
                  <p:tgtEl>
                    <p:spTgt spid="2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9495-881B-22D2-8C7A-107E45E5096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93BC1D-3A25-B0B1-6CAB-E93C3EC2883A}"/>
              </a:ext>
            </a:extLst>
          </p:cNvPr>
          <p:cNvSpPr>
            <a:spLocks noGrp="1"/>
          </p:cNvSpPr>
          <p:nvPr>
            <p:ph type="sldNum" sz="quarter" idx="12"/>
          </p:nvPr>
        </p:nvSpPr>
        <p:spPr/>
        <p:txBody>
          <a:bodyPr/>
          <a:lstStyle/>
          <a:p>
            <a:fld id="{465F6A33-8929-41AA-8A25-00E3AA79F1EE}" type="slidenum">
              <a:rPr lang="en-US" smtClean="0"/>
              <a:t>14</a:t>
            </a:fld>
            <a:endParaRPr lang="en-US"/>
          </a:p>
        </p:txBody>
      </p:sp>
      <p:sp>
        <p:nvSpPr>
          <p:cNvPr id="11" name="テキスト ボックス 10">
            <a:extLst>
              <a:ext uri="{FF2B5EF4-FFF2-40B4-BE49-F238E27FC236}">
                <a16:creationId xmlns:a16="http://schemas.microsoft.com/office/drawing/2014/main" id="{06140BCD-47BF-7E01-E735-469E650F861A}"/>
              </a:ext>
            </a:extLst>
          </p:cNvPr>
          <p:cNvSpPr txBox="1"/>
          <p:nvPr/>
        </p:nvSpPr>
        <p:spPr>
          <a:xfrm>
            <a:off x="277090" y="258618"/>
            <a:ext cx="11520657" cy="646331"/>
          </a:xfrm>
          <a:prstGeom prst="rect">
            <a:avLst/>
          </a:prstGeom>
          <a:noFill/>
        </p:spPr>
        <p:txBody>
          <a:bodyPr wrap="square" rtlCol="0">
            <a:spAutoFit/>
          </a:bodyPr>
          <a:lstStyle/>
          <a:p>
            <a:r>
              <a:rPr kumimoji="1" lang="ja-JP" altLang="en-US" sz="3600"/>
              <a:t>評価 </a:t>
            </a:r>
            <a:r>
              <a:rPr lang="ja-JP" altLang="en-US" sz="3600" b="1">
                <a:solidFill>
                  <a:srgbClr val="222222"/>
                </a:solidFill>
                <a:latin typeface="Noto Sans JP"/>
              </a:rPr>
              <a:t>工程③セルフオクルージョン</a:t>
            </a:r>
            <a:endParaRPr kumimoji="1" lang="ja-JP" altLang="en-US" sz="3600"/>
          </a:p>
        </p:txBody>
      </p:sp>
      <p:cxnSp>
        <p:nvCxnSpPr>
          <p:cNvPr id="10" name="直線コネクタ 9">
            <a:extLst>
              <a:ext uri="{FF2B5EF4-FFF2-40B4-BE49-F238E27FC236}">
                <a16:creationId xmlns:a16="http://schemas.microsoft.com/office/drawing/2014/main" id="{DAC74646-5ACF-0BF0-66BF-81D5BBB8BDA6}"/>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28A44BE0-645D-98CB-ADC1-1261899A37A0}"/>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11456585-B97F-5D86-4B3D-03E5C00CF854}"/>
              </a:ext>
            </a:extLst>
          </p:cNvPr>
          <p:cNvSpPr>
            <a:spLocks noGrp="1"/>
          </p:cNvSpPr>
          <p:nvPr>
            <p:ph type="dt" sz="half" idx="10"/>
          </p:nvPr>
        </p:nvSpPr>
        <p:spPr>
          <a:xfrm>
            <a:off x="838200" y="6449338"/>
            <a:ext cx="2743200" cy="365125"/>
          </a:xfrm>
        </p:spPr>
        <p:txBody>
          <a:bodyPr/>
          <a:lstStyle/>
          <a:p>
            <a:r>
              <a:rPr lang="en-US"/>
              <a:t>2026/9/24</a:t>
            </a:r>
          </a:p>
        </p:txBody>
      </p:sp>
      <p:sp>
        <p:nvSpPr>
          <p:cNvPr id="8" name="TextBox 3">
            <a:extLst>
              <a:ext uri="{FF2B5EF4-FFF2-40B4-BE49-F238E27FC236}">
                <a16:creationId xmlns:a16="http://schemas.microsoft.com/office/drawing/2014/main" id="{1C683C20-B0E8-9AA0-6473-A02CD4D92A54}"/>
              </a:ext>
            </a:extLst>
          </p:cNvPr>
          <p:cNvSpPr txBox="1"/>
          <p:nvPr/>
        </p:nvSpPr>
        <p:spPr>
          <a:xfrm>
            <a:off x="581025" y="1160121"/>
            <a:ext cx="10772775" cy="615553"/>
          </a:xfrm>
          <a:prstGeom prst="rect">
            <a:avLst/>
          </a:prstGeom>
          <a:noFill/>
        </p:spPr>
        <p:txBody>
          <a:bodyPr wrap="square" lIns="0" tIns="0" rIns="0" bIns="0" anchor="t">
            <a:spAutoFit/>
          </a:bodyPr>
          <a:lstStyle/>
          <a:p>
            <a:pPr>
              <a:lnSpc>
                <a:spcPts val="2400"/>
              </a:lnSpc>
            </a:pPr>
            <a:r>
              <a:rPr lang="ja-JP" altLang="en-US" sz="2000" dirty="0"/>
              <a:t>テスト用のデータセットが同一の動作を異なる視点から姿勢推定し、セルフオクルージョンに対する精度を比較</a:t>
            </a:r>
            <a:endParaRPr lang="en-US" altLang="ja-JP" sz="2000" dirty="0">
              <a:solidFill>
                <a:srgbClr val="222222"/>
              </a:solidFill>
              <a:latin typeface="Noto Sans JP"/>
            </a:endParaRPr>
          </a:p>
        </p:txBody>
      </p:sp>
      <p:sp>
        <p:nvSpPr>
          <p:cNvPr id="19" name="TextBox 3">
            <a:extLst>
              <a:ext uri="{FF2B5EF4-FFF2-40B4-BE49-F238E27FC236}">
                <a16:creationId xmlns:a16="http://schemas.microsoft.com/office/drawing/2014/main" id="{10DE92CB-C10D-34E8-65EF-AD8958E0F19D}"/>
              </a:ext>
            </a:extLst>
          </p:cNvPr>
          <p:cNvSpPr txBox="1"/>
          <p:nvPr/>
        </p:nvSpPr>
        <p:spPr>
          <a:xfrm>
            <a:off x="433110" y="5828177"/>
            <a:ext cx="75723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セルフオクルージョンに対する精度の向上を確認できなかった</a:t>
            </a:r>
          </a:p>
        </p:txBody>
      </p:sp>
      <p:pic>
        <p:nvPicPr>
          <p:cNvPr id="3" name="17pt_camera1_cropped">
            <a:hlinkClick r:id="" action="ppaction://media"/>
            <a:extLst>
              <a:ext uri="{FF2B5EF4-FFF2-40B4-BE49-F238E27FC236}">
                <a16:creationId xmlns:a16="http://schemas.microsoft.com/office/drawing/2014/main" id="{B97B10DA-E9C7-B097-5E67-60C16FD340DA}"/>
              </a:ext>
            </a:extLst>
          </p:cNvPr>
          <p:cNvPicPr>
            <a:picLocks noChangeAspect="1"/>
          </p:cNvPicPr>
          <p:nvPr>
            <a:videoFile r:link="rId1"/>
            <p:extLst>
              <p:ext uri="{DAA4B4D4-6D71-4841-9C94-3DE7FCFB9230}">
                <p14:media xmlns:p14="http://schemas.microsoft.com/office/powerpoint/2010/main" r:embed="rId2">
                  <p14:trim end="13084"/>
                </p14:media>
              </p:ext>
            </p:extLst>
          </p:nvPr>
        </p:nvPicPr>
        <p:blipFill>
          <a:blip r:embed="rId6"/>
          <a:stretch>
            <a:fillRect/>
          </a:stretch>
        </p:blipFill>
        <p:spPr>
          <a:xfrm>
            <a:off x="2141460" y="1946417"/>
            <a:ext cx="3503270" cy="3503270"/>
          </a:xfrm>
          <a:prstGeom prst="rect">
            <a:avLst/>
          </a:prstGeom>
        </p:spPr>
      </p:pic>
      <p:pic>
        <p:nvPicPr>
          <p:cNvPr id="12" name="19pt_camera1_cropped">
            <a:hlinkClick r:id="" action="ppaction://media"/>
            <a:extLst>
              <a:ext uri="{FF2B5EF4-FFF2-40B4-BE49-F238E27FC236}">
                <a16:creationId xmlns:a16="http://schemas.microsoft.com/office/drawing/2014/main" id="{4E21A75B-F4C1-CD40-AAB5-3AF51683E0DB}"/>
              </a:ext>
            </a:extLst>
          </p:cNvPr>
          <p:cNvPicPr>
            <a:picLocks noChangeAspect="1"/>
          </p:cNvPicPr>
          <p:nvPr>
            <a:videoFile r:link="rId1"/>
            <p:extLst>
              <p:ext uri="{DAA4B4D4-6D71-4841-9C94-3DE7FCFB9230}">
                <p14:media xmlns:p14="http://schemas.microsoft.com/office/powerpoint/2010/main" r:embed="rId3">
                  <p14:trim end="13084"/>
                </p14:media>
              </p:ext>
            </p:extLst>
          </p:nvPr>
        </p:nvPicPr>
        <p:blipFill>
          <a:blip r:embed="rId7"/>
          <a:stretch>
            <a:fillRect/>
          </a:stretch>
        </p:blipFill>
        <p:spPr>
          <a:xfrm>
            <a:off x="6763477" y="1940484"/>
            <a:ext cx="3503268" cy="3503268"/>
          </a:xfrm>
          <a:prstGeom prst="rect">
            <a:avLst/>
          </a:prstGeom>
        </p:spPr>
      </p:pic>
      <p:sp>
        <p:nvSpPr>
          <p:cNvPr id="16" name="テキスト ボックス 15">
            <a:extLst>
              <a:ext uri="{FF2B5EF4-FFF2-40B4-BE49-F238E27FC236}">
                <a16:creationId xmlns:a16="http://schemas.microsoft.com/office/drawing/2014/main" id="{D4606541-C66B-0A2B-74F1-3BB28724AB79}"/>
              </a:ext>
            </a:extLst>
          </p:cNvPr>
          <p:cNvSpPr txBox="1"/>
          <p:nvPr/>
        </p:nvSpPr>
        <p:spPr>
          <a:xfrm>
            <a:off x="3531384" y="5497753"/>
            <a:ext cx="847479" cy="338554"/>
          </a:xfrm>
          <a:prstGeom prst="rect">
            <a:avLst/>
          </a:prstGeom>
          <a:noFill/>
        </p:spPr>
        <p:txBody>
          <a:bodyPr vert="horz" wrap="square" rtlCol="0">
            <a:spAutoFit/>
          </a:bodyPr>
          <a:lstStyle/>
          <a:p>
            <a:r>
              <a:rPr lang="ja-JP" altLang="en-US" sz="1600" dirty="0"/>
              <a:t>拡張前</a:t>
            </a:r>
            <a:endParaRPr lang="en-US" altLang="ja-JP" sz="1600" dirty="0"/>
          </a:p>
        </p:txBody>
      </p:sp>
      <p:sp>
        <p:nvSpPr>
          <p:cNvPr id="20" name="テキスト ボックス 19">
            <a:extLst>
              <a:ext uri="{FF2B5EF4-FFF2-40B4-BE49-F238E27FC236}">
                <a16:creationId xmlns:a16="http://schemas.microsoft.com/office/drawing/2014/main" id="{8CC88110-A86F-12F4-3E31-57A66803BE37}"/>
              </a:ext>
            </a:extLst>
          </p:cNvPr>
          <p:cNvSpPr txBox="1"/>
          <p:nvPr/>
        </p:nvSpPr>
        <p:spPr>
          <a:xfrm>
            <a:off x="8153400" y="5506664"/>
            <a:ext cx="847479" cy="338554"/>
          </a:xfrm>
          <a:prstGeom prst="rect">
            <a:avLst/>
          </a:prstGeom>
          <a:noFill/>
        </p:spPr>
        <p:txBody>
          <a:bodyPr vert="horz" wrap="square" rtlCol="0">
            <a:spAutoFit/>
          </a:bodyPr>
          <a:lstStyle/>
          <a:p>
            <a:r>
              <a:rPr lang="ja-JP" altLang="en-US" sz="1600" dirty="0"/>
              <a:t>拡張後</a:t>
            </a:r>
            <a:endParaRPr lang="en-US" altLang="ja-JP" sz="1600" dirty="0"/>
          </a:p>
        </p:txBody>
      </p:sp>
    </p:spTree>
    <p:extLst>
      <p:ext uri="{BB962C8B-B14F-4D97-AF65-F5344CB8AC3E}">
        <p14:creationId xmlns:p14="http://schemas.microsoft.com/office/powerpoint/2010/main" val="363039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0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3"/>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3"/>
                                        </p:tgtEl>
                                      </p:cBhvr>
                                    </p:cmd>
                                  </p:childTnLst>
                                </p:cTn>
                              </p:par>
                            </p:childTnLst>
                          </p:cTn>
                        </p:par>
                      </p:childTnLst>
                    </p:cTn>
                  </p:par>
                </p:childTnLst>
              </p:cTn>
              <p:nextCondLst>
                <p:cond evt="onClick" delay="0">
                  <p:tgtEl>
                    <p:spTgt spid="3"/>
                  </p:tgtEl>
                </p:cond>
              </p:nextCondLst>
            </p:seq>
            <p:seq concurrent="1" nextAc="seek">
              <p:cTn id="16" restart="whenNotActive" fill="hold" evtFilter="cancelBubble" nodeType="interactiveSeq">
                <p:stCondLst>
                  <p:cond evt="onClick" delay="0">
                    <p:tgtEl>
                      <p:spTgt spid="1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2"/>
                                        </p:tgtEl>
                                      </p:cBhvr>
                                    </p:cmd>
                                  </p:childTnLst>
                                </p:cTn>
                              </p:par>
                            </p:childTnLst>
                          </p:cTn>
                        </p:par>
                      </p:childTnLst>
                    </p:cTn>
                  </p:par>
                </p:childTnLst>
              </p:cTn>
              <p:nextCondLst>
                <p:cond evt="onClick" delay="0">
                  <p:tgtEl>
                    <p:spTgt spid="12"/>
                  </p:tgtEl>
                </p:cond>
              </p:nextCondLst>
            </p:seq>
            <p:video>
              <p:cMediaNode vol="80000">
                <p:cTn id="21" fill="hold" display="0">
                  <p:stCondLst>
                    <p:cond delay="indefinite"/>
                  </p:stCondLst>
                </p:cTn>
                <p:tgtEl>
                  <p:spTgt spid="3"/>
                </p:tgtEl>
              </p:cMediaNode>
            </p:video>
            <p:video>
              <p:cMediaNode vol="80000">
                <p:cTn id="22" fill="hold" display="0">
                  <p:stCondLst>
                    <p:cond delay="indefinite"/>
                  </p:stCondLst>
                </p:cTn>
                <p:tgtEl>
                  <p:spTgt spid="1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ECFB3-69BB-49C5-C3E4-41BBAA939F2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AEC1B1-F6B9-B6C4-782C-3C61B4C2C948}"/>
              </a:ext>
            </a:extLst>
          </p:cNvPr>
          <p:cNvSpPr>
            <a:spLocks noGrp="1"/>
          </p:cNvSpPr>
          <p:nvPr>
            <p:ph type="sldNum" sz="quarter" idx="12"/>
          </p:nvPr>
        </p:nvSpPr>
        <p:spPr/>
        <p:txBody>
          <a:bodyPr/>
          <a:lstStyle/>
          <a:p>
            <a:fld id="{465F6A33-8929-41AA-8A25-00E3AA79F1EE}" type="slidenum">
              <a:rPr lang="en-US" smtClean="0"/>
              <a:t>15</a:t>
            </a:fld>
            <a:endParaRPr lang="en-US"/>
          </a:p>
        </p:txBody>
      </p:sp>
      <p:sp>
        <p:nvSpPr>
          <p:cNvPr id="11" name="テキスト ボックス 10">
            <a:extLst>
              <a:ext uri="{FF2B5EF4-FFF2-40B4-BE49-F238E27FC236}">
                <a16:creationId xmlns:a16="http://schemas.microsoft.com/office/drawing/2014/main" id="{BD7F2914-19A2-0536-564A-DD3721539646}"/>
              </a:ext>
            </a:extLst>
          </p:cNvPr>
          <p:cNvSpPr txBox="1"/>
          <p:nvPr/>
        </p:nvSpPr>
        <p:spPr>
          <a:xfrm>
            <a:off x="277091" y="258618"/>
            <a:ext cx="6465454" cy="646331"/>
          </a:xfrm>
          <a:prstGeom prst="rect">
            <a:avLst/>
          </a:prstGeom>
          <a:noFill/>
        </p:spPr>
        <p:txBody>
          <a:bodyPr wrap="square" rtlCol="0">
            <a:spAutoFit/>
          </a:bodyPr>
          <a:lstStyle/>
          <a:p>
            <a:r>
              <a:rPr kumimoji="1" lang="ja-JP" altLang="en-US" sz="3600"/>
              <a:t>まとめ・今後の課題</a:t>
            </a:r>
          </a:p>
        </p:txBody>
      </p:sp>
      <p:cxnSp>
        <p:nvCxnSpPr>
          <p:cNvPr id="10" name="直線コネクタ 9">
            <a:extLst>
              <a:ext uri="{FF2B5EF4-FFF2-40B4-BE49-F238E27FC236}">
                <a16:creationId xmlns:a16="http://schemas.microsoft.com/office/drawing/2014/main" id="{BC9A0A62-72AF-FDD0-BB97-BC53C8910D6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AFE01174-DB34-5F27-EDE1-8C2E45A7CC3B}"/>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106AF545-2C35-05AA-B323-A7AD4089A0DC}"/>
              </a:ext>
            </a:extLst>
          </p:cNvPr>
          <p:cNvSpPr>
            <a:spLocks noGrp="1"/>
          </p:cNvSpPr>
          <p:nvPr>
            <p:ph type="dt" sz="half" idx="10"/>
          </p:nvPr>
        </p:nvSpPr>
        <p:spPr>
          <a:xfrm>
            <a:off x="838200" y="6449338"/>
            <a:ext cx="2743200" cy="365125"/>
          </a:xfrm>
        </p:spPr>
        <p:txBody>
          <a:bodyPr/>
          <a:lstStyle/>
          <a:p>
            <a:r>
              <a:rPr lang="en-US"/>
              <a:t>2026/9/24</a:t>
            </a:r>
          </a:p>
        </p:txBody>
      </p:sp>
      <p:sp>
        <p:nvSpPr>
          <p:cNvPr id="5" name="TextBox 3">
            <a:extLst>
              <a:ext uri="{FF2B5EF4-FFF2-40B4-BE49-F238E27FC236}">
                <a16:creationId xmlns:a16="http://schemas.microsoft.com/office/drawing/2014/main" id="{481F3886-3DE3-76F0-1C75-EB43A3572131}"/>
              </a:ext>
            </a:extLst>
          </p:cNvPr>
          <p:cNvSpPr txBox="1"/>
          <p:nvPr/>
        </p:nvSpPr>
        <p:spPr>
          <a:xfrm>
            <a:off x="581024" y="1533525"/>
            <a:ext cx="10772775" cy="4411464"/>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まとめ</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a:t>
            </a:r>
            <a:r>
              <a:rPr lang="ja-JP" altLang="ja-JP" sz="2000" dirty="0"/>
              <a:t>人体の柔軟性</a:t>
            </a:r>
            <a:r>
              <a:rPr lang="ja-JP" altLang="en-US" sz="2000" dirty="0"/>
              <a:t>と恒常性</a:t>
            </a:r>
            <a:r>
              <a:rPr lang="ja-JP" altLang="ja-JP" sz="2000" dirty="0"/>
              <a:t>を再現するのに十分な関節点をもった人体モデルの実装手法</a:t>
            </a:r>
            <a:r>
              <a:rPr lang="ja-JP" altLang="en-US" sz="2000" dirty="0"/>
              <a:t>を提案</a:t>
            </a:r>
            <a:endParaRPr lang="en-US" altLang="ja-JP" sz="2000" dirty="0"/>
          </a:p>
          <a:p>
            <a:pPr>
              <a:lnSpc>
                <a:spcPts val="2400"/>
              </a:lnSpc>
            </a:pPr>
            <a:r>
              <a:rPr lang="ja-JP" altLang="en-US" sz="2000" dirty="0">
                <a:solidFill>
                  <a:srgbClr val="222222"/>
                </a:solidFill>
                <a:latin typeface="Noto Sans JP"/>
              </a:rPr>
              <a:t>・一巡目として、</a:t>
            </a:r>
            <a:r>
              <a:rPr lang="en-US" altLang="ja-JP" sz="2000" dirty="0">
                <a:solidFill>
                  <a:srgbClr val="222222"/>
                </a:solidFill>
                <a:latin typeface="Noto Sans JP"/>
              </a:rPr>
              <a:t> 19</a:t>
            </a:r>
            <a:r>
              <a:rPr lang="ja-JP" altLang="en-US" sz="2000" dirty="0">
                <a:solidFill>
                  <a:srgbClr val="222222"/>
                </a:solidFill>
                <a:latin typeface="Noto Sans JP"/>
              </a:rPr>
              <a:t>点のキーポイントを持つモデルを作成し、データセットの拡張と追加学習を実施した</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r>
              <a:rPr lang="en-US" altLang="ja-JP" sz="2000" dirty="0">
                <a:solidFill>
                  <a:srgbClr val="222222"/>
                </a:solidFill>
                <a:latin typeface="Noto Sans JP"/>
              </a:rPr>
              <a:t>- </a:t>
            </a:r>
            <a:r>
              <a:rPr lang="ja-JP" altLang="en-US" sz="2000" dirty="0">
                <a:solidFill>
                  <a:srgbClr val="222222"/>
                </a:solidFill>
                <a:latin typeface="Noto Sans JP"/>
              </a:rPr>
              <a:t>恒常性を再現した推定が可能となった</a:t>
            </a:r>
            <a:br>
              <a:rPr lang="en-US" altLang="ja-JP" sz="2000" dirty="0">
                <a:solidFill>
                  <a:srgbClr val="222222"/>
                </a:solidFill>
                <a:latin typeface="Noto Sans JP"/>
              </a:rPr>
            </a:br>
            <a:r>
              <a:rPr lang="ja-JP" altLang="en-US" sz="2000" dirty="0">
                <a:solidFill>
                  <a:srgbClr val="222222"/>
                </a:solidFill>
                <a:latin typeface="Noto Sans JP"/>
              </a:rPr>
              <a:t>　</a:t>
            </a:r>
            <a:r>
              <a:rPr lang="en-US" altLang="ja-JP" sz="2000" dirty="0">
                <a:solidFill>
                  <a:srgbClr val="222222"/>
                </a:solidFill>
                <a:latin typeface="Noto Sans JP"/>
              </a:rPr>
              <a:t>- </a:t>
            </a:r>
            <a:r>
              <a:rPr lang="ja-JP" altLang="en-US" sz="2000" dirty="0">
                <a:solidFill>
                  <a:srgbClr val="222222"/>
                </a:solidFill>
                <a:latin typeface="Noto Sans JP"/>
              </a:rPr>
              <a:t>見かけ上は体の柔軟性を捉えている</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r>
              <a:rPr lang="en-US" altLang="ja-JP" sz="2000" dirty="0">
                <a:solidFill>
                  <a:srgbClr val="222222"/>
                </a:solidFill>
                <a:latin typeface="Noto Sans JP"/>
              </a:rPr>
              <a:t>- </a:t>
            </a:r>
            <a:r>
              <a:rPr lang="ja-JP" altLang="en-US" sz="2000" dirty="0">
                <a:solidFill>
                  <a:srgbClr val="222222"/>
                </a:solidFill>
                <a:latin typeface="Noto Sans JP"/>
              </a:rPr>
              <a:t>セルフオクルージョンに対する精度の向上は見られなかった</a:t>
            </a:r>
            <a:br>
              <a:rPr lang="en-US" altLang="ja-JP" sz="2000" dirty="0">
                <a:solidFill>
                  <a:srgbClr val="222222"/>
                </a:solidFill>
                <a:latin typeface="Noto Sans JP"/>
              </a:rPr>
            </a:br>
            <a:endParaRPr lang="en-US" altLang="ja-JP" sz="2000" dirty="0">
              <a:solidFill>
                <a:srgbClr val="222222"/>
              </a:solidFill>
              <a:latin typeface="Noto Sans JP"/>
            </a:endParaRPr>
          </a:p>
          <a:p>
            <a:pPr>
              <a:lnSpc>
                <a:spcPts val="2400"/>
              </a:lnSpc>
            </a:pPr>
            <a:r>
              <a:rPr lang="en-US" altLang="ja-JP" sz="2000" dirty="0">
                <a:solidFill>
                  <a:srgbClr val="FF0000"/>
                </a:solidFill>
                <a:latin typeface="Noto Sans JP"/>
              </a:rPr>
              <a:t>3DCG</a:t>
            </a:r>
            <a:r>
              <a:rPr lang="ja-JP" altLang="en-US" sz="2000" dirty="0">
                <a:solidFill>
                  <a:srgbClr val="FF0000"/>
                </a:solidFill>
                <a:latin typeface="Noto Sans JP"/>
              </a:rPr>
              <a:t>で作成したデータセットでも有効な追加学習が行える　</a:t>
            </a:r>
            <a:endParaRPr lang="en-US" altLang="ja-JP" sz="2000" dirty="0">
              <a:solidFill>
                <a:srgbClr val="FF0000"/>
              </a:solidFill>
              <a:latin typeface="Noto Sans JP"/>
            </a:endParaRPr>
          </a:p>
          <a:p>
            <a:pPr>
              <a:lnSpc>
                <a:spcPts val="2400"/>
              </a:lnSpc>
            </a:pPr>
            <a:r>
              <a:rPr lang="ja-JP" altLang="en-US" sz="2000" dirty="0">
                <a:solidFill>
                  <a:srgbClr val="FF0000"/>
                </a:solidFill>
                <a:latin typeface="Noto Sans JP"/>
              </a:rPr>
              <a:t>本手法により短時間で大量のデータセットを作成できた</a:t>
            </a:r>
            <a:endParaRPr lang="en-US" altLang="ja-JP" sz="2000" dirty="0">
              <a:solidFill>
                <a:srgbClr val="FF0000"/>
              </a:solidFill>
              <a:latin typeface="Noto Sans JP"/>
            </a:endParaRPr>
          </a:p>
          <a:p>
            <a:pPr>
              <a:lnSpc>
                <a:spcPts val="2400"/>
              </a:lnSpc>
            </a:pPr>
            <a:endParaRPr lang="en-US" altLang="ja-JP" sz="2000" dirty="0">
              <a:solidFill>
                <a:srgbClr val="222222"/>
              </a:solidFill>
              <a:latin typeface="Noto Sans JP"/>
            </a:endParaRPr>
          </a:p>
          <a:p>
            <a:pPr>
              <a:spcAft>
                <a:spcPts val="400"/>
              </a:spcAft>
            </a:pPr>
            <a:r>
              <a:rPr lang="ja-JP" altLang="en-US" sz="2000" b="1" dirty="0">
                <a:solidFill>
                  <a:srgbClr val="222222"/>
                </a:solidFill>
                <a:latin typeface="Noto Sans JP"/>
              </a:rPr>
              <a:t>今後の課題</a:t>
            </a:r>
            <a:endParaRPr lang="en-US" altLang="ja-JP" sz="2000" b="1" dirty="0">
              <a:solidFill>
                <a:srgbClr val="222222"/>
              </a:solidFill>
              <a:latin typeface="Noto Sans JP"/>
            </a:endParaRPr>
          </a:p>
          <a:p>
            <a:pPr>
              <a:spcAft>
                <a:spcPts val="400"/>
              </a:spcAft>
            </a:pPr>
            <a:r>
              <a:rPr lang="ja-JP" altLang="en-US" sz="2000" dirty="0">
                <a:solidFill>
                  <a:srgbClr val="222222"/>
                </a:solidFill>
                <a:latin typeface="Noto Sans JP"/>
              </a:rPr>
              <a:t>・セルフオクルージョンに対する精度向上がなされなかった原因の解析</a:t>
            </a:r>
            <a:endParaRPr lang="en-US" altLang="ja-JP" sz="2000" dirty="0">
              <a:solidFill>
                <a:srgbClr val="222222"/>
              </a:solidFill>
              <a:latin typeface="Noto Sans JP"/>
            </a:endParaRPr>
          </a:p>
          <a:p>
            <a:pPr>
              <a:spcAft>
                <a:spcPts val="400"/>
              </a:spcAft>
            </a:pPr>
            <a:r>
              <a:rPr lang="ja-JP" altLang="en-US" sz="2000" dirty="0">
                <a:solidFill>
                  <a:srgbClr val="222222"/>
                </a:solidFill>
                <a:latin typeface="Noto Sans JP"/>
              </a:rPr>
              <a:t>・実用的なデータセット、モデルを拡張する適切な観点を検討</a:t>
            </a:r>
            <a:endParaRPr lang="en-US" altLang="ja-JP" sz="2000" dirty="0">
              <a:solidFill>
                <a:srgbClr val="222222"/>
              </a:solidFill>
              <a:latin typeface="Noto Sans JP"/>
            </a:endParaRPr>
          </a:p>
        </p:txBody>
      </p:sp>
    </p:spTree>
    <p:extLst>
      <p:ext uri="{BB962C8B-B14F-4D97-AF65-F5344CB8AC3E}">
        <p14:creationId xmlns:p14="http://schemas.microsoft.com/office/powerpoint/2010/main" val="1265696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753483A-1BF5-B0D3-F5BE-30E67BF6AA56}"/>
              </a:ext>
            </a:extLst>
          </p:cNvPr>
          <p:cNvSpPr>
            <a:spLocks noGrp="1"/>
          </p:cNvSpPr>
          <p:nvPr>
            <p:ph type="dt" sz="half" idx="10"/>
          </p:nvPr>
        </p:nvSpPr>
        <p:spPr/>
        <p:txBody>
          <a:bodyPr/>
          <a:lstStyle/>
          <a:p>
            <a:r>
              <a:rPr lang="en-US"/>
              <a:t>2022/2/2</a:t>
            </a:r>
          </a:p>
        </p:txBody>
      </p:sp>
      <p:sp>
        <p:nvSpPr>
          <p:cNvPr id="3" name="フッター プレースホルダー 2">
            <a:extLst>
              <a:ext uri="{FF2B5EF4-FFF2-40B4-BE49-F238E27FC236}">
                <a16:creationId xmlns:a16="http://schemas.microsoft.com/office/drawing/2014/main" id="{95331615-3F72-D582-0A93-E11B7E6110B5}"/>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4" name="スライド番号プレースホルダー 3">
            <a:extLst>
              <a:ext uri="{FF2B5EF4-FFF2-40B4-BE49-F238E27FC236}">
                <a16:creationId xmlns:a16="http://schemas.microsoft.com/office/drawing/2014/main" id="{21E4D8E4-DD1F-8BEE-CF87-2F2FAEB3F46A}"/>
              </a:ext>
            </a:extLst>
          </p:cNvPr>
          <p:cNvSpPr>
            <a:spLocks noGrp="1"/>
          </p:cNvSpPr>
          <p:nvPr>
            <p:ph type="sldNum" sz="quarter" idx="12"/>
          </p:nvPr>
        </p:nvSpPr>
        <p:spPr/>
        <p:txBody>
          <a:bodyPr/>
          <a:lstStyle/>
          <a:p>
            <a:fld id="{465F6A33-8929-41AA-8A25-00E3AA79F1EE}" type="slidenum">
              <a:rPr lang="en-US" smtClean="0"/>
              <a:t>16</a:t>
            </a:fld>
            <a:endParaRPr lang="en-US"/>
          </a:p>
        </p:txBody>
      </p:sp>
      <p:sp>
        <p:nvSpPr>
          <p:cNvPr id="14" name="楕円 13">
            <a:extLst>
              <a:ext uri="{FF2B5EF4-FFF2-40B4-BE49-F238E27FC236}">
                <a16:creationId xmlns:a16="http://schemas.microsoft.com/office/drawing/2014/main" id="{BF9519EE-8142-1421-E50F-7C8239D6E166}"/>
              </a:ext>
            </a:extLst>
          </p:cNvPr>
          <p:cNvSpPr>
            <a:spLocks noChangeAspect="1"/>
          </p:cNvSpPr>
          <p:nvPr/>
        </p:nvSpPr>
        <p:spPr>
          <a:xfrm>
            <a:off x="4274127" y="2304357"/>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2" name="グループ化 91">
            <a:extLst>
              <a:ext uri="{FF2B5EF4-FFF2-40B4-BE49-F238E27FC236}">
                <a16:creationId xmlns:a16="http://schemas.microsoft.com/office/drawing/2014/main" id="{8CDB6550-A2D9-BB32-EA87-F81E9729B936}"/>
              </a:ext>
            </a:extLst>
          </p:cNvPr>
          <p:cNvGrpSpPr/>
          <p:nvPr/>
        </p:nvGrpSpPr>
        <p:grpSpPr>
          <a:xfrm>
            <a:off x="611557" y="996561"/>
            <a:ext cx="2129012" cy="3952338"/>
            <a:chOff x="611557" y="996561"/>
            <a:chExt cx="2129012" cy="3952338"/>
          </a:xfrm>
        </p:grpSpPr>
        <p:cxnSp>
          <p:nvCxnSpPr>
            <p:cNvPr id="75" name="直線コネクタ 74">
              <a:extLst>
                <a:ext uri="{FF2B5EF4-FFF2-40B4-BE49-F238E27FC236}">
                  <a16:creationId xmlns:a16="http://schemas.microsoft.com/office/drawing/2014/main" id="{266B46F3-431A-F896-77F3-0ABC0A1BC397}"/>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4615DAE9-3C8E-6660-6BEB-69EE2C08FF18}"/>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5363462A-8F5D-61C6-69FE-CE1B797B19AB}"/>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47" name="直線コネクタ 46">
              <a:extLst>
                <a:ext uri="{FF2B5EF4-FFF2-40B4-BE49-F238E27FC236}">
                  <a16:creationId xmlns:a16="http://schemas.microsoft.com/office/drawing/2014/main" id="{C5BFBE9C-400A-B7EC-BDD5-45AC49BD1B52}"/>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48" name="直線コネクタ 47">
              <a:extLst>
                <a:ext uri="{FF2B5EF4-FFF2-40B4-BE49-F238E27FC236}">
                  <a16:creationId xmlns:a16="http://schemas.microsoft.com/office/drawing/2014/main" id="{A2104CDC-FE5D-1D7E-CC73-E348066A225D}"/>
                </a:ext>
              </a:extLst>
            </p:cNvPr>
            <p:cNvCxnSpPr>
              <a:cxnSpLocks/>
            </p:cNvCxnSpPr>
            <p:nvPr/>
          </p:nvCxnSpPr>
          <p:spPr>
            <a:xfrm>
              <a:off x="1673802" y="1841765"/>
              <a:ext cx="228600" cy="342900"/>
            </a:xfrm>
            <a:prstGeom prst="line">
              <a:avLst/>
            </a:prstGeom>
            <a:ln w="28575"/>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37A74AAC-66B3-49B9-6A4C-B0D0108FD39E}"/>
                </a:ext>
              </a:extLst>
            </p:cNvPr>
            <p:cNvCxnSpPr>
              <a:cxnSpLocks/>
            </p:cNvCxnSpPr>
            <p:nvPr/>
          </p:nvCxnSpPr>
          <p:spPr>
            <a:xfrm>
              <a:off x="1902402" y="2184665"/>
              <a:ext cx="93518" cy="498764"/>
            </a:xfrm>
            <a:prstGeom prst="line">
              <a:avLst/>
            </a:prstGeom>
            <a:ln w="28575"/>
          </p:spPr>
          <p:style>
            <a:lnRef idx="1">
              <a:schemeClr val="dk1"/>
            </a:lnRef>
            <a:fillRef idx="0">
              <a:schemeClr val="dk1"/>
            </a:fillRef>
            <a:effectRef idx="0">
              <a:schemeClr val="dk1"/>
            </a:effectRef>
            <a:fontRef idx="minor">
              <a:schemeClr val="tx1"/>
            </a:fontRef>
          </p:style>
        </p:cxnSp>
        <p:cxnSp>
          <p:nvCxnSpPr>
            <p:cNvPr id="50" name="直線コネクタ 49">
              <a:extLst>
                <a:ext uri="{FF2B5EF4-FFF2-40B4-BE49-F238E27FC236}">
                  <a16:creationId xmlns:a16="http://schemas.microsoft.com/office/drawing/2014/main" id="{B58F8F08-B7B8-34E1-02A0-9B6D97AC28CD}"/>
                </a:ext>
              </a:extLst>
            </p:cNvPr>
            <p:cNvCxnSpPr>
              <a:cxnSpLocks/>
            </p:cNvCxnSpPr>
            <p:nvPr/>
          </p:nvCxnSpPr>
          <p:spPr>
            <a:xfrm>
              <a:off x="1995920" y="2683429"/>
              <a:ext cx="0" cy="592282"/>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直線コネクタ 50">
              <a:extLst>
                <a:ext uri="{FF2B5EF4-FFF2-40B4-BE49-F238E27FC236}">
                  <a16:creationId xmlns:a16="http://schemas.microsoft.com/office/drawing/2014/main" id="{93CCD3CA-B4AE-6907-237C-E31B43334656}"/>
                </a:ext>
              </a:extLst>
            </p:cNvPr>
            <p:cNvCxnSpPr>
              <a:cxnSpLocks/>
            </p:cNvCxnSpPr>
            <p:nvPr/>
          </p:nvCxnSpPr>
          <p:spPr>
            <a:xfrm flipH="1">
              <a:off x="1902402" y="3189120"/>
              <a:ext cx="93518" cy="647700"/>
            </a:xfrm>
            <a:prstGeom prst="line">
              <a:avLst/>
            </a:prstGeom>
            <a:ln w="28575"/>
          </p:spPr>
          <p:style>
            <a:lnRef idx="1">
              <a:schemeClr val="dk1"/>
            </a:lnRef>
            <a:fillRef idx="0">
              <a:schemeClr val="dk1"/>
            </a:fillRef>
            <a:effectRef idx="0">
              <a:schemeClr val="dk1"/>
            </a:effectRef>
            <a:fontRef idx="minor">
              <a:schemeClr val="tx1"/>
            </a:fontRef>
          </p:style>
        </p:cxnSp>
        <p:sp>
          <p:nvSpPr>
            <p:cNvPr id="52" name="楕円 51">
              <a:extLst>
                <a:ext uri="{FF2B5EF4-FFF2-40B4-BE49-F238E27FC236}">
                  <a16:creationId xmlns:a16="http://schemas.microsoft.com/office/drawing/2014/main" id="{49084E5B-D0D5-8314-4453-33F2BE095C8C}"/>
                </a:ext>
              </a:extLst>
            </p:cNvPr>
            <p:cNvSpPr>
              <a:spLocks noChangeAspect="1"/>
            </p:cNvSpPr>
            <p:nvPr/>
          </p:nvSpPr>
          <p:spPr>
            <a:xfrm>
              <a:off x="1836874" y="2154877"/>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楕円 52">
              <a:extLst>
                <a:ext uri="{FF2B5EF4-FFF2-40B4-BE49-F238E27FC236}">
                  <a16:creationId xmlns:a16="http://schemas.microsoft.com/office/drawing/2014/main" id="{F6858603-D1BB-3672-9F96-075BA98F5481}"/>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53CC35C8-DFD0-CFB3-E761-976ADA84B7D4}"/>
                </a:ext>
              </a:extLst>
            </p:cNvPr>
            <p:cNvSpPr>
              <a:spLocks noChangeAspect="1"/>
            </p:cNvSpPr>
            <p:nvPr/>
          </p:nvSpPr>
          <p:spPr>
            <a:xfrm>
              <a:off x="1939776" y="3167310"/>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楕円 54">
              <a:extLst>
                <a:ext uri="{FF2B5EF4-FFF2-40B4-BE49-F238E27FC236}">
                  <a16:creationId xmlns:a16="http://schemas.microsoft.com/office/drawing/2014/main" id="{E3F1E977-70C8-B8AD-898E-7441C3D21961}"/>
                </a:ext>
              </a:extLst>
            </p:cNvPr>
            <p:cNvSpPr>
              <a:spLocks noChangeAspect="1"/>
            </p:cNvSpPr>
            <p:nvPr/>
          </p:nvSpPr>
          <p:spPr>
            <a:xfrm>
              <a:off x="1842729" y="373916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36EB3FC5-5FAB-B3FB-1616-63D05DA32174}"/>
                </a:ext>
              </a:extLst>
            </p:cNvPr>
            <p:cNvSpPr txBox="1"/>
            <p:nvPr/>
          </p:nvSpPr>
          <p:spPr>
            <a:xfrm>
              <a:off x="1836874" y="1825843"/>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sp>
          <p:nvSpPr>
            <p:cNvPr id="59" name="テキスト ボックス 58">
              <a:extLst>
                <a:ext uri="{FF2B5EF4-FFF2-40B4-BE49-F238E27FC236}">
                  <a16:creationId xmlns:a16="http://schemas.microsoft.com/office/drawing/2014/main" id="{619CDD0F-EC18-9742-F24E-A93E6A43C6F2}"/>
                </a:ext>
              </a:extLst>
            </p:cNvPr>
            <p:cNvSpPr txBox="1"/>
            <p:nvPr/>
          </p:nvSpPr>
          <p:spPr>
            <a:xfrm>
              <a:off x="1995919" y="2263517"/>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60" name="直線コネクタ 59">
              <a:extLst>
                <a:ext uri="{FF2B5EF4-FFF2-40B4-BE49-F238E27FC236}">
                  <a16:creationId xmlns:a16="http://schemas.microsoft.com/office/drawing/2014/main" id="{15DFB7B9-F64C-3830-0B6A-E0657DC6B884}"/>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61" name="楕円 60">
              <a:extLst>
                <a:ext uri="{FF2B5EF4-FFF2-40B4-BE49-F238E27FC236}">
                  <a16:creationId xmlns:a16="http://schemas.microsoft.com/office/drawing/2014/main" id="{260BF586-623E-DF94-A6F7-28C6AAC96AF3}"/>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62" name="楕円 61">
              <a:extLst>
                <a:ext uri="{FF2B5EF4-FFF2-40B4-BE49-F238E27FC236}">
                  <a16:creationId xmlns:a16="http://schemas.microsoft.com/office/drawing/2014/main" id="{B58FDE9E-5F4A-0A1F-A745-C2DC9F99EEE6}"/>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8D342683-E206-BC4E-FFC0-F839DE2B397B}"/>
                </a:ext>
              </a:extLst>
            </p:cNvPr>
            <p:cNvSpPr txBox="1"/>
            <p:nvPr/>
          </p:nvSpPr>
          <p:spPr>
            <a:xfrm>
              <a:off x="2089437" y="2794904"/>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L3</a:t>
              </a:r>
            </a:p>
          </p:txBody>
        </p:sp>
        <p:sp>
          <p:nvSpPr>
            <p:cNvPr id="64" name="楕円 63">
              <a:extLst>
                <a:ext uri="{FF2B5EF4-FFF2-40B4-BE49-F238E27FC236}">
                  <a16:creationId xmlns:a16="http://schemas.microsoft.com/office/drawing/2014/main" id="{8C55D187-3EB3-5B7C-0861-2D8513F76E64}"/>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5" name="テキスト ボックス 64">
              <a:extLst>
                <a:ext uri="{FF2B5EF4-FFF2-40B4-BE49-F238E27FC236}">
                  <a16:creationId xmlns:a16="http://schemas.microsoft.com/office/drawing/2014/main" id="{206725B2-D3EB-D0BE-9270-13A196D1229F}"/>
                </a:ext>
              </a:extLst>
            </p:cNvPr>
            <p:cNvSpPr txBox="1"/>
            <p:nvPr/>
          </p:nvSpPr>
          <p:spPr>
            <a:xfrm>
              <a:off x="1983763" y="3337588"/>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L4</a:t>
              </a:r>
            </a:p>
          </p:txBody>
        </p:sp>
        <p:cxnSp>
          <p:nvCxnSpPr>
            <p:cNvPr id="69" name="直線コネクタ 68">
              <a:extLst>
                <a:ext uri="{FF2B5EF4-FFF2-40B4-BE49-F238E27FC236}">
                  <a16:creationId xmlns:a16="http://schemas.microsoft.com/office/drawing/2014/main" id="{F2DDDBA8-8A61-10B9-9854-7D8996A8E537}"/>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72" name="楕円 71">
              <a:extLst>
                <a:ext uri="{FF2B5EF4-FFF2-40B4-BE49-F238E27FC236}">
                  <a16:creationId xmlns:a16="http://schemas.microsoft.com/office/drawing/2014/main" id="{F54BDA15-6B9D-6018-0810-1AE680E8BF92}"/>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AEA594AA-6148-DD6A-2FC3-C26B58E7E121}"/>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1" name="直線コネクタ 80">
              <a:extLst>
                <a:ext uri="{FF2B5EF4-FFF2-40B4-BE49-F238E27FC236}">
                  <a16:creationId xmlns:a16="http://schemas.microsoft.com/office/drawing/2014/main" id="{ADF4A15A-039D-572B-22F5-03A88CB9D107}"/>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83" name="直線コネクタ 82">
              <a:extLst>
                <a:ext uri="{FF2B5EF4-FFF2-40B4-BE49-F238E27FC236}">
                  <a16:creationId xmlns:a16="http://schemas.microsoft.com/office/drawing/2014/main" id="{4B691066-F794-745B-DD3E-AAE58C9A77E6}"/>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88" name="楕円 87">
              <a:extLst>
                <a:ext uri="{FF2B5EF4-FFF2-40B4-BE49-F238E27FC236}">
                  <a16:creationId xmlns:a16="http://schemas.microsoft.com/office/drawing/2014/main" id="{7DB6D0EC-687B-27C0-FD63-9954FFE73621}"/>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楕円 89">
              <a:extLst>
                <a:ext uri="{FF2B5EF4-FFF2-40B4-BE49-F238E27FC236}">
                  <a16:creationId xmlns:a16="http://schemas.microsoft.com/office/drawing/2014/main" id="{9E1BD33F-7CF2-713E-2634-E75220F5E18D}"/>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3" name="グループ化 92">
            <a:extLst>
              <a:ext uri="{FF2B5EF4-FFF2-40B4-BE49-F238E27FC236}">
                <a16:creationId xmlns:a16="http://schemas.microsoft.com/office/drawing/2014/main" id="{E4E5B183-B12B-5184-4F91-5A999AF9F0CA}"/>
              </a:ext>
            </a:extLst>
          </p:cNvPr>
          <p:cNvGrpSpPr/>
          <p:nvPr/>
        </p:nvGrpSpPr>
        <p:grpSpPr>
          <a:xfrm>
            <a:off x="5031494" y="996561"/>
            <a:ext cx="2023338" cy="3952338"/>
            <a:chOff x="611557" y="996561"/>
            <a:chExt cx="2023338" cy="3952338"/>
          </a:xfrm>
        </p:grpSpPr>
        <p:cxnSp>
          <p:nvCxnSpPr>
            <p:cNvPr id="94" name="直線コネクタ 93">
              <a:extLst>
                <a:ext uri="{FF2B5EF4-FFF2-40B4-BE49-F238E27FC236}">
                  <a16:creationId xmlns:a16="http://schemas.microsoft.com/office/drawing/2014/main" id="{B13C15A2-46C0-FEAD-BEE2-4D7D5A357480}"/>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95" name="直線コネクタ 94">
              <a:extLst>
                <a:ext uri="{FF2B5EF4-FFF2-40B4-BE49-F238E27FC236}">
                  <a16:creationId xmlns:a16="http://schemas.microsoft.com/office/drawing/2014/main" id="{B96C1AE1-6213-29F9-CC93-CE093AA1B7CC}"/>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96" name="直線コネクタ 95">
              <a:extLst>
                <a:ext uri="{FF2B5EF4-FFF2-40B4-BE49-F238E27FC236}">
                  <a16:creationId xmlns:a16="http://schemas.microsoft.com/office/drawing/2014/main" id="{34021CED-BAEF-EA87-6E5A-8E9D0894EE07}"/>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97" name="直線コネクタ 96">
              <a:extLst>
                <a:ext uri="{FF2B5EF4-FFF2-40B4-BE49-F238E27FC236}">
                  <a16:creationId xmlns:a16="http://schemas.microsoft.com/office/drawing/2014/main" id="{B66F81B1-0FE8-D539-B7DA-FBCDA2BDA1B1}"/>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98" name="直線コネクタ 97">
              <a:extLst>
                <a:ext uri="{FF2B5EF4-FFF2-40B4-BE49-F238E27FC236}">
                  <a16:creationId xmlns:a16="http://schemas.microsoft.com/office/drawing/2014/main" id="{C4ABD1C5-3C30-53BD-9BFB-E442F7D5E861}"/>
                </a:ext>
              </a:extLst>
            </p:cNvPr>
            <p:cNvCxnSpPr>
              <a:cxnSpLocks/>
              <a:endCxn id="103" idx="1"/>
            </p:cNvCxnSpPr>
            <p:nvPr/>
          </p:nvCxnSpPr>
          <p:spPr>
            <a:xfrm>
              <a:off x="1673802" y="1841765"/>
              <a:ext cx="282418" cy="788107"/>
            </a:xfrm>
            <a:prstGeom prst="line">
              <a:avLst/>
            </a:prstGeom>
            <a:ln w="28575"/>
          </p:spPr>
          <p:style>
            <a:lnRef idx="1">
              <a:schemeClr val="dk1"/>
            </a:lnRef>
            <a:fillRef idx="0">
              <a:schemeClr val="dk1"/>
            </a:fillRef>
            <a:effectRef idx="0">
              <a:schemeClr val="dk1"/>
            </a:effectRef>
            <a:fontRef idx="minor">
              <a:schemeClr val="tx1"/>
            </a:fontRef>
          </p:style>
        </p:cxnSp>
        <p:cxnSp>
          <p:nvCxnSpPr>
            <p:cNvPr id="100" name="直線コネクタ 99">
              <a:extLst>
                <a:ext uri="{FF2B5EF4-FFF2-40B4-BE49-F238E27FC236}">
                  <a16:creationId xmlns:a16="http://schemas.microsoft.com/office/drawing/2014/main" id="{06AB5EC4-833F-26AA-89DC-194296D5882D}"/>
                </a:ext>
              </a:extLst>
            </p:cNvPr>
            <p:cNvCxnSpPr>
              <a:cxnSpLocks/>
            </p:cNvCxnSpPr>
            <p:nvPr/>
          </p:nvCxnSpPr>
          <p:spPr>
            <a:xfrm flipH="1">
              <a:off x="1902959" y="2718054"/>
              <a:ext cx="70371" cy="1092384"/>
            </a:xfrm>
            <a:prstGeom prst="line">
              <a:avLst/>
            </a:prstGeom>
            <a:ln w="28575"/>
          </p:spPr>
          <p:style>
            <a:lnRef idx="1">
              <a:schemeClr val="dk1"/>
            </a:lnRef>
            <a:fillRef idx="0">
              <a:schemeClr val="dk1"/>
            </a:fillRef>
            <a:effectRef idx="0">
              <a:schemeClr val="dk1"/>
            </a:effectRef>
            <a:fontRef idx="minor">
              <a:schemeClr val="tx1"/>
            </a:fontRef>
          </p:style>
        </p:cxnSp>
        <p:sp>
          <p:nvSpPr>
            <p:cNvPr id="103" name="楕円 102">
              <a:extLst>
                <a:ext uri="{FF2B5EF4-FFF2-40B4-BE49-F238E27FC236}">
                  <a16:creationId xmlns:a16="http://schemas.microsoft.com/office/drawing/2014/main" id="{CD5EB4B8-6FE2-E31E-518C-E55D639D9E46}"/>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楕円 104">
              <a:extLst>
                <a:ext uri="{FF2B5EF4-FFF2-40B4-BE49-F238E27FC236}">
                  <a16:creationId xmlns:a16="http://schemas.microsoft.com/office/drawing/2014/main" id="{8BC68E87-965D-B127-3124-42BE86F34FEC}"/>
                </a:ext>
              </a:extLst>
            </p:cNvPr>
            <p:cNvSpPr>
              <a:spLocks noChangeAspect="1"/>
            </p:cNvSpPr>
            <p:nvPr/>
          </p:nvSpPr>
          <p:spPr>
            <a:xfrm>
              <a:off x="1843933" y="3757432"/>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7" name="テキスト ボックス 106">
              <a:extLst>
                <a:ext uri="{FF2B5EF4-FFF2-40B4-BE49-F238E27FC236}">
                  <a16:creationId xmlns:a16="http://schemas.microsoft.com/office/drawing/2014/main" id="{13DA61B6-3C24-3B4A-4A3B-8CF34F805E54}"/>
                </a:ext>
              </a:extLst>
            </p:cNvPr>
            <p:cNvSpPr txBox="1"/>
            <p:nvPr/>
          </p:nvSpPr>
          <p:spPr>
            <a:xfrm>
              <a:off x="1623859" y="1449193"/>
              <a:ext cx="651132" cy="369332"/>
            </a:xfrm>
            <a:prstGeom prst="rect">
              <a:avLst/>
            </a:prstGeom>
            <a:noFill/>
          </p:spPr>
          <p:txBody>
            <a:bodyPr wrap="square" rtlCol="0">
              <a:spAutoFit/>
            </a:bodyPr>
            <a:lstStyle/>
            <a:p>
              <a:endParaRPr kumimoji="1" lang="ja-JP" altLang="en-US" dirty="0"/>
            </a:p>
          </p:txBody>
        </p:sp>
        <p:sp>
          <p:nvSpPr>
            <p:cNvPr id="109" name="テキスト ボックス 108">
              <a:extLst>
                <a:ext uri="{FF2B5EF4-FFF2-40B4-BE49-F238E27FC236}">
                  <a16:creationId xmlns:a16="http://schemas.microsoft.com/office/drawing/2014/main" id="{09650D78-120C-C180-1974-0EC0DBA76E03}"/>
                </a:ext>
              </a:extLst>
            </p:cNvPr>
            <p:cNvSpPr txBox="1"/>
            <p:nvPr/>
          </p:nvSpPr>
          <p:spPr>
            <a:xfrm>
              <a:off x="1956220" y="2079228"/>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cxnSp>
          <p:nvCxnSpPr>
            <p:cNvPr id="110" name="直線コネクタ 109">
              <a:extLst>
                <a:ext uri="{FF2B5EF4-FFF2-40B4-BE49-F238E27FC236}">
                  <a16:creationId xmlns:a16="http://schemas.microsoft.com/office/drawing/2014/main" id="{167693A0-9FB0-37CC-FFF5-BFCC30592A52}"/>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111" name="楕円 110">
              <a:extLst>
                <a:ext uri="{FF2B5EF4-FFF2-40B4-BE49-F238E27FC236}">
                  <a16:creationId xmlns:a16="http://schemas.microsoft.com/office/drawing/2014/main" id="{48D00B71-09D4-17AA-9D35-5167CBC73585}"/>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楕円 111">
              <a:extLst>
                <a:ext uri="{FF2B5EF4-FFF2-40B4-BE49-F238E27FC236}">
                  <a16:creationId xmlns:a16="http://schemas.microsoft.com/office/drawing/2014/main" id="{C616FCE6-135B-A348-FBD6-459E2E2F0FDF}"/>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楕円 113">
              <a:extLst>
                <a:ext uri="{FF2B5EF4-FFF2-40B4-BE49-F238E27FC236}">
                  <a16:creationId xmlns:a16="http://schemas.microsoft.com/office/drawing/2014/main" id="{23039A5D-4D6B-6758-2F35-B57334CB2715}"/>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5" name="テキスト ボックス 114">
              <a:extLst>
                <a:ext uri="{FF2B5EF4-FFF2-40B4-BE49-F238E27FC236}">
                  <a16:creationId xmlns:a16="http://schemas.microsoft.com/office/drawing/2014/main" id="{59FAB106-48F4-92EC-90B9-7C394C82334F}"/>
                </a:ext>
              </a:extLst>
            </p:cNvPr>
            <p:cNvSpPr txBox="1"/>
            <p:nvPr/>
          </p:nvSpPr>
          <p:spPr>
            <a:xfrm>
              <a:off x="1983763" y="3337588"/>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116" name="直線コネクタ 115">
              <a:extLst>
                <a:ext uri="{FF2B5EF4-FFF2-40B4-BE49-F238E27FC236}">
                  <a16:creationId xmlns:a16="http://schemas.microsoft.com/office/drawing/2014/main" id="{268B7DC3-2A4C-B226-5F37-7409F0BCA667}"/>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17" name="楕円 116">
              <a:extLst>
                <a:ext uri="{FF2B5EF4-FFF2-40B4-BE49-F238E27FC236}">
                  <a16:creationId xmlns:a16="http://schemas.microsoft.com/office/drawing/2014/main" id="{6651135C-955A-9E60-1EB8-0F70032D4BCE}"/>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8" name="楕円 117">
              <a:extLst>
                <a:ext uri="{FF2B5EF4-FFF2-40B4-BE49-F238E27FC236}">
                  <a16:creationId xmlns:a16="http://schemas.microsoft.com/office/drawing/2014/main" id="{C83DE1E2-4DFC-CDBA-87E2-27A137AA3679}"/>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9" name="直線コネクタ 118">
              <a:extLst>
                <a:ext uri="{FF2B5EF4-FFF2-40B4-BE49-F238E27FC236}">
                  <a16:creationId xmlns:a16="http://schemas.microsoft.com/office/drawing/2014/main" id="{C56A5324-0E77-E55C-C671-2C4231EC1848}"/>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120" name="直線コネクタ 119">
              <a:extLst>
                <a:ext uri="{FF2B5EF4-FFF2-40B4-BE49-F238E27FC236}">
                  <a16:creationId xmlns:a16="http://schemas.microsoft.com/office/drawing/2014/main" id="{DD0EA667-5E61-646F-3EB9-6ADAD75EF91F}"/>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121" name="楕円 120">
              <a:extLst>
                <a:ext uri="{FF2B5EF4-FFF2-40B4-BE49-F238E27FC236}">
                  <a16:creationId xmlns:a16="http://schemas.microsoft.com/office/drawing/2014/main" id="{825CC999-1139-FDCB-0A10-D030B23F4C04}"/>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楕円 121">
              <a:extLst>
                <a:ext uri="{FF2B5EF4-FFF2-40B4-BE49-F238E27FC236}">
                  <a16:creationId xmlns:a16="http://schemas.microsoft.com/office/drawing/2014/main" id="{EEF3AEB0-3D42-08EE-F38E-01BD4CDEC163}"/>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77527946"/>
      </p:ext>
    </p:extLst>
  </p:cSld>
  <p:clrMapOvr>
    <a:masterClrMapping/>
  </p:clrMapOvr>
</p:sld>
</file>

<file path=ppt/theme/theme1.xml><?xml version="1.0" encoding="utf-8"?>
<a:theme xmlns:a="http://schemas.openxmlformats.org/drawingml/2006/main" name="Office Theme">
  <a:themeElements>
    <a:clrScheme name="ataka">
      <a:dk1>
        <a:sysClr val="windowText" lastClr="000000"/>
      </a:dk1>
      <a:lt1>
        <a:sysClr val="window" lastClr="FFFFFF"/>
      </a:lt1>
      <a:dk2>
        <a:srgbClr val="44546A"/>
      </a:dk2>
      <a:lt2>
        <a:srgbClr val="E7E6E6"/>
      </a:lt2>
      <a:accent1>
        <a:srgbClr val="006699"/>
      </a:accent1>
      <a:accent2>
        <a:srgbClr val="FF3300"/>
      </a:accent2>
      <a:accent3>
        <a:srgbClr val="A5A5A5"/>
      </a:accent3>
      <a:accent4>
        <a:srgbClr val="FFC000"/>
      </a:accent4>
      <a:accent5>
        <a:srgbClr val="5B9BD5"/>
      </a:accent5>
      <a:accent6>
        <a:srgbClr val="70AD47"/>
      </a:accent6>
      <a:hlink>
        <a:srgbClr val="0563C1"/>
      </a:hlink>
      <a:folHlink>
        <a:srgbClr val="954F72"/>
      </a:folHlink>
    </a:clrScheme>
    <a:fontScheme name="UD Slide">
      <a:majorFont>
        <a:latin typeface="Segoe UI"/>
        <a:ea typeface="BIZ UDGothic"/>
        <a:cs typeface=""/>
      </a:majorFont>
      <a:minorFont>
        <a:latin typeface="Segoe UI"/>
        <a:ea typeface="BIZ UD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81a6398-a7c7-453b-b7c7-722cd86c103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C48C65AB480B74A898A96065A706975" ma:contentTypeVersion="16" ma:contentTypeDescription="新しいドキュメントを作成します。" ma:contentTypeScope="" ma:versionID="302ce235408e83e8265b158f2a6fb236">
  <xsd:schema xmlns:xsd="http://www.w3.org/2001/XMLSchema" xmlns:xs="http://www.w3.org/2001/XMLSchema" xmlns:p="http://schemas.microsoft.com/office/2006/metadata/properties" xmlns:ns3="981a6398-a7c7-453b-b7c7-722cd86c1035" xmlns:ns4="755413fb-6b5e-4a11-9108-91cec50f39ba" targetNamespace="http://schemas.microsoft.com/office/2006/metadata/properties" ma:root="true" ma:fieldsID="f549494a49d89a2ae1fb954d479086d8" ns3:_="" ns4:_="">
    <xsd:import namespace="981a6398-a7c7-453b-b7c7-722cd86c1035"/>
    <xsd:import namespace="755413fb-6b5e-4a11-9108-91cec50f39b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Details" minOccurs="0"/>
                <xsd:element ref="ns4:SharingHintHash" minOccurs="0"/>
                <xsd:element ref="ns4:SharedWithUsers" minOccurs="0"/>
                <xsd:element ref="ns3:MediaServiceDateTaken" minOccurs="0"/>
                <xsd:element ref="ns3:MediaLengthInSeconds" minOccurs="0"/>
                <xsd:element ref="ns3:_activity" minOccurs="0"/>
                <xsd:element ref="ns3:MediaServiceLocation"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1a6398-a7c7-453b-b7c7-722cd86c10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5413fb-6b5e-4a11-9108-91cec50f39ba" elementFormDefault="qualified">
    <xsd:import namespace="http://schemas.microsoft.com/office/2006/documentManagement/types"/>
    <xsd:import namespace="http://schemas.microsoft.com/office/infopath/2007/PartnerControls"/>
    <xsd:element name="SharedWithDetails" ma:index="14" nillable="true" ma:displayName="共有相手の詳細情報" ma:internalName="SharedWithDetails" ma:readOnly="true">
      <xsd:simpleType>
        <xsd:restriction base="dms:Note">
          <xsd:maxLength value="255"/>
        </xsd:restriction>
      </xsd:simpleType>
    </xsd:element>
    <xsd:element name="SharingHintHash" ma:index="15" nillable="true" ma:displayName="共有のヒントのハッシュ" ma:hidden="true" ma:internalName="SharingHintHash" ma:readOnly="true">
      <xsd:simpleType>
        <xsd:restriction base="dms:Text"/>
      </xsd:simpleType>
    </xsd:element>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97FFD5-1240-413C-A802-68446FC40684}">
  <ds:schemaRefs>
    <ds:schemaRef ds:uri="755413fb-6b5e-4a11-9108-91cec50f39ba"/>
    <ds:schemaRef ds:uri="http://schemas.microsoft.com/office/infopath/2007/PartnerControls"/>
    <ds:schemaRef ds:uri="981a6398-a7c7-453b-b7c7-722cd86c1035"/>
    <ds:schemaRef ds:uri="http://www.w3.org/XML/1998/namespace"/>
    <ds:schemaRef ds:uri="http://schemas.openxmlformats.org/package/2006/metadata/core-properties"/>
    <ds:schemaRef ds:uri="http://purl.org/dc/terms/"/>
    <ds:schemaRef ds:uri="http://schemas.microsoft.com/office/2006/documentManagement/types"/>
    <ds:schemaRef ds:uri="http://purl.org/dc/elements/1.1/"/>
    <ds:schemaRef ds:uri="http://purl.org/dc/dcmitype/"/>
    <ds:schemaRef ds:uri="http://schemas.microsoft.com/office/2006/metadata/properties"/>
  </ds:schemaRefs>
</ds:datastoreItem>
</file>

<file path=customXml/itemProps2.xml><?xml version="1.0" encoding="utf-8"?>
<ds:datastoreItem xmlns:ds="http://schemas.openxmlformats.org/officeDocument/2006/customXml" ds:itemID="{5B3F2EDB-B8FA-4ECB-9B99-E00F8C796FB7}">
  <ds:schemaRefs>
    <ds:schemaRef ds:uri="http://schemas.microsoft.com/sharepoint/v3/contenttype/forms"/>
  </ds:schemaRefs>
</ds:datastoreItem>
</file>

<file path=customXml/itemProps3.xml><?xml version="1.0" encoding="utf-8"?>
<ds:datastoreItem xmlns:ds="http://schemas.openxmlformats.org/officeDocument/2006/customXml" ds:itemID="{AC3AC93D-4E71-4252-83D1-BD51B3C2E1A8}">
  <ds:schemaRefs>
    <ds:schemaRef ds:uri="755413fb-6b5e-4a11-9108-91cec50f39ba"/>
    <ds:schemaRef ds:uri="981a6398-a7c7-453b-b7c7-722cd86c10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emplate>TM02900769[[fn=Retrospect]]</Template>
  <TotalTime>693</TotalTime>
  <Words>2341</Words>
  <Application>Microsoft Office PowerPoint</Application>
  <PresentationFormat>ワイド画面</PresentationFormat>
  <Paragraphs>552</Paragraphs>
  <Slides>16</Slides>
  <Notes>15</Notes>
  <HiddenSlides>0</HiddenSlides>
  <MMClips>4</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16</vt:i4>
      </vt:variant>
    </vt:vector>
  </HeadingPairs>
  <TitlesOfParts>
    <vt:vector size="27" baseType="lpstr">
      <vt:lpstr>ＭＳ Ｐゴシック</vt:lpstr>
      <vt:lpstr>Segoe WPC</vt:lpstr>
      <vt:lpstr>游ゴシック</vt:lpstr>
      <vt:lpstr>BIZ UDP明朝 Medium</vt:lpstr>
      <vt:lpstr>Segoe UI</vt:lpstr>
      <vt:lpstr>Arial</vt:lpstr>
      <vt:lpstr>Noto Sans JP</vt:lpstr>
      <vt:lpstr>ＭＳ ゴシック</vt:lpstr>
      <vt:lpstr>BIZ UDGothic</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dc:title>
  <dc:creator>ACEM2-15 ac32814x(長岡高専)</dc:creator>
  <cp:lastModifiedBy>ACEM2-21 ac37822m(長岡高専)</cp:lastModifiedBy>
  <cp:revision>1</cp:revision>
  <dcterms:created xsi:type="dcterms:W3CDTF">2022-01-28T04:44:58Z</dcterms:created>
  <dcterms:modified xsi:type="dcterms:W3CDTF">2026-09-15T15:20:46Z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0x010100AC48C65AB480B74A898A96065A706975</vt:lpwstr>
  </property>
</Properties>
</file>