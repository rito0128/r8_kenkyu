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0"/>
  </p:notesMasterIdLst>
  <p:sldIdLst>
    <p:sldId id="256" r:id="rId5"/>
    <p:sldId id="257" r:id="rId6"/>
    <p:sldId id="260" r:id="rId7"/>
    <p:sldId id="261" r:id="rId8"/>
    <p:sldId id="267" r:id="rId9"/>
    <p:sldId id="275" r:id="rId10"/>
    <p:sldId id="276" r:id="rId11"/>
    <p:sldId id="271" r:id="rId12"/>
    <p:sldId id="263" r:id="rId13"/>
    <p:sldId id="281" r:id="rId14"/>
    <p:sldId id="272" r:id="rId15"/>
    <p:sldId id="274" r:id="rId16"/>
    <p:sldId id="280" r:id="rId17"/>
    <p:sldId id="268" r:id="rId18"/>
    <p:sldId id="269" r:id="rId19"/>
  </p:sldIdLst>
  <p:sldSz cx="12192000" cy="6858000"/>
  <p:notesSz cx="6858000" cy="9144000"/>
  <p:embeddedFontLst>
    <p:embeddedFont>
      <p:font typeface="BIZ UDGothic" panose="020B0400000000000000" pitchFamily="49" charset="-128"/>
      <p:regular r:id="rId21"/>
      <p:bold r:id="rId22"/>
    </p:embeddedFont>
    <p:embeddedFont>
      <p:font typeface="BIZ UDP明朝 Medium" panose="02020500000000000000" pitchFamily="18" charset="-128"/>
      <p:regular r:id="rId23"/>
    </p:embeddedFont>
    <p:embeddedFont>
      <p:font typeface="Noto Sans JP" panose="020B0200000000000000" pitchFamily="50" charset="-128"/>
      <p:regular r:id="rId24"/>
      <p:bold r:id="rId25"/>
    </p:embeddedFont>
    <p:embeddedFont>
      <p:font typeface="Segoe UI" panose="020B0502040204020203" pitchFamily="34" charset="0"/>
      <p:regular r:id="rId26"/>
      <p:bold r:id="rId27"/>
      <p:italic r:id="rId28"/>
      <p:boldItalic r:id="rId29"/>
    </p:embeddedFont>
    <p:embeddedFont>
      <p:font typeface="游ゴシック" panose="020B0400000000000000" pitchFamily="50" charset="-128"/>
      <p:regular r:id="rId30"/>
      <p:bold r:id="rId31"/>
    </p:embeddedFont>
    <p:embeddedFont>
      <p:font typeface="游ゴシック Medium" panose="020B0500000000000000" pitchFamily="50" charset="-128"/>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57E9FD-BB0E-4FFD-845C-0790660FF506}" v="34" dt="2026-09-22T13:49:46.84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091" autoAdjust="0"/>
  </p:normalViewPr>
  <p:slideViewPr>
    <p:cSldViewPr snapToGrid="0">
      <p:cViewPr>
        <p:scale>
          <a:sx n="75" d="100"/>
          <a:sy n="75" d="100"/>
        </p:scale>
        <p:origin x="1230"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font" Target="fonts/font12.fntdata"/><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CEM2-21 ac37822m(長岡高専)" userId="45dd5a03-675d-49d7-a16d-8a5974401386" providerId="ADAL" clId="{0A89F58A-4406-444B-99B4-2490481C0A91}"/>
    <pc:docChg chg="undo custSel addSld delSld modSld sldOrd">
      <pc:chgData name="ACEM2-21 ac37822m(長岡高専)" userId="45dd5a03-675d-49d7-a16d-8a5974401386" providerId="ADAL" clId="{0A89F58A-4406-444B-99B4-2490481C0A91}" dt="2026-09-18T05:59:59.412" v="15071"/>
      <pc:docMkLst>
        <pc:docMk/>
      </pc:docMkLst>
      <pc:sldChg chg="addSp delSp modSp mod modNotesTx">
        <pc:chgData name="ACEM2-21 ac37822m(長岡高専)" userId="45dd5a03-675d-49d7-a16d-8a5974401386" providerId="ADAL" clId="{0A89F58A-4406-444B-99B4-2490481C0A91}" dt="2026-09-18T05:54:18.801" v="14916" actId="21"/>
        <pc:sldMkLst>
          <pc:docMk/>
          <pc:sldMk cId="1614531952" sldId="257"/>
        </pc:sldMkLst>
        <pc:spChg chg="add del mod">
          <ac:chgData name="ACEM2-21 ac37822m(長岡高専)" userId="45dd5a03-675d-49d7-a16d-8a5974401386" providerId="ADAL" clId="{0A89F58A-4406-444B-99B4-2490481C0A91}" dt="2026-09-18T05:54:18.801" v="14916" actId="21"/>
          <ac:spMkLst>
            <pc:docMk/>
            <pc:sldMk cId="1614531952" sldId="257"/>
            <ac:spMk id="5" creationId="{9AFBE4A5-540F-DB94-200A-F3AB038EC9B7}"/>
          </ac:spMkLst>
        </pc:spChg>
        <pc:spChg chg="mod">
          <ac:chgData name="ACEM2-21 ac37822m(長岡高専)" userId="45dd5a03-675d-49d7-a16d-8a5974401386" providerId="ADAL" clId="{0A89F58A-4406-444B-99B4-2490481C0A91}" dt="2026-09-18T01:58:37.338" v="11287" actId="20577"/>
          <ac:spMkLst>
            <pc:docMk/>
            <pc:sldMk cId="1614531952" sldId="257"/>
            <ac:spMk id="9" creationId="{EF829B69-4BE3-6BE4-CA40-1DF293AB198C}"/>
          </ac:spMkLst>
        </pc:spChg>
        <pc:spChg chg="add mod">
          <ac:chgData name="ACEM2-21 ac37822m(長岡高専)" userId="45dd5a03-675d-49d7-a16d-8a5974401386" providerId="ADAL" clId="{0A89F58A-4406-444B-99B4-2490481C0A91}" dt="2026-09-18T02:02:44.881" v="11327" actId="1076"/>
          <ac:spMkLst>
            <pc:docMk/>
            <pc:sldMk cId="1614531952" sldId="257"/>
            <ac:spMk id="15" creationId="{9DF309D7-8066-4BCF-F224-DD4B07D50978}"/>
          </ac:spMkLst>
        </pc:spChg>
      </pc:sldChg>
      <pc:sldChg chg="addSp delSp modSp mod modNotesTx">
        <pc:chgData name="ACEM2-21 ac37822m(長岡高専)" userId="45dd5a03-675d-49d7-a16d-8a5974401386" providerId="ADAL" clId="{0A89F58A-4406-444B-99B4-2490481C0A91}" dt="2026-09-18T05:54:27.809" v="14920" actId="22"/>
        <pc:sldMkLst>
          <pc:docMk/>
          <pc:sldMk cId="1055157735" sldId="260"/>
        </pc:sldMkLst>
        <pc:spChg chg="add mod">
          <ac:chgData name="ACEM2-21 ac37822m(長岡高専)" userId="45dd5a03-675d-49d7-a16d-8a5974401386" providerId="ADAL" clId="{0A89F58A-4406-444B-99B4-2490481C0A91}" dt="2026-09-18T02:03:59.762" v="11374" actId="1076"/>
          <ac:spMkLst>
            <pc:docMk/>
            <pc:sldMk cId="1055157735" sldId="260"/>
            <ac:spMk id="7" creationId="{DC082922-1D49-FAC9-532D-7221F102641D}"/>
          </ac:spMkLst>
        </pc:spChg>
        <pc:spChg chg="add mod">
          <ac:chgData name="ACEM2-21 ac37822m(長岡高専)" userId="45dd5a03-675d-49d7-a16d-8a5974401386" providerId="ADAL" clId="{0A89F58A-4406-444B-99B4-2490481C0A91}" dt="2026-09-18T03:59:20.378" v="12672" actId="207"/>
          <ac:spMkLst>
            <pc:docMk/>
            <pc:sldMk cId="1055157735" sldId="260"/>
            <ac:spMk id="8" creationId="{0D4021FD-688D-344F-BDAC-AE8D41373DD6}"/>
          </ac:spMkLst>
        </pc:spChg>
        <pc:spChg chg="add mod">
          <ac:chgData name="ACEM2-21 ac37822m(長岡高専)" userId="45dd5a03-675d-49d7-a16d-8a5974401386" providerId="ADAL" clId="{0A89F58A-4406-444B-99B4-2490481C0A91}" dt="2026-09-18T03:07:46.394" v="12199" actId="20577"/>
          <ac:spMkLst>
            <pc:docMk/>
            <pc:sldMk cId="1055157735" sldId="260"/>
            <ac:spMk id="9" creationId="{D97F9CAE-777A-5AF6-089E-173899D147A4}"/>
          </ac:spMkLst>
        </pc:spChg>
        <pc:spChg chg="mod">
          <ac:chgData name="ACEM2-21 ac37822m(長岡高専)" userId="45dd5a03-675d-49d7-a16d-8a5974401386" providerId="ADAL" clId="{0A89F58A-4406-444B-99B4-2490481C0A91}" dt="2026-09-18T03:07:32.830" v="12183" actId="20577"/>
          <ac:spMkLst>
            <pc:docMk/>
            <pc:sldMk cId="1055157735" sldId="260"/>
            <ac:spMk id="66" creationId="{56F4D455-195A-0CA6-59C6-FCEF7AB895E8}"/>
          </ac:spMkLst>
        </pc:spChg>
        <pc:spChg chg="mod">
          <ac:chgData name="ACEM2-21 ac37822m(長岡高専)" userId="45dd5a03-675d-49d7-a16d-8a5974401386" providerId="ADAL" clId="{0A89F58A-4406-444B-99B4-2490481C0A91}" dt="2026-09-18T02:10:31.217" v="11777" actId="113"/>
          <ac:spMkLst>
            <pc:docMk/>
            <pc:sldMk cId="1055157735" sldId="260"/>
            <ac:spMk id="72" creationId="{DA21506C-9B19-6490-A3A7-959C5053D192}"/>
          </ac:spMkLst>
        </pc:spChg>
        <pc:spChg chg="mod">
          <ac:chgData name="ACEM2-21 ac37822m(長岡高専)" userId="45dd5a03-675d-49d7-a16d-8a5974401386" providerId="ADAL" clId="{0A89F58A-4406-444B-99B4-2490481C0A91}" dt="2026-09-18T03:04:11.799" v="12126" actId="20577"/>
          <ac:spMkLst>
            <pc:docMk/>
            <pc:sldMk cId="1055157735" sldId="260"/>
            <ac:spMk id="78" creationId="{072A197C-73CE-E770-5CEC-2381075B62A7}"/>
          </ac:spMkLst>
        </pc:spChg>
        <pc:spChg chg="mod">
          <ac:chgData name="ACEM2-21 ac37822m(長岡高専)" userId="45dd5a03-675d-49d7-a16d-8a5974401386" providerId="ADAL" clId="{0A89F58A-4406-444B-99B4-2490481C0A91}" dt="2026-09-18T02:03:59.762" v="11374" actId="1076"/>
          <ac:spMkLst>
            <pc:docMk/>
            <pc:sldMk cId="1055157735" sldId="260"/>
            <ac:spMk id="86" creationId="{8D5CE153-158C-57A3-368D-84BA713A93A3}"/>
          </ac:spMkLst>
        </pc:spChg>
        <pc:spChg chg="mod">
          <ac:chgData name="ACEM2-21 ac37822m(長岡高専)" userId="45dd5a03-675d-49d7-a16d-8a5974401386" providerId="ADAL" clId="{0A89F58A-4406-444B-99B4-2490481C0A91}" dt="2026-09-18T02:03:59.762" v="11374" actId="1076"/>
          <ac:spMkLst>
            <pc:docMk/>
            <pc:sldMk cId="1055157735" sldId="260"/>
            <ac:spMk id="88" creationId="{42FC6FB7-167C-242D-6B35-98A9D310C231}"/>
          </ac:spMkLst>
        </pc:spChg>
        <pc:spChg chg="mod">
          <ac:chgData name="ACEM2-21 ac37822m(長岡高専)" userId="45dd5a03-675d-49d7-a16d-8a5974401386" providerId="ADAL" clId="{0A89F58A-4406-444B-99B4-2490481C0A91}" dt="2026-09-18T02:03:59.762" v="11374" actId="1076"/>
          <ac:spMkLst>
            <pc:docMk/>
            <pc:sldMk cId="1055157735" sldId="260"/>
            <ac:spMk id="90" creationId="{AC000FBC-20D8-241D-5CC4-3AFAA158765F}"/>
          </ac:spMkLst>
        </pc:spChg>
        <pc:cxnChg chg="add mod">
          <ac:chgData name="ACEM2-21 ac37822m(長岡高専)" userId="45dd5a03-675d-49d7-a16d-8a5974401386" providerId="ADAL" clId="{0A89F58A-4406-444B-99B4-2490481C0A91}" dt="2026-09-18T02:03:59.762" v="11374" actId="1076"/>
          <ac:cxnSpMkLst>
            <pc:docMk/>
            <pc:sldMk cId="1055157735" sldId="260"/>
            <ac:cxnSpMk id="13" creationId="{60F486FD-DD1E-8CD1-F07F-4D40A0AA9D81}"/>
          </ac:cxnSpMkLst>
        </pc:cxnChg>
        <pc:cxnChg chg="add mod">
          <ac:chgData name="ACEM2-21 ac37822m(長岡高専)" userId="45dd5a03-675d-49d7-a16d-8a5974401386" providerId="ADAL" clId="{0A89F58A-4406-444B-99B4-2490481C0A91}" dt="2026-09-15T06:02:28.707" v="5364" actId="1076"/>
          <ac:cxnSpMkLst>
            <pc:docMk/>
            <pc:sldMk cId="1055157735" sldId="260"/>
            <ac:cxnSpMk id="14" creationId="{12D3D0BD-B094-F1DD-F1DB-2A8EFEEC92A4}"/>
          </ac:cxnSpMkLst>
        </pc:cxnChg>
        <pc:cxnChg chg="add mod">
          <ac:chgData name="ACEM2-21 ac37822m(長岡高専)" userId="45dd5a03-675d-49d7-a16d-8a5974401386" providerId="ADAL" clId="{0A89F58A-4406-444B-99B4-2490481C0A91}" dt="2026-09-18T02:03:59.762" v="11374" actId="1076"/>
          <ac:cxnSpMkLst>
            <pc:docMk/>
            <pc:sldMk cId="1055157735" sldId="260"/>
            <ac:cxnSpMk id="26" creationId="{7E2F2DE5-7877-40E6-136B-F7285928ACE3}"/>
          </ac:cxnSpMkLst>
        </pc:cxnChg>
        <pc:cxnChg chg="add mod">
          <ac:chgData name="ACEM2-21 ac37822m(長岡高専)" userId="45dd5a03-675d-49d7-a16d-8a5974401386" providerId="ADAL" clId="{0A89F58A-4406-444B-99B4-2490481C0A91}" dt="2026-09-15T06:01:50.417" v="5363" actId="14100"/>
          <ac:cxnSpMkLst>
            <pc:docMk/>
            <pc:sldMk cId="1055157735" sldId="260"/>
            <ac:cxnSpMk id="28" creationId="{7AB91F90-6F37-05B3-A647-02083EF53F3D}"/>
          </ac:cxnSpMkLst>
        </pc:cxnChg>
      </pc:sldChg>
      <pc:sldChg chg="addSp delSp modSp mod ord modNotesTx">
        <pc:chgData name="ACEM2-21 ac37822m(長岡高専)" userId="45dd5a03-675d-49d7-a16d-8a5974401386" providerId="ADAL" clId="{0A89F58A-4406-444B-99B4-2490481C0A91}" dt="2026-09-15T09:46:25.248" v="8728" actId="1076"/>
        <pc:sldMkLst>
          <pc:docMk/>
          <pc:sldMk cId="2712717103" sldId="261"/>
        </pc:sldMkLst>
        <pc:spChg chg="add del mod">
          <ac:chgData name="ACEM2-21 ac37822m(長岡高専)" userId="45dd5a03-675d-49d7-a16d-8a5974401386" providerId="ADAL" clId="{0A89F58A-4406-444B-99B4-2490481C0A91}" dt="2026-09-15T09:46:21.198" v="8726" actId="1076"/>
          <ac:spMkLst>
            <pc:docMk/>
            <pc:sldMk cId="2712717103" sldId="261"/>
            <ac:spMk id="50" creationId="{52C0885E-08AB-E0F2-0C3F-D656F76CEB64}"/>
          </ac:spMkLst>
        </pc:spChg>
        <pc:graphicFrameChg chg="add mod modGraphic">
          <ac:chgData name="ACEM2-21 ac37822m(長岡高専)" userId="45dd5a03-675d-49d7-a16d-8a5974401386" providerId="ADAL" clId="{0A89F58A-4406-444B-99B4-2490481C0A91}" dt="2026-09-15T09:46:25.248" v="8728" actId="1076"/>
          <ac:graphicFrameMkLst>
            <pc:docMk/>
            <pc:sldMk cId="2712717103" sldId="261"/>
            <ac:graphicFrameMk id="4" creationId="{5306B373-9934-7D67-33BB-3E29DF33BC98}"/>
          </ac:graphicFrameMkLst>
        </pc:graphicFrameChg>
        <pc:picChg chg="add del mod">
          <ac:chgData name="ACEM2-21 ac37822m(長岡高専)" userId="45dd5a03-675d-49d7-a16d-8a5974401386" providerId="ADAL" clId="{0A89F58A-4406-444B-99B4-2490481C0A91}" dt="2026-09-15T09:46:21.198" v="8726" actId="1076"/>
          <ac:picMkLst>
            <pc:docMk/>
            <pc:sldMk cId="2712717103" sldId="261"/>
            <ac:picMk id="48" creationId="{C416D623-A2BA-BEBA-96D8-2B1DC9CEC280}"/>
          </ac:picMkLst>
        </pc:picChg>
      </pc:sldChg>
      <pc:sldChg chg="addSp delSp modSp mod modNotesTx">
        <pc:chgData name="ACEM2-21 ac37822m(長岡高専)" userId="45dd5a03-675d-49d7-a16d-8a5974401386" providerId="ADAL" clId="{0A89F58A-4406-444B-99B4-2490481C0A91}" dt="2026-09-18T05:59:28.992" v="15052" actId="20577"/>
        <pc:sldMkLst>
          <pc:docMk/>
          <pc:sldMk cId="683892195" sldId="263"/>
        </pc:sldMkLst>
        <pc:spChg chg="mod">
          <ac:chgData name="ACEM2-21 ac37822m(長岡高専)" userId="45dd5a03-675d-49d7-a16d-8a5974401386" providerId="ADAL" clId="{0A89F58A-4406-444B-99B4-2490481C0A91}" dt="2026-09-18T05:59:28.992" v="15052" actId="20577"/>
          <ac:spMkLst>
            <pc:docMk/>
            <pc:sldMk cId="683892195" sldId="263"/>
            <ac:spMk id="11" creationId="{1873C7D6-14F4-DE90-DBA0-3C748C542061}"/>
          </ac:spMkLst>
        </pc:spChg>
      </pc:sldChg>
      <pc:sldChg chg="addSp delSp modSp mod ord modNotesTx">
        <pc:chgData name="ACEM2-21 ac37822m(長岡高専)" userId="45dd5a03-675d-49d7-a16d-8a5974401386" providerId="ADAL" clId="{0A89F58A-4406-444B-99B4-2490481C0A91}" dt="2026-09-16T02:54:43.323" v="9239" actId="732"/>
        <pc:sldMkLst>
          <pc:docMk/>
          <pc:sldMk cId="3400072852" sldId="267"/>
        </pc:sldMkLst>
        <pc:spChg chg="mod">
          <ac:chgData name="ACEM2-21 ac37822m(長岡高専)" userId="45dd5a03-675d-49d7-a16d-8a5974401386" providerId="ADAL" clId="{0A89F58A-4406-444B-99B4-2490481C0A91}" dt="2026-09-15T07:51:20.172" v="7163" actId="14100"/>
          <ac:spMkLst>
            <pc:docMk/>
            <pc:sldMk cId="3400072852" sldId="267"/>
            <ac:spMk id="26" creationId="{AD4E38E4-0228-CFF2-5D46-559179356D63}"/>
          </ac:spMkLst>
        </pc:spChg>
        <pc:spChg chg="mod">
          <ac:chgData name="ACEM2-21 ac37822m(長岡高専)" userId="45dd5a03-675d-49d7-a16d-8a5974401386" providerId="ADAL" clId="{0A89F58A-4406-444B-99B4-2490481C0A91}" dt="2026-09-15T07:48:25.637" v="7111" actId="1076"/>
          <ac:spMkLst>
            <pc:docMk/>
            <pc:sldMk cId="3400072852" sldId="267"/>
            <ac:spMk id="28" creationId="{638ED28B-B87D-DD00-8299-22FE24B65FAF}"/>
          </ac:spMkLst>
        </pc:spChg>
        <pc:spChg chg="add mod">
          <ac:chgData name="ACEM2-21 ac37822m(長岡高専)" userId="45dd5a03-675d-49d7-a16d-8a5974401386" providerId="ADAL" clId="{0A89F58A-4406-444B-99B4-2490481C0A91}" dt="2026-09-15T07:57:27.177" v="7325" actId="113"/>
          <ac:spMkLst>
            <pc:docMk/>
            <pc:sldMk cId="3400072852" sldId="267"/>
            <ac:spMk id="65" creationId="{01294DC9-39F3-F976-0059-771A8396CE45}"/>
          </ac:spMkLst>
        </pc:spChg>
        <pc:spChg chg="add mod">
          <ac:chgData name="ACEM2-21 ac37822m(長岡高専)" userId="45dd5a03-675d-49d7-a16d-8a5974401386" providerId="ADAL" clId="{0A89F58A-4406-444B-99B4-2490481C0A91}" dt="2026-09-15T07:57:32.596" v="7327" actId="113"/>
          <ac:spMkLst>
            <pc:docMk/>
            <pc:sldMk cId="3400072852" sldId="267"/>
            <ac:spMk id="67" creationId="{00769347-FE31-F765-9ED5-83E9CD4A2EE5}"/>
          </ac:spMkLst>
        </pc:spChg>
        <pc:spChg chg="add mod">
          <ac:chgData name="ACEM2-21 ac37822m(長岡高専)" userId="45dd5a03-675d-49d7-a16d-8a5974401386" providerId="ADAL" clId="{0A89F58A-4406-444B-99B4-2490481C0A91}" dt="2026-09-15T07:57:36.803" v="7329" actId="1076"/>
          <ac:spMkLst>
            <pc:docMk/>
            <pc:sldMk cId="3400072852" sldId="267"/>
            <ac:spMk id="69" creationId="{938CD6AE-C4FD-CC51-02FF-564BB2C918F2}"/>
          </ac:spMkLst>
        </pc:spChg>
        <pc:spChg chg="add mod">
          <ac:chgData name="ACEM2-21 ac37822m(長岡高専)" userId="45dd5a03-675d-49d7-a16d-8a5974401386" providerId="ADAL" clId="{0A89F58A-4406-444B-99B4-2490481C0A91}" dt="2026-09-15T07:53:49.043" v="7257" actId="1582"/>
          <ac:spMkLst>
            <pc:docMk/>
            <pc:sldMk cId="3400072852" sldId="267"/>
            <ac:spMk id="72" creationId="{B1D051E6-CEEE-A017-9C70-A8D3BE6738F1}"/>
          </ac:spMkLst>
        </pc:spChg>
        <pc:spChg chg="add mod">
          <ac:chgData name="ACEM2-21 ac37822m(長岡高専)" userId="45dd5a03-675d-49d7-a16d-8a5974401386" providerId="ADAL" clId="{0A89F58A-4406-444B-99B4-2490481C0A91}" dt="2026-09-15T07:53:49.043" v="7257" actId="1582"/>
          <ac:spMkLst>
            <pc:docMk/>
            <pc:sldMk cId="3400072852" sldId="267"/>
            <ac:spMk id="74" creationId="{4E6BA175-743B-7068-4FFB-D3D51BBCC775}"/>
          </ac:spMkLst>
        </pc:spChg>
        <pc:spChg chg="add mod">
          <ac:chgData name="ACEM2-21 ac37822m(長岡高専)" userId="45dd5a03-675d-49d7-a16d-8a5974401386" providerId="ADAL" clId="{0A89F58A-4406-444B-99B4-2490481C0A91}" dt="2026-09-15T07:56:31.519" v="7310" actId="1076"/>
          <ac:spMkLst>
            <pc:docMk/>
            <pc:sldMk cId="3400072852" sldId="267"/>
            <ac:spMk id="76" creationId="{30CC9629-0A8B-E18C-CE4E-805C78EC3171}"/>
          </ac:spMkLst>
        </pc:spChg>
        <pc:spChg chg="mod">
          <ac:chgData name="ACEM2-21 ac37822m(長岡高専)" userId="45dd5a03-675d-49d7-a16d-8a5974401386" providerId="ADAL" clId="{0A89F58A-4406-444B-99B4-2490481C0A91}" dt="2026-09-15T07:49:52.164" v="7149"/>
          <ac:spMkLst>
            <pc:docMk/>
            <pc:sldMk cId="3400072852" sldId="267"/>
            <ac:spMk id="79" creationId="{F81BD582-6767-BDF1-861D-566910B3A7E3}"/>
          </ac:spMkLst>
        </pc:spChg>
        <pc:spChg chg="mod">
          <ac:chgData name="ACEM2-21 ac37822m(長岡高専)" userId="45dd5a03-675d-49d7-a16d-8a5974401386" providerId="ADAL" clId="{0A89F58A-4406-444B-99B4-2490481C0A91}" dt="2026-09-15T07:53:49.043" v="7257" actId="1582"/>
          <ac:spMkLst>
            <pc:docMk/>
            <pc:sldMk cId="3400072852" sldId="267"/>
            <ac:spMk id="80" creationId="{9E95D116-3624-52F4-1F78-4861E235C703}"/>
          </ac:spMkLst>
        </pc:spChg>
        <pc:spChg chg="mod">
          <ac:chgData name="ACEM2-21 ac37822m(長岡高専)" userId="45dd5a03-675d-49d7-a16d-8a5974401386" providerId="ADAL" clId="{0A89F58A-4406-444B-99B4-2490481C0A91}" dt="2026-09-15T07:53:49.043" v="7257" actId="1582"/>
          <ac:spMkLst>
            <pc:docMk/>
            <pc:sldMk cId="3400072852" sldId="267"/>
            <ac:spMk id="82" creationId="{B52E83FD-8235-0391-2839-EAFF676E7D11}"/>
          </ac:spMkLst>
        </pc:spChg>
        <pc:spChg chg="mod">
          <ac:chgData name="ACEM2-21 ac37822m(長岡高専)" userId="45dd5a03-675d-49d7-a16d-8a5974401386" providerId="ADAL" clId="{0A89F58A-4406-444B-99B4-2490481C0A91}" dt="2026-09-15T07:53:49.043" v="7257" actId="1582"/>
          <ac:spMkLst>
            <pc:docMk/>
            <pc:sldMk cId="3400072852" sldId="267"/>
            <ac:spMk id="83" creationId="{A6A2A5EF-AA82-F512-CDDE-D47592AE0D6D}"/>
          </ac:spMkLst>
        </pc:spChg>
        <pc:spChg chg="mod">
          <ac:chgData name="ACEM2-21 ac37822m(長岡高専)" userId="45dd5a03-675d-49d7-a16d-8a5974401386" providerId="ADAL" clId="{0A89F58A-4406-444B-99B4-2490481C0A91}" dt="2026-09-15T07:53:49.043" v="7257" actId="1582"/>
          <ac:spMkLst>
            <pc:docMk/>
            <pc:sldMk cId="3400072852" sldId="267"/>
            <ac:spMk id="85" creationId="{B7F8957E-5BC7-0BE9-B34E-6AB10BC0F367}"/>
          </ac:spMkLst>
        </pc:spChg>
        <pc:spChg chg="mod">
          <ac:chgData name="ACEM2-21 ac37822m(長岡高専)" userId="45dd5a03-675d-49d7-a16d-8a5974401386" providerId="ADAL" clId="{0A89F58A-4406-444B-99B4-2490481C0A91}" dt="2026-09-15T07:53:49.043" v="7257" actId="1582"/>
          <ac:spMkLst>
            <pc:docMk/>
            <pc:sldMk cId="3400072852" sldId="267"/>
            <ac:spMk id="86" creationId="{5BC7F24A-DFFE-830E-3566-F8FFF7B2D649}"/>
          </ac:spMkLst>
        </pc:spChg>
        <pc:spChg chg="mod">
          <ac:chgData name="ACEM2-21 ac37822m(長岡高専)" userId="45dd5a03-675d-49d7-a16d-8a5974401386" providerId="ADAL" clId="{0A89F58A-4406-444B-99B4-2490481C0A91}" dt="2026-09-15T07:53:49.043" v="7257" actId="1582"/>
          <ac:spMkLst>
            <pc:docMk/>
            <pc:sldMk cId="3400072852" sldId="267"/>
            <ac:spMk id="88" creationId="{D365FB18-6D81-68EE-5193-3CE78F88E0CF}"/>
          </ac:spMkLst>
        </pc:spChg>
        <pc:spChg chg="mod">
          <ac:chgData name="ACEM2-21 ac37822m(長岡高専)" userId="45dd5a03-675d-49d7-a16d-8a5974401386" providerId="ADAL" clId="{0A89F58A-4406-444B-99B4-2490481C0A91}" dt="2026-09-15T07:53:49.043" v="7257" actId="1582"/>
          <ac:spMkLst>
            <pc:docMk/>
            <pc:sldMk cId="3400072852" sldId="267"/>
            <ac:spMk id="89" creationId="{97C96661-A4FD-2D15-7260-CE91ECCBCB9E}"/>
          </ac:spMkLst>
        </pc:spChg>
        <pc:spChg chg="mod">
          <ac:chgData name="ACEM2-21 ac37822m(長岡高専)" userId="45dd5a03-675d-49d7-a16d-8a5974401386" providerId="ADAL" clId="{0A89F58A-4406-444B-99B4-2490481C0A91}" dt="2026-09-15T07:53:49.043" v="7257" actId="1582"/>
          <ac:spMkLst>
            <pc:docMk/>
            <pc:sldMk cId="3400072852" sldId="267"/>
            <ac:spMk id="91" creationId="{CCC2F6D4-862D-8195-0D86-61568FA2F42E}"/>
          </ac:spMkLst>
        </pc:spChg>
        <pc:spChg chg="mod">
          <ac:chgData name="ACEM2-21 ac37822m(長岡高専)" userId="45dd5a03-675d-49d7-a16d-8a5974401386" providerId="ADAL" clId="{0A89F58A-4406-444B-99B4-2490481C0A91}" dt="2026-09-15T07:50:00.285" v="7153"/>
          <ac:spMkLst>
            <pc:docMk/>
            <pc:sldMk cId="3400072852" sldId="267"/>
            <ac:spMk id="92" creationId="{3A706D4B-7D0C-61F8-A4CE-00B7DD056427}"/>
          </ac:spMkLst>
        </pc:spChg>
        <pc:spChg chg="add mod">
          <ac:chgData name="ACEM2-21 ac37822m(長岡高専)" userId="45dd5a03-675d-49d7-a16d-8a5974401386" providerId="ADAL" clId="{0A89F58A-4406-444B-99B4-2490481C0A91}" dt="2026-09-15T07:57:43.012" v="7330" actId="207"/>
          <ac:spMkLst>
            <pc:docMk/>
            <pc:sldMk cId="3400072852" sldId="267"/>
            <ac:spMk id="97" creationId="{66AAA418-8786-A21C-13C0-FCD69AA0CCE6}"/>
          </ac:spMkLst>
        </pc:spChg>
        <pc:spChg chg="add mod">
          <ac:chgData name="ACEM2-21 ac37822m(長岡高専)" userId="45dd5a03-675d-49d7-a16d-8a5974401386" providerId="ADAL" clId="{0A89F58A-4406-444B-99B4-2490481C0A91}" dt="2026-09-15T07:57:46.180" v="7331" actId="207"/>
          <ac:spMkLst>
            <pc:docMk/>
            <pc:sldMk cId="3400072852" sldId="267"/>
            <ac:spMk id="99" creationId="{318C0A35-861A-B5C2-3E5D-532A9D151D64}"/>
          </ac:spMkLst>
        </pc:spChg>
        <pc:spChg chg="add mod">
          <ac:chgData name="ACEM2-21 ac37822m(長岡高専)" userId="45dd5a03-675d-49d7-a16d-8a5974401386" providerId="ADAL" clId="{0A89F58A-4406-444B-99B4-2490481C0A91}" dt="2026-09-15T07:56:58.541" v="7315" actId="1582"/>
          <ac:spMkLst>
            <pc:docMk/>
            <pc:sldMk cId="3400072852" sldId="267"/>
            <ac:spMk id="100" creationId="{62877359-955E-0412-171A-A27996778313}"/>
          </ac:spMkLst>
        </pc:spChg>
        <pc:spChg chg="add mod">
          <ac:chgData name="ACEM2-21 ac37822m(長岡高専)" userId="45dd5a03-675d-49d7-a16d-8a5974401386" providerId="ADAL" clId="{0A89F58A-4406-444B-99B4-2490481C0A91}" dt="2026-09-15T07:56:31.519" v="7310" actId="1076"/>
          <ac:spMkLst>
            <pc:docMk/>
            <pc:sldMk cId="3400072852" sldId="267"/>
            <ac:spMk id="104" creationId="{27E0CBDB-1F73-F8B6-AEBC-FCE6C8339E36}"/>
          </ac:spMkLst>
        </pc:spChg>
        <pc:spChg chg="add mod">
          <ac:chgData name="ACEM2-21 ac37822m(長岡高専)" userId="45dd5a03-675d-49d7-a16d-8a5974401386" providerId="ADAL" clId="{0A89F58A-4406-444B-99B4-2490481C0A91}" dt="2026-09-15T07:56:31.519" v="7310" actId="1076"/>
          <ac:spMkLst>
            <pc:docMk/>
            <pc:sldMk cId="3400072852" sldId="267"/>
            <ac:spMk id="125" creationId="{202E6560-2902-E3E5-9995-12E78E585D88}"/>
          </ac:spMkLst>
        </pc:spChg>
        <pc:spChg chg="add mod">
          <ac:chgData name="ACEM2-21 ac37822m(長岡高専)" userId="45dd5a03-675d-49d7-a16d-8a5974401386" providerId="ADAL" clId="{0A89F58A-4406-444B-99B4-2490481C0A91}" dt="2026-09-15T07:57:16.615" v="7323" actId="1076"/>
          <ac:spMkLst>
            <pc:docMk/>
            <pc:sldMk cId="3400072852" sldId="267"/>
            <ac:spMk id="127" creationId="{C4F26478-BCE6-51E3-F6B0-380B67857CF2}"/>
          </ac:spMkLst>
        </pc:spChg>
        <pc:grpChg chg="add mod">
          <ac:chgData name="ACEM2-21 ac37822m(長岡高専)" userId="45dd5a03-675d-49d7-a16d-8a5974401386" providerId="ADAL" clId="{0A89F58A-4406-444B-99B4-2490481C0A91}" dt="2026-09-15T07:56:07.315" v="7302" actId="14100"/>
          <ac:grpSpMkLst>
            <pc:docMk/>
            <pc:sldMk cId="3400072852" sldId="267"/>
            <ac:grpSpMk id="77" creationId="{38628BBF-F850-AA2C-CD20-1BFC906895BB}"/>
          </ac:grpSpMkLst>
        </pc:grpChg>
        <pc:grpChg chg="add mod">
          <ac:chgData name="ACEM2-21 ac37822m(長岡高専)" userId="45dd5a03-675d-49d7-a16d-8a5974401386" providerId="ADAL" clId="{0A89F58A-4406-444B-99B4-2490481C0A91}" dt="2026-09-15T07:56:07.315" v="7302" actId="14100"/>
          <ac:grpSpMkLst>
            <pc:docMk/>
            <pc:sldMk cId="3400072852" sldId="267"/>
            <ac:grpSpMk id="78" creationId="{AA47197B-65CB-76B0-B2FE-B3A4C7427568}"/>
          </ac:grpSpMkLst>
        </pc:grpChg>
        <pc:grpChg chg="add mod">
          <ac:chgData name="ACEM2-21 ac37822m(長岡高専)" userId="45dd5a03-675d-49d7-a16d-8a5974401386" providerId="ADAL" clId="{0A89F58A-4406-444B-99B4-2490481C0A91}" dt="2026-09-15T07:56:07.315" v="7302" actId="14100"/>
          <ac:grpSpMkLst>
            <pc:docMk/>
            <pc:sldMk cId="3400072852" sldId="267"/>
            <ac:grpSpMk id="81" creationId="{0515AF8F-02B0-DC40-8233-0216DEDFD436}"/>
          </ac:grpSpMkLst>
        </pc:grpChg>
        <pc:grpChg chg="add mod">
          <ac:chgData name="ACEM2-21 ac37822m(長岡高専)" userId="45dd5a03-675d-49d7-a16d-8a5974401386" providerId="ADAL" clId="{0A89F58A-4406-444B-99B4-2490481C0A91}" dt="2026-09-15T09:37:42.268" v="8603" actId="1076"/>
          <ac:grpSpMkLst>
            <pc:docMk/>
            <pc:sldMk cId="3400072852" sldId="267"/>
            <ac:grpSpMk id="84" creationId="{C4B260DE-D704-DB58-F1F2-A7F621A31CED}"/>
          </ac:grpSpMkLst>
        </pc:grpChg>
        <pc:grpChg chg="add mod">
          <ac:chgData name="ACEM2-21 ac37822m(長岡高専)" userId="45dd5a03-675d-49d7-a16d-8a5974401386" providerId="ADAL" clId="{0A89F58A-4406-444B-99B4-2490481C0A91}" dt="2026-09-15T07:56:07.315" v="7302" actId="14100"/>
          <ac:grpSpMkLst>
            <pc:docMk/>
            <pc:sldMk cId="3400072852" sldId="267"/>
            <ac:grpSpMk id="87" creationId="{769F2000-1BAA-DAB2-FFF4-429EBB2A95BD}"/>
          </ac:grpSpMkLst>
        </pc:grpChg>
        <pc:grpChg chg="add mod">
          <ac:chgData name="ACEM2-21 ac37822m(長岡高専)" userId="45dd5a03-675d-49d7-a16d-8a5974401386" providerId="ADAL" clId="{0A89F58A-4406-444B-99B4-2490481C0A91}" dt="2026-09-15T09:37:47.305" v="8605" actId="1076"/>
          <ac:grpSpMkLst>
            <pc:docMk/>
            <pc:sldMk cId="3400072852" sldId="267"/>
            <ac:grpSpMk id="90" creationId="{5A7DCBFD-4A20-33D4-FE40-B8A306551009}"/>
          </ac:grpSpMkLst>
        </pc:grpChg>
        <pc:picChg chg="add mod modCrop">
          <ac:chgData name="ACEM2-21 ac37822m(長岡高専)" userId="45dd5a03-675d-49d7-a16d-8a5974401386" providerId="ADAL" clId="{0A89F58A-4406-444B-99B4-2490481C0A91}" dt="2026-09-15T07:56:31.519" v="7310" actId="1076"/>
          <ac:picMkLst>
            <pc:docMk/>
            <pc:sldMk cId="3400072852" sldId="267"/>
            <ac:picMk id="29" creationId="{673B2667-5D4F-3ED4-7064-8DED66D8905A}"/>
          </ac:picMkLst>
        </pc:picChg>
        <pc:picChg chg="add mod">
          <ac:chgData name="ACEM2-21 ac37822m(長岡高専)" userId="45dd5a03-675d-49d7-a16d-8a5974401386" providerId="ADAL" clId="{0A89F58A-4406-444B-99B4-2490481C0A91}" dt="2026-09-15T07:54:53.107" v="7264" actId="1076"/>
          <ac:picMkLst>
            <pc:docMk/>
            <pc:sldMk cId="3400072852" sldId="267"/>
            <ac:picMk id="33" creationId="{12B680F2-F234-772A-57C4-6017D88A9966}"/>
          </ac:picMkLst>
        </pc:picChg>
        <pc:picChg chg="add mod modCrop">
          <ac:chgData name="ACEM2-21 ac37822m(長岡高専)" userId="45dd5a03-675d-49d7-a16d-8a5974401386" providerId="ADAL" clId="{0A89F58A-4406-444B-99B4-2490481C0A91}" dt="2026-09-16T02:54:43.323" v="9239" actId="732"/>
          <ac:picMkLst>
            <pc:docMk/>
            <pc:sldMk cId="3400072852" sldId="267"/>
            <ac:picMk id="34" creationId="{08735152-F0D5-8A7A-9E28-09B42E017252}"/>
          </ac:picMkLst>
        </pc:picChg>
        <pc:picChg chg="add mod">
          <ac:chgData name="ACEM2-21 ac37822m(長岡高専)" userId="45dd5a03-675d-49d7-a16d-8a5974401386" providerId="ADAL" clId="{0A89F58A-4406-444B-99B4-2490481C0A91}" dt="2026-09-16T02:54:27.860" v="9236" actId="1076"/>
          <ac:picMkLst>
            <pc:docMk/>
            <pc:sldMk cId="3400072852" sldId="267"/>
            <ac:picMk id="39" creationId="{8AAAB857-B26E-6C5F-7A67-E5B2A0967197}"/>
          </ac:picMkLst>
        </pc:picChg>
        <pc:cxnChg chg="add mod">
          <ac:chgData name="ACEM2-21 ac37822m(長岡高専)" userId="45dd5a03-675d-49d7-a16d-8a5974401386" providerId="ADAL" clId="{0A89F58A-4406-444B-99B4-2490481C0A91}" dt="2026-09-15T07:55:27.311" v="7282" actId="1076"/>
          <ac:cxnSpMkLst>
            <pc:docMk/>
            <pc:sldMk cId="3400072852" sldId="267"/>
            <ac:cxnSpMk id="38" creationId="{41207AE7-A7D0-D1D8-4B3A-9E94B9F25A54}"/>
          </ac:cxnSpMkLst>
        </pc:cxnChg>
        <pc:cxnChg chg="add mod">
          <ac:chgData name="ACEM2-21 ac37822m(長岡高専)" userId="45dd5a03-675d-49d7-a16d-8a5974401386" providerId="ADAL" clId="{0A89F58A-4406-444B-99B4-2490481C0A91}" dt="2026-09-16T02:51:34" v="9228" actId="21"/>
          <ac:cxnSpMkLst>
            <pc:docMk/>
            <pc:sldMk cId="3400072852" sldId="267"/>
            <ac:cxnSpMk id="41" creationId="{A45B8006-B989-E037-00BD-D98E2F7E33E4}"/>
          </ac:cxnSpMkLst>
        </pc:cxnChg>
        <pc:cxnChg chg="add mod">
          <ac:chgData name="ACEM2-21 ac37822m(長岡高専)" userId="45dd5a03-675d-49d7-a16d-8a5974401386" providerId="ADAL" clId="{0A89F58A-4406-444B-99B4-2490481C0A91}" dt="2026-09-15T07:55:27.311" v="7282" actId="1076"/>
          <ac:cxnSpMkLst>
            <pc:docMk/>
            <pc:sldMk cId="3400072852" sldId="267"/>
            <ac:cxnSpMk id="44" creationId="{7BC9B999-1DB1-C9A0-D6E0-267D43DA2328}"/>
          </ac:cxnSpMkLst>
        </pc:cxnChg>
        <pc:cxnChg chg="add mod">
          <ac:chgData name="ACEM2-21 ac37822m(長岡高専)" userId="45dd5a03-675d-49d7-a16d-8a5974401386" providerId="ADAL" clId="{0A89F58A-4406-444B-99B4-2490481C0A91}" dt="2026-09-16T02:51:34" v="9228" actId="21"/>
          <ac:cxnSpMkLst>
            <pc:docMk/>
            <pc:sldMk cId="3400072852" sldId="267"/>
            <ac:cxnSpMk id="47" creationId="{F4D927FD-6893-2D32-54B2-E4DEAF05D9E6}"/>
          </ac:cxnSpMkLst>
        </pc:cxnChg>
      </pc:sldChg>
      <pc:sldChg chg="addSp delSp modSp mod ord addAnim delAnim modAnim modNotesTx">
        <pc:chgData name="ACEM2-21 ac37822m(長岡高専)" userId="45dd5a03-675d-49d7-a16d-8a5974401386" providerId="ADAL" clId="{0A89F58A-4406-444B-99B4-2490481C0A91}" dt="2026-09-18T05:59:49.238" v="15070" actId="20577"/>
        <pc:sldMkLst>
          <pc:docMk/>
          <pc:sldMk cId="3630399525" sldId="268"/>
        </pc:sldMkLst>
        <pc:spChg chg="mod">
          <ac:chgData name="ACEM2-21 ac37822m(長岡高専)" userId="45dd5a03-675d-49d7-a16d-8a5974401386" providerId="ADAL" clId="{0A89F58A-4406-444B-99B4-2490481C0A91}" dt="2026-09-15T06:51:21.315" v="6624" actId="20577"/>
          <ac:spMkLst>
            <pc:docMk/>
            <pc:sldMk cId="3630399525" sldId="268"/>
            <ac:spMk id="8" creationId="{1C683C20-B0E8-9AA0-6473-A02CD4D92A54}"/>
          </ac:spMkLst>
        </pc:spChg>
        <pc:spChg chg="mod">
          <ac:chgData name="ACEM2-21 ac37822m(長岡高専)" userId="45dd5a03-675d-49d7-a16d-8a5974401386" providerId="ADAL" clId="{0A89F58A-4406-444B-99B4-2490481C0A91}" dt="2026-09-18T05:59:49.238" v="15070" actId="20577"/>
          <ac:spMkLst>
            <pc:docMk/>
            <pc:sldMk cId="3630399525" sldId="268"/>
            <ac:spMk id="11" creationId="{06140BCD-47BF-7E01-E735-469E650F861A}"/>
          </ac:spMkLst>
        </pc:spChg>
        <pc:spChg chg="add mod">
          <ac:chgData name="ACEM2-21 ac37822m(長岡高専)" userId="45dd5a03-675d-49d7-a16d-8a5974401386" providerId="ADAL" clId="{0A89F58A-4406-444B-99B4-2490481C0A91}" dt="2026-09-18T05:50:59.895" v="14782" actId="1076"/>
          <ac:spMkLst>
            <pc:docMk/>
            <pc:sldMk cId="3630399525" sldId="268"/>
            <ac:spMk id="24" creationId="{831148DF-AEE4-D20C-53D1-498E98C27200}"/>
          </ac:spMkLst>
        </pc:spChg>
        <pc:spChg chg="add mod">
          <ac:chgData name="ACEM2-21 ac37822m(長岡高専)" userId="45dd5a03-675d-49d7-a16d-8a5974401386" providerId="ADAL" clId="{0A89F58A-4406-444B-99B4-2490481C0A91}" dt="2026-09-18T05:51:03.223" v="14783" actId="1076"/>
          <ac:spMkLst>
            <pc:docMk/>
            <pc:sldMk cId="3630399525" sldId="268"/>
            <ac:spMk id="28" creationId="{94C449EE-64D2-6AD9-B402-9CE85A0B3A78}"/>
          </ac:spMkLst>
        </pc:spChg>
        <pc:spChg chg="add mod">
          <ac:chgData name="ACEM2-21 ac37822m(長岡高専)" userId="45dd5a03-675d-49d7-a16d-8a5974401386" providerId="ADAL" clId="{0A89F58A-4406-444B-99B4-2490481C0A91}" dt="2026-09-18T05:51:03.223" v="14783" actId="1076"/>
          <ac:spMkLst>
            <pc:docMk/>
            <pc:sldMk cId="3630399525" sldId="268"/>
            <ac:spMk id="30" creationId="{B7D80035-D0A1-EA0D-9257-CE85A96C8351}"/>
          </ac:spMkLst>
        </pc:spChg>
        <pc:graphicFrameChg chg="add mod modGraphic">
          <ac:chgData name="ACEM2-21 ac37822m(長岡高専)" userId="45dd5a03-675d-49d7-a16d-8a5974401386" providerId="ADAL" clId="{0A89F58A-4406-444B-99B4-2490481C0A91}" dt="2026-09-18T05:50:59.895" v="14782" actId="1076"/>
          <ac:graphicFrameMkLst>
            <pc:docMk/>
            <pc:sldMk cId="3630399525" sldId="268"/>
            <ac:graphicFrameMk id="22" creationId="{00001B2E-FAD7-5B49-D994-E8CBEBB328B6}"/>
          </ac:graphicFrameMkLst>
        </pc:graphicFrameChg>
        <pc:graphicFrameChg chg="add mod">
          <ac:chgData name="ACEM2-21 ac37822m(長岡高専)" userId="45dd5a03-675d-49d7-a16d-8a5974401386" providerId="ADAL" clId="{0A89F58A-4406-444B-99B4-2490481C0A91}" dt="2026-09-18T05:51:03.223" v="14783" actId="1076"/>
          <ac:graphicFrameMkLst>
            <pc:docMk/>
            <pc:sldMk cId="3630399525" sldId="268"/>
            <ac:graphicFrameMk id="26" creationId="{04FC79B4-3E43-A9EC-D55F-90C4047E9181}"/>
          </ac:graphicFrameMkLst>
        </pc:graphicFrameChg>
      </pc:sldChg>
      <pc:sldChg chg="delSp modSp mod ord modNotesTx">
        <pc:chgData name="ACEM2-21 ac37822m(長岡高専)" userId="45dd5a03-675d-49d7-a16d-8a5974401386" providerId="ADAL" clId="{0A89F58A-4406-444B-99B4-2490481C0A91}" dt="2026-09-18T05:57:37.998" v="15042" actId="20577"/>
        <pc:sldMkLst>
          <pc:docMk/>
          <pc:sldMk cId="1265696255" sldId="269"/>
        </pc:sldMkLst>
        <pc:spChg chg="mod">
          <ac:chgData name="ACEM2-21 ac37822m(長岡高専)" userId="45dd5a03-675d-49d7-a16d-8a5974401386" providerId="ADAL" clId="{0A89F58A-4406-444B-99B4-2490481C0A91}" dt="2026-09-18T02:11:28.597" v="11787"/>
          <ac:spMkLst>
            <pc:docMk/>
            <pc:sldMk cId="1265696255" sldId="269"/>
            <ac:spMk id="5" creationId="{481F3886-3DE3-76F0-1C75-EB43A3572131}"/>
          </ac:spMkLst>
        </pc:spChg>
        <pc:spChg chg="mod">
          <ac:chgData name="ACEM2-21 ac37822m(長岡高専)" userId="45dd5a03-675d-49d7-a16d-8a5974401386" providerId="ADAL" clId="{0A89F58A-4406-444B-99B4-2490481C0A91}" dt="2026-09-16T03:18:13.321" v="10702" actId="20577"/>
          <ac:spMkLst>
            <pc:docMk/>
            <pc:sldMk cId="1265696255" sldId="269"/>
            <ac:spMk id="11" creationId="{BD7F2914-19A2-0536-564A-DD3721539646}"/>
          </ac:spMkLst>
        </pc:spChg>
      </pc:sldChg>
      <pc:sldChg chg="addSp delSp modSp mod ord modNotesTx">
        <pc:chgData name="ACEM2-21 ac37822m(長岡高専)" userId="45dd5a03-675d-49d7-a16d-8a5974401386" providerId="ADAL" clId="{0A89F58A-4406-444B-99B4-2490481C0A91}" dt="2026-09-18T05:14:59.834" v="13518" actId="20577"/>
        <pc:sldMkLst>
          <pc:docMk/>
          <pc:sldMk cId="3866805907" sldId="271"/>
        </pc:sldMkLst>
        <pc:spChg chg="mod">
          <ac:chgData name="ACEM2-21 ac37822m(長岡高専)" userId="45dd5a03-675d-49d7-a16d-8a5974401386" providerId="ADAL" clId="{0A89F58A-4406-444B-99B4-2490481C0A91}" dt="2026-09-18T02:07:05.636" v="11481" actId="20577"/>
          <ac:spMkLst>
            <pc:docMk/>
            <pc:sldMk cId="3866805907" sldId="271"/>
            <ac:spMk id="11" creationId="{925A6F93-345E-62C4-D547-0DEA1E33E939}"/>
          </ac:spMkLst>
        </pc:spChg>
        <pc:spChg chg="add mod">
          <ac:chgData name="ACEM2-21 ac37822m(長岡高専)" userId="45dd5a03-675d-49d7-a16d-8a5974401386" providerId="ADAL" clId="{0A89F58A-4406-444B-99B4-2490481C0A91}" dt="2026-09-18T03:57:58.632" v="12654" actId="120"/>
          <ac:spMkLst>
            <pc:docMk/>
            <pc:sldMk cId="3866805907" sldId="271"/>
            <ac:spMk id="12" creationId="{04C5A65E-19F8-DCEA-9514-3809A65F7F2C}"/>
          </ac:spMkLst>
        </pc:spChg>
        <pc:spChg chg="mod">
          <ac:chgData name="ACEM2-21 ac37822m(長岡高専)" userId="45dd5a03-675d-49d7-a16d-8a5974401386" providerId="ADAL" clId="{0A89F58A-4406-444B-99B4-2490481C0A91}" dt="2026-09-15T08:48:59.508" v="8456" actId="14100"/>
          <ac:spMkLst>
            <pc:docMk/>
            <pc:sldMk cId="3866805907" sldId="271"/>
            <ac:spMk id="20" creationId="{315A2C10-2280-32D9-BBAE-3414C8FFB4EC}"/>
          </ac:spMkLst>
        </pc:spChg>
        <pc:graphicFrameChg chg="modGraphic">
          <ac:chgData name="ACEM2-21 ac37822m(長岡高専)" userId="45dd5a03-675d-49d7-a16d-8a5974401386" providerId="ADAL" clId="{0A89F58A-4406-444B-99B4-2490481C0A91}" dt="2026-09-18T03:56:53.520" v="12580" actId="2162"/>
          <ac:graphicFrameMkLst>
            <pc:docMk/>
            <pc:sldMk cId="3866805907" sldId="271"/>
            <ac:graphicFrameMk id="8" creationId="{5187BC04-4146-5BA9-831D-D657730EFE53}"/>
          </ac:graphicFrameMkLst>
        </pc:graphicFrameChg>
        <pc:picChg chg="add mod modCrop">
          <ac:chgData name="ACEM2-21 ac37822m(長岡高専)" userId="45dd5a03-675d-49d7-a16d-8a5974401386" providerId="ADAL" clId="{0A89F58A-4406-444B-99B4-2490481C0A91}" dt="2026-09-18T01:44:45.596" v="11267" actId="1076"/>
          <ac:picMkLst>
            <pc:docMk/>
            <pc:sldMk cId="3866805907" sldId="271"/>
            <ac:picMk id="5" creationId="{1E3C366D-A56A-4DF5-4213-2A558653A0AF}"/>
          </ac:picMkLst>
        </pc:picChg>
      </pc:sldChg>
      <pc:sldChg chg="addSp delSp modSp mod modNotesTx">
        <pc:chgData name="ACEM2-21 ac37822m(長岡高専)" userId="45dd5a03-675d-49d7-a16d-8a5974401386" providerId="ADAL" clId="{0A89F58A-4406-444B-99B4-2490481C0A91}" dt="2026-09-18T05:59:32.573" v="15053"/>
        <pc:sldMkLst>
          <pc:docMk/>
          <pc:sldMk cId="315102233" sldId="272"/>
        </pc:sldMkLst>
        <pc:spChg chg="mod">
          <ac:chgData name="ACEM2-21 ac37822m(長岡高専)" userId="45dd5a03-675d-49d7-a16d-8a5974401386" providerId="ADAL" clId="{0A89F58A-4406-444B-99B4-2490481C0A91}" dt="2026-09-15T06:46:47.318" v="6333" actId="20577"/>
          <ac:spMkLst>
            <pc:docMk/>
            <pc:sldMk cId="315102233" sldId="272"/>
            <ac:spMk id="3" creationId="{0AB27B1E-4E4A-BAE0-DFD9-D9071103CF9E}"/>
          </ac:spMkLst>
        </pc:spChg>
        <pc:spChg chg="mod">
          <ac:chgData name="ACEM2-21 ac37822m(長岡高専)" userId="45dd5a03-675d-49d7-a16d-8a5974401386" providerId="ADAL" clId="{0A89F58A-4406-444B-99B4-2490481C0A91}" dt="2026-09-15T07:29:50.319" v="6943" actId="1076"/>
          <ac:spMkLst>
            <pc:docMk/>
            <pc:sldMk cId="315102233" sldId="272"/>
            <ac:spMk id="8" creationId="{E2B88F23-4ED2-40F3-024A-2E6F66EE4AEB}"/>
          </ac:spMkLst>
        </pc:spChg>
        <pc:spChg chg="mod">
          <ac:chgData name="ACEM2-21 ac37822m(長岡高専)" userId="45dd5a03-675d-49d7-a16d-8a5974401386" providerId="ADAL" clId="{0A89F58A-4406-444B-99B4-2490481C0A91}" dt="2026-09-18T05:59:32.573" v="15053"/>
          <ac:spMkLst>
            <pc:docMk/>
            <pc:sldMk cId="315102233" sldId="272"/>
            <ac:spMk id="11" creationId="{FBAE4CE7-37B1-754C-7241-84E662D1BCBC}"/>
          </ac:spMkLst>
        </pc:spChg>
        <pc:spChg chg="add mod">
          <ac:chgData name="ACEM2-21 ac37822m(長岡高専)" userId="45dd5a03-675d-49d7-a16d-8a5974401386" providerId="ADAL" clId="{0A89F58A-4406-444B-99B4-2490481C0A91}" dt="2026-09-15T07:29:53.251" v="6944" actId="1076"/>
          <ac:spMkLst>
            <pc:docMk/>
            <pc:sldMk cId="315102233" sldId="272"/>
            <ac:spMk id="15" creationId="{2BB44548-3206-945A-9AB6-E1FD1B751101}"/>
          </ac:spMkLst>
        </pc:spChg>
        <pc:spChg chg="mod">
          <ac:chgData name="ACEM2-21 ac37822m(長岡高専)" userId="45dd5a03-675d-49d7-a16d-8a5974401386" providerId="ADAL" clId="{0A89F58A-4406-444B-99B4-2490481C0A91}" dt="2026-09-15T07:29:45.307" v="6942"/>
          <ac:spMkLst>
            <pc:docMk/>
            <pc:sldMk cId="315102233" sldId="272"/>
            <ac:spMk id="27" creationId="{44CAB761-A8B9-9968-3F82-99858955221D}"/>
          </ac:spMkLst>
        </pc:spChg>
        <pc:spChg chg="mod">
          <ac:chgData name="ACEM2-21 ac37822m(長岡高専)" userId="45dd5a03-675d-49d7-a16d-8a5974401386" providerId="ADAL" clId="{0A89F58A-4406-444B-99B4-2490481C0A91}" dt="2026-09-15T09:56:21.016" v="8793" actId="14100"/>
          <ac:spMkLst>
            <pc:docMk/>
            <pc:sldMk cId="315102233" sldId="272"/>
            <ac:spMk id="28" creationId="{9FB9D72A-3780-597B-1A9A-C08AD8D03831}"/>
          </ac:spMkLst>
        </pc:spChg>
        <pc:spChg chg="mod">
          <ac:chgData name="ACEM2-21 ac37822m(長岡高専)" userId="45dd5a03-675d-49d7-a16d-8a5974401386" providerId="ADAL" clId="{0A89F58A-4406-444B-99B4-2490481C0A91}" dt="2026-09-15T07:29:45.307" v="6942"/>
          <ac:spMkLst>
            <pc:docMk/>
            <pc:sldMk cId="315102233" sldId="272"/>
            <ac:spMk id="32" creationId="{B922DECB-F800-1C58-E315-225CF49093DD}"/>
          </ac:spMkLst>
        </pc:spChg>
        <pc:spChg chg="mod">
          <ac:chgData name="ACEM2-21 ac37822m(長岡高専)" userId="45dd5a03-675d-49d7-a16d-8a5974401386" providerId="ADAL" clId="{0A89F58A-4406-444B-99B4-2490481C0A91}" dt="2026-09-15T09:56:25.646" v="8795" actId="313"/>
          <ac:spMkLst>
            <pc:docMk/>
            <pc:sldMk cId="315102233" sldId="272"/>
            <ac:spMk id="33" creationId="{32177D38-5941-73A8-6D71-902EEE3BF3D3}"/>
          </ac:spMkLst>
        </pc:spChg>
        <pc:spChg chg="mod">
          <ac:chgData name="ACEM2-21 ac37822m(長岡高専)" userId="45dd5a03-675d-49d7-a16d-8a5974401386" providerId="ADAL" clId="{0A89F58A-4406-444B-99B4-2490481C0A91}" dt="2026-09-15T07:29:45.307" v="6942"/>
          <ac:spMkLst>
            <pc:docMk/>
            <pc:sldMk cId="315102233" sldId="272"/>
            <ac:spMk id="36" creationId="{56368D64-6374-4E79-B3F5-ED056A4A8409}"/>
          </ac:spMkLst>
        </pc:spChg>
        <pc:spChg chg="mod">
          <ac:chgData name="ACEM2-21 ac37822m(長岡高専)" userId="45dd5a03-675d-49d7-a16d-8a5974401386" providerId="ADAL" clId="{0A89F58A-4406-444B-99B4-2490481C0A91}" dt="2026-09-15T07:29:45.307" v="6942"/>
          <ac:spMkLst>
            <pc:docMk/>
            <pc:sldMk cId="315102233" sldId="272"/>
            <ac:spMk id="50" creationId="{74DE977D-6394-6629-960D-1A6C0C2E07DC}"/>
          </ac:spMkLst>
        </pc:spChg>
        <pc:spChg chg="mod">
          <ac:chgData name="ACEM2-21 ac37822m(長岡高専)" userId="45dd5a03-675d-49d7-a16d-8a5974401386" providerId="ADAL" clId="{0A89F58A-4406-444B-99B4-2490481C0A91}" dt="2026-09-15T07:29:45.307" v="6942"/>
          <ac:spMkLst>
            <pc:docMk/>
            <pc:sldMk cId="315102233" sldId="272"/>
            <ac:spMk id="52" creationId="{00EBE656-F2FA-76CD-5850-10A76DD5A15D}"/>
          </ac:spMkLst>
        </pc:spChg>
        <pc:spChg chg="mod">
          <ac:chgData name="ACEM2-21 ac37822m(長岡高専)" userId="45dd5a03-675d-49d7-a16d-8a5974401386" providerId="ADAL" clId="{0A89F58A-4406-444B-99B4-2490481C0A91}" dt="2026-09-15T07:30:36.850" v="6955" actId="14100"/>
          <ac:spMkLst>
            <pc:docMk/>
            <pc:sldMk cId="315102233" sldId="272"/>
            <ac:spMk id="55" creationId="{F7C0FF82-38EC-10C3-A563-39FD949DC037}"/>
          </ac:spMkLst>
        </pc:spChg>
        <pc:spChg chg="mod">
          <ac:chgData name="ACEM2-21 ac37822m(長岡高専)" userId="45dd5a03-675d-49d7-a16d-8a5974401386" providerId="ADAL" clId="{0A89F58A-4406-444B-99B4-2490481C0A91}" dt="2026-09-15T07:29:45.307" v="6942"/>
          <ac:spMkLst>
            <pc:docMk/>
            <pc:sldMk cId="315102233" sldId="272"/>
            <ac:spMk id="57" creationId="{7524888A-D9FB-E64F-389D-C66A22D904B8}"/>
          </ac:spMkLst>
        </pc:spChg>
        <pc:spChg chg="mod">
          <ac:chgData name="ACEM2-21 ac37822m(長岡高専)" userId="45dd5a03-675d-49d7-a16d-8a5974401386" providerId="ADAL" clId="{0A89F58A-4406-444B-99B4-2490481C0A91}" dt="2026-09-15T07:29:45.307" v="6942"/>
          <ac:spMkLst>
            <pc:docMk/>
            <pc:sldMk cId="315102233" sldId="272"/>
            <ac:spMk id="58" creationId="{7F1432B3-0DBB-09B7-F333-8F2903609546}"/>
          </ac:spMkLst>
        </pc:spChg>
        <pc:spChg chg="mod">
          <ac:chgData name="ACEM2-21 ac37822m(長岡高専)" userId="45dd5a03-675d-49d7-a16d-8a5974401386" providerId="ADAL" clId="{0A89F58A-4406-444B-99B4-2490481C0A91}" dt="2026-09-15T07:30:33.589" v="6954" actId="14100"/>
          <ac:spMkLst>
            <pc:docMk/>
            <pc:sldMk cId="315102233" sldId="272"/>
            <ac:spMk id="59" creationId="{2EFBB767-2328-E419-289B-B48AF5EE7437}"/>
          </ac:spMkLst>
        </pc:spChg>
        <pc:spChg chg="mod">
          <ac:chgData name="ACEM2-21 ac37822m(長岡高専)" userId="45dd5a03-675d-49d7-a16d-8a5974401386" providerId="ADAL" clId="{0A89F58A-4406-444B-99B4-2490481C0A91}" dt="2026-09-15T07:30:42.127" v="6956" actId="14100"/>
          <ac:spMkLst>
            <pc:docMk/>
            <pc:sldMk cId="315102233" sldId="272"/>
            <ac:spMk id="61" creationId="{E2563EF4-9A14-0D80-825C-840B63B38D7D}"/>
          </ac:spMkLst>
        </pc:spChg>
        <pc:spChg chg="mod">
          <ac:chgData name="ACEM2-21 ac37822m(長岡高専)" userId="45dd5a03-675d-49d7-a16d-8a5974401386" providerId="ADAL" clId="{0A89F58A-4406-444B-99B4-2490481C0A91}" dt="2026-09-15T07:29:45.307" v="6942"/>
          <ac:spMkLst>
            <pc:docMk/>
            <pc:sldMk cId="315102233" sldId="272"/>
            <ac:spMk id="68" creationId="{EEA9CF6D-E0E4-2704-7CE8-378A479D15B4}"/>
          </ac:spMkLst>
        </pc:spChg>
        <pc:spChg chg="add mod">
          <ac:chgData name="ACEM2-21 ac37822m(長岡高専)" userId="45dd5a03-675d-49d7-a16d-8a5974401386" providerId="ADAL" clId="{0A89F58A-4406-444B-99B4-2490481C0A91}" dt="2026-09-15T09:56:39.644" v="8798" actId="1076"/>
          <ac:spMkLst>
            <pc:docMk/>
            <pc:sldMk cId="315102233" sldId="272"/>
            <ac:spMk id="70" creationId="{C20F21EB-6465-EFC9-20E8-7834E5147F94}"/>
          </ac:spMkLst>
        </pc:spChg>
        <pc:spChg chg="add mod">
          <ac:chgData name="ACEM2-21 ac37822m(長岡高専)" userId="45dd5a03-675d-49d7-a16d-8a5974401386" providerId="ADAL" clId="{0A89F58A-4406-444B-99B4-2490481C0A91}" dt="2026-09-15T09:56:43.050" v="8799" actId="1076"/>
          <ac:spMkLst>
            <pc:docMk/>
            <pc:sldMk cId="315102233" sldId="272"/>
            <ac:spMk id="72" creationId="{39FFB5A3-88CD-E860-EF97-CCCEEC54DC80}"/>
          </ac:spMkLst>
        </pc:spChg>
        <pc:spChg chg="add mod">
          <ac:chgData name="ACEM2-21 ac37822m(長岡高専)" userId="45dd5a03-675d-49d7-a16d-8a5974401386" providerId="ADAL" clId="{0A89F58A-4406-444B-99B4-2490481C0A91}" dt="2026-09-15T12:33:25.204" v="8981" actId="14100"/>
          <ac:spMkLst>
            <pc:docMk/>
            <pc:sldMk cId="315102233" sldId="272"/>
            <ac:spMk id="78" creationId="{D4355873-2172-5C0E-1B5F-2E2495EDD03A}"/>
          </ac:spMkLst>
        </pc:spChg>
        <pc:spChg chg="add mod">
          <ac:chgData name="ACEM2-21 ac37822m(長岡高専)" userId="45dd5a03-675d-49d7-a16d-8a5974401386" providerId="ADAL" clId="{0A89F58A-4406-444B-99B4-2490481C0A91}" dt="2026-09-15T12:33:36.566" v="8988" actId="14100"/>
          <ac:spMkLst>
            <pc:docMk/>
            <pc:sldMk cId="315102233" sldId="272"/>
            <ac:spMk id="80" creationId="{50D9EDEC-0919-A051-8BC4-0B1080A2658F}"/>
          </ac:spMkLst>
        </pc:spChg>
        <pc:grpChg chg="mod">
          <ac:chgData name="ACEM2-21 ac37822m(長岡高専)" userId="45dd5a03-675d-49d7-a16d-8a5974401386" providerId="ADAL" clId="{0A89F58A-4406-444B-99B4-2490481C0A91}" dt="2026-09-15T09:56:34.559" v="8796" actId="1076"/>
          <ac:grpSpMkLst>
            <pc:docMk/>
            <pc:sldMk cId="315102233" sldId="272"/>
            <ac:grpSpMk id="18" creationId="{B2496B3E-DCD5-5A40-47A3-24277B28EA23}"/>
          </ac:grpSpMkLst>
        </pc:grpChg>
        <pc:grpChg chg="mod">
          <ac:chgData name="ACEM2-21 ac37822m(長岡高専)" userId="45dd5a03-675d-49d7-a16d-8a5974401386" providerId="ADAL" clId="{0A89F58A-4406-444B-99B4-2490481C0A91}" dt="2026-09-15T07:30:57.590" v="6962" actId="1076"/>
          <ac:grpSpMkLst>
            <pc:docMk/>
            <pc:sldMk cId="315102233" sldId="272"/>
            <ac:grpSpMk id="41" creationId="{F780FBE7-E2D7-BBAC-F956-6B49C814B08C}"/>
          </ac:grpSpMkLst>
        </pc:grpChg>
        <pc:graphicFrameChg chg="add mod modGraphic">
          <ac:chgData name="ACEM2-21 ac37822m(長岡高専)" userId="45dd5a03-675d-49d7-a16d-8a5974401386" providerId="ADAL" clId="{0A89F58A-4406-444B-99B4-2490481C0A91}" dt="2026-09-15T06:31:25.093" v="5912" actId="1076"/>
          <ac:graphicFrameMkLst>
            <pc:docMk/>
            <pc:sldMk cId="315102233" sldId="272"/>
            <ac:graphicFrameMk id="4" creationId="{BB92130A-9F3D-70E1-4291-7F4FE54B5F53}"/>
          </ac:graphicFrameMkLst>
        </pc:graphicFrameChg>
        <pc:graphicFrameChg chg="add mod modGraphic">
          <ac:chgData name="ACEM2-21 ac37822m(長岡高専)" userId="45dd5a03-675d-49d7-a16d-8a5974401386" providerId="ADAL" clId="{0A89F58A-4406-444B-99B4-2490481C0A91}" dt="2026-09-15T12:33:56.979" v="9028" actId="404"/>
          <ac:graphicFrameMkLst>
            <pc:docMk/>
            <pc:sldMk cId="315102233" sldId="272"/>
            <ac:graphicFrameMk id="17" creationId="{1F759231-A72B-D3A1-BD39-CA2C5A655271}"/>
          </ac:graphicFrameMkLst>
        </pc:graphicFrameChg>
        <pc:picChg chg="add mod modCrop">
          <ac:chgData name="ACEM2-21 ac37822m(長岡高専)" userId="45dd5a03-675d-49d7-a16d-8a5974401386" providerId="ADAL" clId="{0A89F58A-4406-444B-99B4-2490481C0A91}" dt="2026-09-15T12:32:38.342" v="8928" actId="1076"/>
          <ac:picMkLst>
            <pc:docMk/>
            <pc:sldMk cId="315102233" sldId="272"/>
            <ac:picMk id="74" creationId="{F20542AF-5602-DDF1-02FF-397A3057E9E5}"/>
          </ac:picMkLst>
        </pc:picChg>
        <pc:picChg chg="add mod modCrop">
          <ac:chgData name="ACEM2-21 ac37822m(長岡高専)" userId="45dd5a03-675d-49d7-a16d-8a5974401386" providerId="ADAL" clId="{0A89F58A-4406-444B-99B4-2490481C0A91}" dt="2026-09-15T12:32:44.442" v="8929" actId="14100"/>
          <ac:picMkLst>
            <pc:docMk/>
            <pc:sldMk cId="315102233" sldId="272"/>
            <ac:picMk id="76" creationId="{154BBBEE-E441-5AF0-97D2-E58CE380066D}"/>
          </ac:picMkLst>
        </pc:picChg>
      </pc:sldChg>
      <pc:sldChg chg="addSp delSp modSp add mod ord delAnim modAnim">
        <pc:chgData name="ACEM2-21 ac37822m(長岡高専)" userId="45dd5a03-675d-49d7-a16d-8a5974401386" providerId="ADAL" clId="{0A89F58A-4406-444B-99B4-2490481C0A91}" dt="2026-09-18T05:59:42.486" v="15059"/>
        <pc:sldMkLst>
          <pc:docMk/>
          <pc:sldMk cId="628031770" sldId="274"/>
        </pc:sldMkLst>
        <pc:spChg chg="mod">
          <ac:chgData name="ACEM2-21 ac37822m(長岡高専)" userId="45dd5a03-675d-49d7-a16d-8a5974401386" providerId="ADAL" clId="{0A89F58A-4406-444B-99B4-2490481C0A91}" dt="2026-09-18T05:59:42.486" v="15059"/>
          <ac:spMkLst>
            <pc:docMk/>
            <pc:sldMk cId="628031770" sldId="274"/>
            <ac:spMk id="11" creationId="{63D74D0C-1281-2A3C-DA5B-0FD35FA5BBDA}"/>
          </ac:spMkLst>
        </pc:spChg>
        <pc:spChg chg="mod">
          <ac:chgData name="ACEM2-21 ac37822m(長岡高専)" userId="45dd5a03-675d-49d7-a16d-8a5974401386" providerId="ADAL" clId="{0A89F58A-4406-444B-99B4-2490481C0A91}" dt="2026-09-16T02:33:40.426" v="9203" actId="1076"/>
          <ac:spMkLst>
            <pc:docMk/>
            <pc:sldMk cId="628031770" sldId="274"/>
            <ac:spMk id="29" creationId="{4BD6AF18-122E-8937-F855-C0C122A8AAE3}"/>
          </ac:spMkLst>
        </pc:spChg>
      </pc:sldChg>
      <pc:sldChg chg="delSp modSp add mod ord modNotesTx">
        <pc:chgData name="ACEM2-21 ac37822m(長岡高専)" userId="45dd5a03-675d-49d7-a16d-8a5974401386" providerId="ADAL" clId="{0A89F58A-4406-444B-99B4-2490481C0A91}" dt="2026-09-18T05:07:28.582" v="13054" actId="20577"/>
        <pc:sldMkLst>
          <pc:docMk/>
          <pc:sldMk cId="558206630" sldId="275"/>
        </pc:sldMkLst>
        <pc:spChg chg="mod">
          <ac:chgData name="ACEM2-21 ac37822m(長岡高専)" userId="45dd5a03-675d-49d7-a16d-8a5974401386" providerId="ADAL" clId="{0A89F58A-4406-444B-99B4-2490481C0A91}" dt="2026-09-15T09:41:01.111" v="8682" actId="20577"/>
          <ac:spMkLst>
            <pc:docMk/>
            <pc:sldMk cId="558206630" sldId="275"/>
            <ac:spMk id="11" creationId="{64749310-A379-7006-3A07-15B9B2855B09}"/>
          </ac:spMkLst>
        </pc:spChg>
        <pc:spChg chg="mod">
          <ac:chgData name="ACEM2-21 ac37822m(長岡高専)" userId="45dd5a03-675d-49d7-a16d-8a5974401386" providerId="ADAL" clId="{0A89F58A-4406-444B-99B4-2490481C0A91}" dt="2026-09-18T05:07:28.582" v="13054" actId="20577"/>
          <ac:spMkLst>
            <pc:docMk/>
            <pc:sldMk cId="558206630" sldId="275"/>
            <ac:spMk id="26" creationId="{04FCA7A9-30C2-4C78-B6D9-B1D3BC34033D}"/>
          </ac:spMkLst>
        </pc:spChg>
      </pc:sldChg>
      <pc:sldChg chg="delSp modSp add mod modNotesTx">
        <pc:chgData name="ACEM2-21 ac37822m(長岡高専)" userId="45dd5a03-675d-49d7-a16d-8a5974401386" providerId="ADAL" clId="{0A89F58A-4406-444B-99B4-2490481C0A91}" dt="2026-09-18T03:20:39.230" v="12561" actId="20577"/>
        <pc:sldMkLst>
          <pc:docMk/>
          <pc:sldMk cId="795901822" sldId="276"/>
        </pc:sldMkLst>
        <pc:spChg chg="mod">
          <ac:chgData name="ACEM2-21 ac37822m(長岡高専)" userId="45dd5a03-675d-49d7-a16d-8a5974401386" providerId="ADAL" clId="{0A89F58A-4406-444B-99B4-2490481C0A91}" dt="2026-09-15T09:46:42.552" v="8730" actId="1076"/>
          <ac:spMkLst>
            <pc:docMk/>
            <pc:sldMk cId="795901822" sldId="276"/>
            <ac:spMk id="9" creationId="{5C844E02-3D25-8D63-7A14-4CF030F33D63}"/>
          </ac:spMkLst>
        </pc:spChg>
        <pc:spChg chg="mod">
          <ac:chgData name="ACEM2-21 ac37822m(長岡高専)" userId="45dd5a03-675d-49d7-a16d-8a5974401386" providerId="ADAL" clId="{0A89F58A-4406-444B-99B4-2490481C0A91}" dt="2026-09-18T02:07:03.185" v="11480" actId="20577"/>
          <ac:spMkLst>
            <pc:docMk/>
            <pc:sldMk cId="795901822" sldId="276"/>
            <ac:spMk id="11" creationId="{77E1D361-1BC8-CF47-5AB8-FAF3AEC45ADE}"/>
          </ac:spMkLst>
        </pc:spChg>
        <pc:spChg chg="mod">
          <ac:chgData name="ACEM2-21 ac37822m(長岡高専)" userId="45dd5a03-675d-49d7-a16d-8a5974401386" providerId="ADAL" clId="{0A89F58A-4406-444B-99B4-2490481C0A91}" dt="2026-09-15T09:46:42.552" v="8730" actId="1076"/>
          <ac:spMkLst>
            <pc:docMk/>
            <pc:sldMk cId="795901822" sldId="276"/>
            <ac:spMk id="12" creationId="{67966737-F337-D4D4-3EF2-4A02E113DA7A}"/>
          </ac:spMkLst>
        </pc:spChg>
        <pc:spChg chg="mod">
          <ac:chgData name="ACEM2-21 ac37822m(長岡高専)" userId="45dd5a03-675d-49d7-a16d-8a5974401386" providerId="ADAL" clId="{0A89F58A-4406-444B-99B4-2490481C0A91}" dt="2026-09-15T09:46:42.552" v="8730" actId="1076"/>
          <ac:spMkLst>
            <pc:docMk/>
            <pc:sldMk cId="795901822" sldId="276"/>
            <ac:spMk id="14" creationId="{7838825A-68C6-001E-AF71-2DC0B34F742B}"/>
          </ac:spMkLst>
        </pc:spChg>
        <pc:spChg chg="mod">
          <ac:chgData name="ACEM2-21 ac37822m(長岡高専)" userId="45dd5a03-675d-49d7-a16d-8a5974401386" providerId="ADAL" clId="{0A89F58A-4406-444B-99B4-2490481C0A91}" dt="2026-09-15T09:46:42.552" v="8730" actId="1076"/>
          <ac:spMkLst>
            <pc:docMk/>
            <pc:sldMk cId="795901822" sldId="276"/>
            <ac:spMk id="50" creationId="{2E7441AC-ED2F-6D77-8C6E-4A0D7A12EBBF}"/>
          </ac:spMkLst>
        </pc:spChg>
        <pc:picChg chg="mod">
          <ac:chgData name="ACEM2-21 ac37822m(長岡高専)" userId="45dd5a03-675d-49d7-a16d-8a5974401386" providerId="ADAL" clId="{0A89F58A-4406-444B-99B4-2490481C0A91}" dt="2026-09-15T09:46:42.552" v="8730" actId="1076"/>
          <ac:picMkLst>
            <pc:docMk/>
            <pc:sldMk cId="795901822" sldId="276"/>
            <ac:picMk id="5" creationId="{BBEAD7E9-D11E-9038-31BB-946E5CC34D38}"/>
          </ac:picMkLst>
        </pc:picChg>
        <pc:picChg chg="mod">
          <ac:chgData name="ACEM2-21 ac37822m(長岡高専)" userId="45dd5a03-675d-49d7-a16d-8a5974401386" providerId="ADAL" clId="{0A89F58A-4406-444B-99B4-2490481C0A91}" dt="2026-09-15T09:46:42.552" v="8730" actId="1076"/>
          <ac:picMkLst>
            <pc:docMk/>
            <pc:sldMk cId="795901822" sldId="276"/>
            <ac:picMk id="48" creationId="{14E7B116-845D-6ED4-508A-DE779D29657E}"/>
          </ac:picMkLst>
        </pc:picChg>
      </pc:sldChg>
    </pc:docChg>
  </pc:docChgLst>
  <pc:docChgLst>
    <pc:chgData name="ACEM2-21 ac37822m(長岡高専)" userId="45dd5a03-675d-49d7-a16d-8a5974401386" providerId="ADAL" clId="{995BAEAC-821C-448C-A5E1-6B825DA00774}"/>
    <pc:docChg chg="undo custSel addSld delSld modSld sldOrd">
      <pc:chgData name="ACEM2-21 ac37822m(長岡高専)" userId="45dd5a03-675d-49d7-a16d-8a5974401386" providerId="ADAL" clId="{995BAEAC-821C-448C-A5E1-6B825DA00774}" dt="2026-09-21T13:24:45.076" v="15376" actId="1076"/>
      <pc:docMkLst>
        <pc:docMk/>
      </pc:docMkLst>
      <pc:sldChg chg="addSp delSp modSp mod modNotesTx">
        <pc:chgData name="ACEM2-21 ac37822m(長岡高専)" userId="45dd5a03-675d-49d7-a16d-8a5974401386" providerId="ADAL" clId="{995BAEAC-821C-448C-A5E1-6B825DA00774}" dt="2026-09-08T05:41:33.304" v="6377" actId="20577"/>
        <pc:sldMkLst>
          <pc:docMk/>
          <pc:sldMk cId="4039511945" sldId="256"/>
        </pc:sldMkLst>
        <pc:spChg chg="mod">
          <ac:chgData name="ACEM2-21 ac37822m(長岡高専)" userId="45dd5a03-675d-49d7-a16d-8a5974401386" providerId="ADAL" clId="{995BAEAC-821C-448C-A5E1-6B825DA00774}" dt="2026-08-27T07:09:11.764" v="1467" actId="20577"/>
          <ac:spMkLst>
            <pc:docMk/>
            <pc:sldMk cId="4039511945" sldId="256"/>
            <ac:spMk id="5" creationId="{88920050-2E2D-4E56-80AB-39A6BC114275}"/>
          </ac:spMkLst>
        </pc:spChg>
        <pc:spChg chg="add mod">
          <ac:chgData name="ACEM2-21 ac37822m(長岡高専)" userId="45dd5a03-675d-49d7-a16d-8a5974401386" providerId="ADAL" clId="{995BAEAC-821C-448C-A5E1-6B825DA00774}" dt="2026-08-28T06:44:16.552" v="5542"/>
          <ac:spMkLst>
            <pc:docMk/>
            <pc:sldMk cId="4039511945" sldId="256"/>
            <ac:spMk id="10" creationId="{BDCB9B3E-E8EF-87AD-4F2A-83D18AA3AB24}"/>
          </ac:spMkLst>
        </pc:spChg>
        <pc:spChg chg="add mod">
          <ac:chgData name="ACEM2-21 ac37822m(長岡高専)" userId="45dd5a03-675d-49d7-a16d-8a5974401386" providerId="ADAL" clId="{995BAEAC-821C-448C-A5E1-6B825DA00774}" dt="2026-08-28T06:44:36.856" v="5581" actId="20577"/>
          <ac:spMkLst>
            <pc:docMk/>
            <pc:sldMk cId="4039511945" sldId="256"/>
            <ac:spMk id="12" creationId="{2DC126C8-0B32-25C6-EDF3-6494E50FC898}"/>
          </ac:spMkLst>
        </pc:spChg>
        <pc:spChg chg="add">
          <ac:chgData name="ACEM2-21 ac37822m(長岡高専)" userId="45dd5a03-675d-49d7-a16d-8a5974401386" providerId="ADAL" clId="{995BAEAC-821C-448C-A5E1-6B825DA00774}" dt="2026-08-28T06:44:08.420" v="5541" actId="22"/>
          <ac:spMkLst>
            <pc:docMk/>
            <pc:sldMk cId="4039511945" sldId="256"/>
            <ac:spMk id="14" creationId="{0893C410-0B30-4BAF-315E-4717B358C89A}"/>
          </ac:spMkLst>
        </pc:spChg>
        <pc:spChg chg="add">
          <ac:chgData name="ACEM2-21 ac37822m(長岡高専)" userId="45dd5a03-675d-49d7-a16d-8a5974401386" providerId="ADAL" clId="{995BAEAC-821C-448C-A5E1-6B825DA00774}" dt="2026-08-28T06:44:08.420" v="5541" actId="22"/>
          <ac:spMkLst>
            <pc:docMk/>
            <pc:sldMk cId="4039511945" sldId="256"/>
            <ac:spMk id="16" creationId="{89D46182-A1DD-17B1-1736-89D29DBBA6FD}"/>
          </ac:spMkLst>
        </pc:spChg>
        <pc:spChg chg="add mod">
          <ac:chgData name="ACEM2-21 ac37822m(長岡高専)" userId="45dd5a03-675d-49d7-a16d-8a5974401386" providerId="ADAL" clId="{995BAEAC-821C-448C-A5E1-6B825DA00774}" dt="2026-08-28T06:44:44.673" v="5582" actId="1076"/>
          <ac:spMkLst>
            <pc:docMk/>
            <pc:sldMk cId="4039511945" sldId="256"/>
            <ac:spMk id="18" creationId="{3D1E5A2F-67E8-C076-A2AE-10742F6C91B7}"/>
          </ac:spMkLst>
        </pc:spChg>
      </pc:sldChg>
      <pc:sldChg chg="addSp delSp modSp mod modNotesTx">
        <pc:chgData name="ACEM2-21 ac37822m(長岡高専)" userId="45dd5a03-675d-49d7-a16d-8a5974401386" providerId="ADAL" clId="{995BAEAC-821C-448C-A5E1-6B825DA00774}" dt="2026-09-18T07:54:48.507" v="13009" actId="20577"/>
        <pc:sldMkLst>
          <pc:docMk/>
          <pc:sldMk cId="1614531952" sldId="257"/>
        </pc:sldMkLst>
        <pc:spChg chg="add mod">
          <ac:chgData name="ACEM2-21 ac37822m(長岡高専)" userId="45dd5a03-675d-49d7-a16d-8a5974401386" providerId="ADAL" clId="{995BAEAC-821C-448C-A5E1-6B825DA00774}" dt="2026-09-18T07:54:48.507" v="13009" actId="20577"/>
          <ac:spMkLst>
            <pc:docMk/>
            <pc:sldMk cId="1614531952" sldId="257"/>
            <ac:spMk id="9" creationId="{EF829B69-4BE3-6BE4-CA40-1DF293AB198C}"/>
          </ac:spMkLst>
        </pc:spChg>
        <pc:spChg chg="mod">
          <ac:chgData name="ACEM2-21 ac37822m(長岡高専)" userId="45dd5a03-675d-49d7-a16d-8a5974401386" providerId="ADAL" clId="{995BAEAC-821C-448C-A5E1-6B825DA00774}" dt="2026-09-16T04:26:40.856" v="12970" actId="14100"/>
          <ac:spMkLst>
            <pc:docMk/>
            <pc:sldMk cId="1614531952" sldId="257"/>
            <ac:spMk id="11" creationId="{B171C714-A3D1-7EBD-3E35-C3D40A04CFCC}"/>
          </ac:spMkLst>
        </pc:spChg>
      </pc:sldChg>
      <pc:sldChg chg="addSp delSp modSp add mod modNotesTx">
        <pc:chgData name="ACEM2-21 ac37822m(長岡高専)" userId="45dd5a03-675d-49d7-a16d-8a5974401386" providerId="ADAL" clId="{995BAEAC-821C-448C-A5E1-6B825DA00774}" dt="2026-09-18T07:57:13.989" v="13179" actId="20577"/>
        <pc:sldMkLst>
          <pc:docMk/>
          <pc:sldMk cId="1055157735" sldId="260"/>
        </pc:sldMkLst>
        <pc:spChg chg="mod">
          <ac:chgData name="ACEM2-21 ac37822m(長岡高専)" userId="45dd5a03-675d-49d7-a16d-8a5974401386" providerId="ADAL" clId="{995BAEAC-821C-448C-A5E1-6B825DA00774}" dt="2026-09-18T07:56:39.740" v="13169" actId="20577"/>
          <ac:spMkLst>
            <pc:docMk/>
            <pc:sldMk cId="1055157735" sldId="260"/>
            <ac:spMk id="9" creationId="{D97F9CAE-777A-5AF6-089E-173899D147A4}"/>
          </ac:spMkLst>
        </pc:spChg>
        <pc:spChg chg="mod">
          <ac:chgData name="ACEM2-21 ac37822m(長岡高専)" userId="45dd5a03-675d-49d7-a16d-8a5974401386" providerId="ADAL" clId="{995BAEAC-821C-448C-A5E1-6B825DA00774}" dt="2026-08-27T06:36:49.770" v="902" actId="20577"/>
          <ac:spMkLst>
            <pc:docMk/>
            <pc:sldMk cId="1055157735" sldId="260"/>
            <ac:spMk id="11" creationId="{AC147638-74E8-83F2-096B-2869174298A2}"/>
          </ac:spMkLst>
        </pc:spChg>
        <pc:spChg chg="add mod">
          <ac:chgData name="ACEM2-21 ac37822m(長岡高専)" userId="45dd5a03-675d-49d7-a16d-8a5974401386" providerId="ADAL" clId="{995BAEAC-821C-448C-A5E1-6B825DA00774}" dt="2026-09-18T07:56:34.347" v="13165" actId="20577"/>
          <ac:spMkLst>
            <pc:docMk/>
            <pc:sldMk cId="1055157735" sldId="260"/>
            <ac:spMk id="66" creationId="{56F4D455-195A-0CA6-59C6-FCEF7AB895E8}"/>
          </ac:spMkLst>
        </pc:spChg>
        <pc:spChg chg="add mod">
          <ac:chgData name="ACEM2-21 ac37822m(長岡高専)" userId="45dd5a03-675d-49d7-a16d-8a5974401386" providerId="ADAL" clId="{995BAEAC-821C-448C-A5E1-6B825DA00774}" dt="2026-09-18T07:57:06.599" v="13177" actId="20577"/>
          <ac:spMkLst>
            <pc:docMk/>
            <pc:sldMk cId="1055157735" sldId="260"/>
            <ac:spMk id="72" creationId="{DA21506C-9B19-6490-A3A7-959C5053D192}"/>
          </ac:spMkLst>
        </pc:spChg>
        <pc:spChg chg="add mod">
          <ac:chgData name="ACEM2-21 ac37822m(長岡高専)" userId="45dd5a03-675d-49d7-a16d-8a5974401386" providerId="ADAL" clId="{995BAEAC-821C-448C-A5E1-6B825DA00774}" dt="2026-09-18T07:57:13.989" v="13179" actId="20577"/>
          <ac:spMkLst>
            <pc:docMk/>
            <pc:sldMk cId="1055157735" sldId="260"/>
            <ac:spMk id="78" creationId="{072A197C-73CE-E770-5CEC-2381075B62A7}"/>
          </ac:spMkLst>
        </pc:spChg>
        <pc:spChg chg="add mod">
          <ac:chgData name="ACEM2-21 ac37822m(長岡高専)" userId="45dd5a03-675d-49d7-a16d-8a5974401386" providerId="ADAL" clId="{995BAEAC-821C-448C-A5E1-6B825DA00774}" dt="2026-09-01T06:29:26.243" v="5794" actId="14100"/>
          <ac:spMkLst>
            <pc:docMk/>
            <pc:sldMk cId="1055157735" sldId="260"/>
            <ac:spMk id="86" creationId="{8D5CE153-158C-57A3-368D-84BA713A93A3}"/>
          </ac:spMkLst>
        </pc:spChg>
        <pc:spChg chg="add mod">
          <ac:chgData name="ACEM2-21 ac37822m(長岡高専)" userId="45dd5a03-675d-49d7-a16d-8a5974401386" providerId="ADAL" clId="{995BAEAC-821C-448C-A5E1-6B825DA00774}" dt="2026-09-01T06:29:31.706" v="5797" actId="14100"/>
          <ac:spMkLst>
            <pc:docMk/>
            <pc:sldMk cId="1055157735" sldId="260"/>
            <ac:spMk id="88" creationId="{42FC6FB7-167C-242D-6B35-98A9D310C231}"/>
          </ac:spMkLst>
        </pc:spChg>
        <pc:spChg chg="add mod">
          <ac:chgData name="ACEM2-21 ac37822m(長岡高専)" userId="45dd5a03-675d-49d7-a16d-8a5974401386" providerId="ADAL" clId="{995BAEAC-821C-448C-A5E1-6B825DA00774}" dt="2026-09-01T06:29:39.122" v="5798" actId="14100"/>
          <ac:spMkLst>
            <pc:docMk/>
            <pc:sldMk cId="1055157735" sldId="260"/>
            <ac:spMk id="90" creationId="{AC000FBC-20D8-241D-5CC4-3AFAA158765F}"/>
          </ac:spMkLst>
        </pc:spChg>
      </pc:sldChg>
      <pc:sldChg chg="addSp delSp modSp add mod ord modNotesTx">
        <pc:chgData name="ACEM2-21 ac37822m(長岡高専)" userId="45dd5a03-675d-49d7-a16d-8a5974401386" providerId="ADAL" clId="{995BAEAC-821C-448C-A5E1-6B825DA00774}" dt="2026-09-21T11:18:22.171" v="13934" actId="404"/>
        <pc:sldMkLst>
          <pc:docMk/>
          <pc:sldMk cId="2712717103" sldId="261"/>
        </pc:sldMkLst>
        <pc:spChg chg="mod">
          <ac:chgData name="ACEM2-21 ac37822m(長岡高専)" userId="45dd5a03-675d-49d7-a16d-8a5974401386" providerId="ADAL" clId="{995BAEAC-821C-448C-A5E1-6B825DA00774}" dt="2026-09-18T08:31:41.312" v="13815" actId="1076"/>
          <ac:spMkLst>
            <pc:docMk/>
            <pc:sldMk cId="2712717103" sldId="261"/>
            <ac:spMk id="8" creationId="{321A5709-2A03-B45D-B666-1107244FD103}"/>
          </ac:spMkLst>
        </pc:spChg>
        <pc:spChg chg="mod">
          <ac:chgData name="ACEM2-21 ac37822m(長岡高専)" userId="45dd5a03-675d-49d7-a16d-8a5974401386" providerId="ADAL" clId="{995BAEAC-821C-448C-A5E1-6B825DA00774}" dt="2026-09-18T07:58:11.628" v="13187"/>
          <ac:spMkLst>
            <pc:docMk/>
            <pc:sldMk cId="2712717103" sldId="261"/>
            <ac:spMk id="9" creationId="{F4D79F60-C0B9-22AF-A434-5724FCFD29BD}"/>
          </ac:spMkLst>
        </pc:spChg>
        <pc:spChg chg="mod">
          <ac:chgData name="ACEM2-21 ac37822m(長岡高専)" userId="45dd5a03-675d-49d7-a16d-8a5974401386" providerId="ADAL" clId="{995BAEAC-821C-448C-A5E1-6B825DA00774}" dt="2026-09-16T04:08:58.253" v="12711" actId="20577"/>
          <ac:spMkLst>
            <pc:docMk/>
            <pc:sldMk cId="2712717103" sldId="261"/>
            <ac:spMk id="11" creationId="{91B4097F-F4DE-7614-E244-523CB55123A3}"/>
          </ac:spMkLst>
        </pc:spChg>
        <pc:spChg chg="mod">
          <ac:chgData name="ACEM2-21 ac37822m(長岡高専)" userId="45dd5a03-675d-49d7-a16d-8a5974401386" providerId="ADAL" clId="{995BAEAC-821C-448C-A5E1-6B825DA00774}" dt="2026-09-18T07:58:11.628" v="13187"/>
          <ac:spMkLst>
            <pc:docMk/>
            <pc:sldMk cId="2712717103" sldId="261"/>
            <ac:spMk id="13" creationId="{2656E47B-B0B5-1DD9-CAAF-38FBC726FC4F}"/>
          </ac:spMkLst>
        </pc:spChg>
        <pc:spChg chg="add mod">
          <ac:chgData name="ACEM2-21 ac37822m(長岡高専)" userId="45dd5a03-675d-49d7-a16d-8a5974401386" providerId="ADAL" clId="{995BAEAC-821C-448C-A5E1-6B825DA00774}" dt="2026-09-18T08:33:37.753" v="13817" actId="20577"/>
          <ac:spMkLst>
            <pc:docMk/>
            <pc:sldMk cId="2712717103" sldId="261"/>
            <ac:spMk id="17" creationId="{E29B81A5-088C-6571-6F84-5584C9B4C311}"/>
          </ac:spMkLst>
        </pc:spChg>
        <pc:spChg chg="add del mod">
          <ac:chgData name="ACEM2-21 ac37822m(長岡高専)" userId="45dd5a03-675d-49d7-a16d-8a5974401386" providerId="ADAL" clId="{995BAEAC-821C-448C-A5E1-6B825DA00774}" dt="2026-09-21T11:17:26.710" v="13906"/>
          <ac:spMkLst>
            <pc:docMk/>
            <pc:sldMk cId="2712717103" sldId="261"/>
            <ac:spMk id="21" creationId="{C4929DC4-D794-5CBA-C5DB-38E63D78525E}"/>
          </ac:spMkLst>
        </pc:spChg>
        <pc:spChg chg="add mod">
          <ac:chgData name="ACEM2-21 ac37822m(長岡高専)" userId="45dd5a03-675d-49d7-a16d-8a5974401386" providerId="ADAL" clId="{995BAEAC-821C-448C-A5E1-6B825DA00774}" dt="2026-09-21T11:17:47.987" v="13914" actId="1076"/>
          <ac:spMkLst>
            <pc:docMk/>
            <pc:sldMk cId="2712717103" sldId="261"/>
            <ac:spMk id="29" creationId="{56D8F76D-17BE-F86A-B2A2-7DFC2DBC5BF0}"/>
          </ac:spMkLst>
        </pc:spChg>
        <pc:spChg chg="add mod">
          <ac:chgData name="ACEM2-21 ac37822m(長岡高専)" userId="45dd5a03-675d-49d7-a16d-8a5974401386" providerId="ADAL" clId="{995BAEAC-821C-448C-A5E1-6B825DA00774}" dt="2026-09-18T08:33:33.968" v="13816" actId="20577"/>
          <ac:spMkLst>
            <pc:docMk/>
            <pc:sldMk cId="2712717103" sldId="261"/>
            <ac:spMk id="50" creationId="{52C0885E-08AB-E0F2-0C3F-D656F76CEB64}"/>
          </ac:spMkLst>
        </pc:spChg>
        <pc:grpChg chg="add mod">
          <ac:chgData name="ACEM2-21 ac37822m(長岡高専)" userId="45dd5a03-675d-49d7-a16d-8a5974401386" providerId="ADAL" clId="{995BAEAC-821C-448C-A5E1-6B825DA00774}" dt="2026-09-18T08:31:41.312" v="13815" actId="1076"/>
          <ac:grpSpMkLst>
            <pc:docMk/>
            <pc:sldMk cId="2712717103" sldId="261"/>
            <ac:grpSpMk id="3" creationId="{52B91E11-3DBE-1299-B9B4-3918C016305E}"/>
          </ac:grpSpMkLst>
        </pc:grpChg>
        <pc:graphicFrameChg chg="mod modGraphic">
          <ac:chgData name="ACEM2-21 ac37822m(長岡高専)" userId="45dd5a03-675d-49d7-a16d-8a5974401386" providerId="ADAL" clId="{995BAEAC-821C-448C-A5E1-6B825DA00774}" dt="2026-09-21T11:18:22.171" v="13934" actId="404"/>
          <ac:graphicFrameMkLst>
            <pc:docMk/>
            <pc:sldMk cId="2712717103" sldId="261"/>
            <ac:graphicFrameMk id="4" creationId="{5306B373-9934-7D67-33BB-3E29DF33BC98}"/>
          </ac:graphicFrameMkLst>
        </pc:graphicFrameChg>
        <pc:picChg chg="mod">
          <ac:chgData name="ACEM2-21 ac37822m(長岡高専)" userId="45dd5a03-675d-49d7-a16d-8a5974401386" providerId="ADAL" clId="{995BAEAC-821C-448C-A5E1-6B825DA00774}" dt="2026-09-18T07:58:11.628" v="13187"/>
          <ac:picMkLst>
            <pc:docMk/>
            <pc:sldMk cId="2712717103" sldId="261"/>
            <ac:picMk id="5" creationId="{0D1597FE-2D79-9E18-A7C2-B461BA23C598}"/>
          </ac:picMkLst>
        </pc:picChg>
        <pc:picChg chg="add mod">
          <ac:chgData name="ACEM2-21 ac37822m(長岡高専)" userId="45dd5a03-675d-49d7-a16d-8a5974401386" providerId="ADAL" clId="{995BAEAC-821C-448C-A5E1-6B825DA00774}" dt="2026-09-18T08:31:41.312" v="13815" actId="1076"/>
          <ac:picMkLst>
            <pc:docMk/>
            <pc:sldMk cId="2712717103" sldId="261"/>
            <ac:picMk id="48" creationId="{C416D623-A2BA-BEBA-96D8-2B1DC9CEC280}"/>
          </ac:picMkLst>
        </pc:picChg>
      </pc:sldChg>
      <pc:sldChg chg="addSp delSp modSp add mod ord modAnim modNotesTx">
        <pc:chgData name="ACEM2-21 ac37822m(長岡高専)" userId="45dd5a03-675d-49d7-a16d-8a5974401386" providerId="ADAL" clId="{995BAEAC-821C-448C-A5E1-6B825DA00774}" dt="2026-09-21T13:16:21.578" v="15192" actId="20577"/>
        <pc:sldMkLst>
          <pc:docMk/>
          <pc:sldMk cId="683892195" sldId="263"/>
        </pc:sldMkLst>
        <pc:spChg chg="del mod">
          <ac:chgData name="ACEM2-21 ac37822m(長岡高専)" userId="45dd5a03-675d-49d7-a16d-8a5974401386" providerId="ADAL" clId="{995BAEAC-821C-448C-A5E1-6B825DA00774}" dt="2026-09-21T13:12:12.982" v="15072" actId="21"/>
          <ac:spMkLst>
            <pc:docMk/>
            <pc:sldMk cId="683892195" sldId="263"/>
            <ac:spMk id="3" creationId="{9110F28A-CA9B-779F-0836-DA711CD3014F}"/>
          </ac:spMkLst>
        </pc:spChg>
        <pc:spChg chg="add del mod">
          <ac:chgData name="ACEM2-21 ac37822m(長岡高専)" userId="45dd5a03-675d-49d7-a16d-8a5974401386" providerId="ADAL" clId="{995BAEAC-821C-448C-A5E1-6B825DA00774}" dt="2026-09-21T13:12:12.982" v="15072" actId="21"/>
          <ac:spMkLst>
            <pc:docMk/>
            <pc:sldMk cId="683892195" sldId="263"/>
            <ac:spMk id="8" creationId="{51F0311F-0E5D-E4BF-939C-8210616917C6}"/>
          </ac:spMkLst>
        </pc:spChg>
        <pc:spChg chg="mod">
          <ac:chgData name="ACEM2-21 ac37822m(長岡高専)" userId="45dd5a03-675d-49d7-a16d-8a5974401386" providerId="ADAL" clId="{995BAEAC-821C-448C-A5E1-6B825DA00774}" dt="2026-09-21T13:12:06.014" v="15071" actId="20577"/>
          <ac:spMkLst>
            <pc:docMk/>
            <pc:sldMk cId="683892195" sldId="263"/>
            <ac:spMk id="11" creationId="{1873C7D6-14F4-DE90-DBA0-3C748C542061}"/>
          </ac:spMkLst>
        </pc:spChg>
        <pc:spChg chg="add del mod">
          <ac:chgData name="ACEM2-21 ac37822m(長岡高専)" userId="45dd5a03-675d-49d7-a16d-8a5974401386" providerId="ADAL" clId="{995BAEAC-821C-448C-A5E1-6B825DA00774}" dt="2026-09-21T13:12:12.982" v="15072" actId="21"/>
          <ac:spMkLst>
            <pc:docMk/>
            <pc:sldMk cId="683892195" sldId="263"/>
            <ac:spMk id="13" creationId="{171800BB-AEC5-7783-292D-9CB9FA803EAC}"/>
          </ac:spMkLst>
        </pc:spChg>
        <pc:spChg chg="add mod">
          <ac:chgData name="ACEM2-21 ac37822m(長岡高専)" userId="45dd5a03-675d-49d7-a16d-8a5974401386" providerId="ADAL" clId="{995BAEAC-821C-448C-A5E1-6B825DA00774}" dt="2026-09-21T13:14:16.213" v="15142" actId="1076"/>
          <ac:spMkLst>
            <pc:docMk/>
            <pc:sldMk cId="683892195" sldId="263"/>
            <ac:spMk id="16" creationId="{5FCD7173-A627-C50C-B127-603EE44312E1}"/>
          </ac:spMkLst>
        </pc:spChg>
        <pc:spChg chg="add mod">
          <ac:chgData name="ACEM2-21 ac37822m(長岡高専)" userId="45dd5a03-675d-49d7-a16d-8a5974401386" providerId="ADAL" clId="{995BAEAC-821C-448C-A5E1-6B825DA00774}" dt="2026-09-21T13:14:26.516" v="15158" actId="20577"/>
          <ac:spMkLst>
            <pc:docMk/>
            <pc:sldMk cId="683892195" sldId="263"/>
            <ac:spMk id="18" creationId="{BD4AF556-34B9-D593-7766-D6A82FFFF937}"/>
          </ac:spMkLst>
        </pc:spChg>
        <pc:spChg chg="add mod">
          <ac:chgData name="ACEM2-21 ac37822m(長岡高専)" userId="45dd5a03-675d-49d7-a16d-8a5974401386" providerId="ADAL" clId="{995BAEAC-821C-448C-A5E1-6B825DA00774}" dt="2026-09-21T13:16:21.578" v="15192" actId="20577"/>
          <ac:spMkLst>
            <pc:docMk/>
            <pc:sldMk cId="683892195" sldId="263"/>
            <ac:spMk id="20" creationId="{79DC2913-4B3C-1C6B-CB56-3305C59963F2}"/>
          </ac:spMkLst>
        </pc:spChg>
        <pc:spChg chg="del mod">
          <ac:chgData name="ACEM2-21 ac37822m(長岡高専)" userId="45dd5a03-675d-49d7-a16d-8a5974401386" providerId="ADAL" clId="{995BAEAC-821C-448C-A5E1-6B825DA00774}" dt="2026-09-21T13:12:12.982" v="15072" actId="21"/>
          <ac:spMkLst>
            <pc:docMk/>
            <pc:sldMk cId="683892195" sldId="263"/>
            <ac:spMk id="163" creationId="{A64E5AA0-0C74-1ADB-91E6-E5F2E0F3E0FC}"/>
          </ac:spMkLst>
        </pc:spChg>
        <pc:spChg chg="del mod">
          <ac:chgData name="ACEM2-21 ac37822m(長岡高専)" userId="45dd5a03-675d-49d7-a16d-8a5974401386" providerId="ADAL" clId="{995BAEAC-821C-448C-A5E1-6B825DA00774}" dt="2026-09-21T13:12:12.982" v="15072" actId="21"/>
          <ac:spMkLst>
            <pc:docMk/>
            <pc:sldMk cId="683892195" sldId="263"/>
            <ac:spMk id="165" creationId="{ADA478BF-EA67-C2E7-03F3-A1357322BB6F}"/>
          </ac:spMkLst>
        </pc:spChg>
        <pc:grpChg chg="del mod">
          <ac:chgData name="ACEM2-21 ac37822m(長岡高専)" userId="45dd5a03-675d-49d7-a16d-8a5974401386" providerId="ADAL" clId="{995BAEAC-821C-448C-A5E1-6B825DA00774}" dt="2026-09-21T13:12:12.982" v="15072" actId="21"/>
          <ac:grpSpMkLst>
            <pc:docMk/>
            <pc:sldMk cId="683892195" sldId="263"/>
            <ac:grpSpMk id="111" creationId="{20E7FE1E-2E82-0C10-044E-7AFC391319BA}"/>
          </ac:grpSpMkLst>
        </pc:grpChg>
        <pc:grpChg chg="del mod">
          <ac:chgData name="ACEM2-21 ac37822m(長岡高専)" userId="45dd5a03-675d-49d7-a16d-8a5974401386" providerId="ADAL" clId="{995BAEAC-821C-448C-A5E1-6B825DA00774}" dt="2026-09-21T13:12:12.982" v="15072" actId="21"/>
          <ac:grpSpMkLst>
            <pc:docMk/>
            <pc:sldMk cId="683892195" sldId="263"/>
            <ac:grpSpMk id="134" creationId="{9F6C4E96-27E9-A0E4-CDFF-AF5E59F19600}"/>
          </ac:grpSpMkLst>
        </pc:grpChg>
        <pc:graphicFrameChg chg="del mod modGraphic">
          <ac:chgData name="ACEM2-21 ac37822m(長岡高専)" userId="45dd5a03-675d-49d7-a16d-8a5974401386" providerId="ADAL" clId="{995BAEAC-821C-448C-A5E1-6B825DA00774}" dt="2026-09-21T13:12:12.982" v="15072" actId="21"/>
          <ac:graphicFrameMkLst>
            <pc:docMk/>
            <pc:sldMk cId="683892195" sldId="263"/>
            <ac:graphicFrameMk id="5" creationId="{F9AD843C-0A69-6862-5493-1EF6C69449DE}"/>
          </ac:graphicFrameMkLst>
        </pc:graphicFrameChg>
        <pc:graphicFrameChg chg="add mod">
          <ac:chgData name="ACEM2-21 ac37822m(長岡高専)" userId="45dd5a03-675d-49d7-a16d-8a5974401386" providerId="ADAL" clId="{995BAEAC-821C-448C-A5E1-6B825DA00774}" dt="2026-09-21T11:29:15.356" v="14149" actId="1076"/>
          <ac:graphicFrameMkLst>
            <pc:docMk/>
            <pc:sldMk cId="683892195" sldId="263"/>
            <ac:graphicFrameMk id="9" creationId="{534A8BEB-38AC-6008-D3B8-2241A418FD01}"/>
          </ac:graphicFrameMkLst>
        </pc:graphicFrameChg>
        <pc:picChg chg="add mod">
          <ac:chgData name="ACEM2-21 ac37822m(長岡高専)" userId="45dd5a03-675d-49d7-a16d-8a5974401386" providerId="ADAL" clId="{995BAEAC-821C-448C-A5E1-6B825DA00774}" dt="2026-09-21T13:13:32.985" v="15082" actId="1076"/>
          <ac:picMkLst>
            <pc:docMk/>
            <pc:sldMk cId="683892195" sldId="263"/>
            <ac:picMk id="12" creationId="{47DBD065-A595-8239-ADEB-673E0D147237}"/>
          </ac:picMkLst>
        </pc:picChg>
        <pc:picChg chg="add mod">
          <ac:chgData name="ACEM2-21 ac37822m(長岡高専)" userId="45dd5a03-675d-49d7-a16d-8a5974401386" providerId="ADAL" clId="{995BAEAC-821C-448C-A5E1-6B825DA00774}" dt="2026-09-21T13:13:32.985" v="15082" actId="1076"/>
          <ac:picMkLst>
            <pc:docMk/>
            <pc:sldMk cId="683892195" sldId="263"/>
            <ac:picMk id="14" creationId="{6BF37724-B5C3-FE66-1278-9A85C84B77F3}"/>
          </ac:picMkLst>
        </pc:picChg>
        <pc:cxnChg chg="mod">
          <ac:chgData name="ACEM2-21 ac37822m(長岡高専)" userId="45dd5a03-675d-49d7-a16d-8a5974401386" providerId="ADAL" clId="{995BAEAC-821C-448C-A5E1-6B825DA00774}" dt="2026-09-21T13:12:12.982" v="15072" actId="21"/>
          <ac:cxnSpMkLst>
            <pc:docMk/>
            <pc:sldMk cId="683892195" sldId="263"/>
            <ac:cxnSpMk id="116" creationId="{FD7C7F07-9992-5ABC-52B5-BEF6E3DC2E48}"/>
          </ac:cxnSpMkLst>
        </pc:cxnChg>
      </pc:sldChg>
      <pc:sldChg chg="addSp delSp modSp add del mod ord modNotesTx">
        <pc:chgData name="ACEM2-21 ac37822m(長岡高専)" userId="45dd5a03-675d-49d7-a16d-8a5974401386" providerId="ADAL" clId="{995BAEAC-821C-448C-A5E1-6B825DA00774}" dt="2026-09-21T11:50:27.408" v="14526" actId="2696"/>
        <pc:sldMkLst>
          <pc:docMk/>
          <pc:sldMk cId="1578321219" sldId="266"/>
        </pc:sldMkLst>
      </pc:sldChg>
      <pc:sldChg chg="addSp delSp modSp add mod modNotesTx">
        <pc:chgData name="ACEM2-21 ac37822m(長岡高専)" userId="45dd5a03-675d-49d7-a16d-8a5974401386" providerId="ADAL" clId="{995BAEAC-821C-448C-A5E1-6B825DA00774}" dt="2026-09-21T12:54:46.673" v="15061" actId="113"/>
        <pc:sldMkLst>
          <pc:docMk/>
          <pc:sldMk cId="3400072852" sldId="267"/>
        </pc:sldMkLst>
        <pc:spChg chg="add mod">
          <ac:chgData name="ACEM2-21 ac37822m(長岡高専)" userId="45dd5a03-675d-49d7-a16d-8a5974401386" providerId="ADAL" clId="{995BAEAC-821C-448C-A5E1-6B825DA00774}" dt="2026-09-21T12:54:37.287" v="15060" actId="1076"/>
          <ac:spMkLst>
            <pc:docMk/>
            <pc:sldMk cId="3400072852" sldId="267"/>
            <ac:spMk id="3" creationId="{13AE2F88-C907-4D10-6740-BF639A4A7813}"/>
          </ac:spMkLst>
        </pc:spChg>
        <pc:spChg chg="mod">
          <ac:chgData name="ACEM2-21 ac37822m(長岡高専)" userId="45dd5a03-675d-49d7-a16d-8a5974401386" providerId="ADAL" clId="{995BAEAC-821C-448C-A5E1-6B825DA00774}" dt="2026-09-16T04:09:03.459" v="12721" actId="20577"/>
          <ac:spMkLst>
            <pc:docMk/>
            <pc:sldMk cId="3400072852" sldId="267"/>
            <ac:spMk id="11" creationId="{CF60603F-BF27-4045-80B3-94D352740838}"/>
          </ac:spMkLst>
        </pc:spChg>
        <pc:spChg chg="add mod">
          <ac:chgData name="ACEM2-21 ac37822m(長岡高専)" userId="45dd5a03-675d-49d7-a16d-8a5974401386" providerId="ADAL" clId="{995BAEAC-821C-448C-A5E1-6B825DA00774}" dt="2026-09-01T08:20:41.165" v="6085" actId="20577"/>
          <ac:spMkLst>
            <pc:docMk/>
            <pc:sldMk cId="3400072852" sldId="267"/>
            <ac:spMk id="26" creationId="{AD4E38E4-0228-CFF2-5D46-559179356D63}"/>
          </ac:spMkLst>
        </pc:spChg>
        <pc:spChg chg="mod">
          <ac:chgData name="ACEM2-21 ac37822m(長岡高専)" userId="45dd5a03-675d-49d7-a16d-8a5974401386" providerId="ADAL" clId="{995BAEAC-821C-448C-A5E1-6B825DA00774}" dt="2026-09-15T15:07:11.215" v="9348" actId="20577"/>
          <ac:spMkLst>
            <pc:docMk/>
            <pc:sldMk cId="3400072852" sldId="267"/>
            <ac:spMk id="28" creationId="{638ED28B-B87D-DD00-8299-22FE24B65FAF}"/>
          </ac:spMkLst>
        </pc:spChg>
        <pc:spChg chg="add mod">
          <ac:chgData name="ACEM2-21 ac37822m(長岡高専)" userId="45dd5a03-675d-49d7-a16d-8a5974401386" providerId="ADAL" clId="{995BAEAC-821C-448C-A5E1-6B825DA00774}" dt="2026-09-21T12:54:37.287" v="15060" actId="1076"/>
          <ac:spMkLst>
            <pc:docMk/>
            <pc:sldMk cId="3400072852" sldId="267"/>
            <ac:spMk id="31" creationId="{8F577796-4BA6-ACF8-8642-2FC35DCCBAB0}"/>
          </ac:spMkLst>
        </pc:spChg>
        <pc:spChg chg="add mod">
          <ac:chgData name="ACEM2-21 ac37822m(長岡高専)" userId="45dd5a03-675d-49d7-a16d-8a5974401386" providerId="ADAL" clId="{995BAEAC-821C-448C-A5E1-6B825DA00774}" dt="2026-09-21T12:54:37.287" v="15060" actId="1076"/>
          <ac:spMkLst>
            <pc:docMk/>
            <pc:sldMk cId="3400072852" sldId="267"/>
            <ac:spMk id="35" creationId="{D177BF95-8BAC-5211-89D1-8D1844852C9F}"/>
          </ac:spMkLst>
        </pc:spChg>
        <pc:spChg chg="add mod">
          <ac:chgData name="ACEM2-21 ac37822m(長岡高専)" userId="45dd5a03-675d-49d7-a16d-8a5974401386" providerId="ADAL" clId="{995BAEAC-821C-448C-A5E1-6B825DA00774}" dt="2026-09-21T12:54:37.287" v="15060" actId="1076"/>
          <ac:spMkLst>
            <pc:docMk/>
            <pc:sldMk cId="3400072852" sldId="267"/>
            <ac:spMk id="40" creationId="{39E633EE-0D08-16EC-45AE-8B411E8EB09D}"/>
          </ac:spMkLst>
        </pc:spChg>
        <pc:spChg chg="add mod">
          <ac:chgData name="ACEM2-21 ac37822m(長岡高専)" userId="45dd5a03-675d-49d7-a16d-8a5974401386" providerId="ADAL" clId="{995BAEAC-821C-448C-A5E1-6B825DA00774}" dt="2026-09-21T12:54:37.287" v="15060" actId="1076"/>
          <ac:spMkLst>
            <pc:docMk/>
            <pc:sldMk cId="3400072852" sldId="267"/>
            <ac:spMk id="50" creationId="{191BDBD0-1E6A-2294-29FE-F5214A48DCB2}"/>
          </ac:spMkLst>
        </pc:spChg>
        <pc:spChg chg="mod">
          <ac:chgData name="ACEM2-21 ac37822m(長岡高専)" userId="45dd5a03-675d-49d7-a16d-8a5974401386" providerId="ADAL" clId="{995BAEAC-821C-448C-A5E1-6B825DA00774}" dt="2026-09-18T08:08:31.308" v="13403" actId="1076"/>
          <ac:spMkLst>
            <pc:docMk/>
            <pc:sldMk cId="3400072852" sldId="267"/>
            <ac:spMk id="65" creationId="{01294DC9-39F3-F976-0059-771A8396CE45}"/>
          </ac:spMkLst>
        </pc:spChg>
        <pc:spChg chg="mod">
          <ac:chgData name="ACEM2-21 ac37822m(長岡高専)" userId="45dd5a03-675d-49d7-a16d-8a5974401386" providerId="ADAL" clId="{995BAEAC-821C-448C-A5E1-6B825DA00774}" dt="2026-09-18T08:04:08.216" v="13340" actId="1076"/>
          <ac:spMkLst>
            <pc:docMk/>
            <pc:sldMk cId="3400072852" sldId="267"/>
            <ac:spMk id="67" creationId="{00769347-FE31-F765-9ED5-83E9CD4A2EE5}"/>
          </ac:spMkLst>
        </pc:spChg>
        <pc:spChg chg="mod">
          <ac:chgData name="ACEM2-21 ac37822m(長岡高専)" userId="45dd5a03-675d-49d7-a16d-8a5974401386" providerId="ADAL" clId="{995BAEAC-821C-448C-A5E1-6B825DA00774}" dt="2026-09-18T08:04:08.216" v="13340" actId="1076"/>
          <ac:spMkLst>
            <pc:docMk/>
            <pc:sldMk cId="3400072852" sldId="267"/>
            <ac:spMk id="69" creationId="{938CD6AE-C4FD-CC51-02FF-564BB2C918F2}"/>
          </ac:spMkLst>
        </pc:spChg>
        <pc:spChg chg="mod">
          <ac:chgData name="ACEM2-21 ac37822m(長岡高専)" userId="45dd5a03-675d-49d7-a16d-8a5974401386" providerId="ADAL" clId="{995BAEAC-821C-448C-A5E1-6B825DA00774}" dt="2026-09-21T12:54:46.673" v="15061" actId="113"/>
          <ac:spMkLst>
            <pc:docMk/>
            <pc:sldMk cId="3400072852" sldId="267"/>
            <ac:spMk id="76" creationId="{30CC9629-0A8B-E18C-CE4E-805C78EC3171}"/>
          </ac:spMkLst>
        </pc:spChg>
        <pc:spChg chg="mod">
          <ac:chgData name="ACEM2-21 ac37822m(長岡高専)" userId="45dd5a03-675d-49d7-a16d-8a5974401386" providerId="ADAL" clId="{995BAEAC-821C-448C-A5E1-6B825DA00774}" dt="2026-09-18T08:08:31.308" v="13403" actId="1076"/>
          <ac:spMkLst>
            <pc:docMk/>
            <pc:sldMk cId="3400072852" sldId="267"/>
            <ac:spMk id="97" creationId="{66AAA418-8786-A21C-13C0-FCD69AA0CCE6}"/>
          </ac:spMkLst>
        </pc:spChg>
        <pc:spChg chg="mod">
          <ac:chgData name="ACEM2-21 ac37822m(長岡高専)" userId="45dd5a03-675d-49d7-a16d-8a5974401386" providerId="ADAL" clId="{995BAEAC-821C-448C-A5E1-6B825DA00774}" dt="2026-09-18T08:04:08.216" v="13340" actId="1076"/>
          <ac:spMkLst>
            <pc:docMk/>
            <pc:sldMk cId="3400072852" sldId="267"/>
            <ac:spMk id="99" creationId="{318C0A35-861A-B5C2-3E5D-532A9D151D64}"/>
          </ac:spMkLst>
        </pc:spChg>
        <pc:spChg chg="mod">
          <ac:chgData name="ACEM2-21 ac37822m(長岡高専)" userId="45dd5a03-675d-49d7-a16d-8a5974401386" providerId="ADAL" clId="{995BAEAC-821C-448C-A5E1-6B825DA00774}" dt="2026-09-18T08:04:08.216" v="13340" actId="1076"/>
          <ac:spMkLst>
            <pc:docMk/>
            <pc:sldMk cId="3400072852" sldId="267"/>
            <ac:spMk id="100" creationId="{62877359-955E-0412-171A-A27996778313}"/>
          </ac:spMkLst>
        </pc:spChg>
        <pc:spChg chg="mod">
          <ac:chgData name="ACEM2-21 ac37822m(長岡高専)" userId="45dd5a03-675d-49d7-a16d-8a5974401386" providerId="ADAL" clId="{995BAEAC-821C-448C-A5E1-6B825DA00774}" dt="2026-09-18T08:04:08.216" v="13340" actId="1076"/>
          <ac:spMkLst>
            <pc:docMk/>
            <pc:sldMk cId="3400072852" sldId="267"/>
            <ac:spMk id="104" creationId="{27E0CBDB-1F73-F8B6-AEBC-FCE6C8339E36}"/>
          </ac:spMkLst>
        </pc:spChg>
        <pc:spChg chg="mod">
          <ac:chgData name="ACEM2-21 ac37822m(長岡高専)" userId="45dd5a03-675d-49d7-a16d-8a5974401386" providerId="ADAL" clId="{995BAEAC-821C-448C-A5E1-6B825DA00774}" dt="2026-09-18T08:04:08.216" v="13340" actId="1076"/>
          <ac:spMkLst>
            <pc:docMk/>
            <pc:sldMk cId="3400072852" sldId="267"/>
            <ac:spMk id="125" creationId="{202E6560-2902-E3E5-9995-12E78E585D88}"/>
          </ac:spMkLst>
        </pc:spChg>
        <pc:spChg chg="mod">
          <ac:chgData name="ACEM2-21 ac37822m(長岡高専)" userId="45dd5a03-675d-49d7-a16d-8a5974401386" providerId="ADAL" clId="{995BAEAC-821C-448C-A5E1-6B825DA00774}" dt="2026-09-18T08:04:08.216" v="13340" actId="1076"/>
          <ac:spMkLst>
            <pc:docMk/>
            <pc:sldMk cId="3400072852" sldId="267"/>
            <ac:spMk id="127" creationId="{C4F26478-BCE6-51E3-F6B0-380B67857CF2}"/>
          </ac:spMkLst>
        </pc:spChg>
        <pc:grpChg chg="mod">
          <ac:chgData name="ACEM2-21 ac37822m(長岡高専)" userId="45dd5a03-675d-49d7-a16d-8a5974401386" providerId="ADAL" clId="{995BAEAC-821C-448C-A5E1-6B825DA00774}" dt="2026-09-15T14:44:13.740" v="7734" actId="1076"/>
          <ac:grpSpMkLst>
            <pc:docMk/>
            <pc:sldMk cId="3400072852" sldId="267"/>
            <ac:grpSpMk id="77" creationId="{38628BBF-F850-AA2C-CD20-1BFC906895BB}"/>
          </ac:grpSpMkLst>
        </pc:grpChg>
        <pc:grpChg chg="mod">
          <ac:chgData name="ACEM2-21 ac37822m(長岡高専)" userId="45dd5a03-675d-49d7-a16d-8a5974401386" providerId="ADAL" clId="{995BAEAC-821C-448C-A5E1-6B825DA00774}" dt="2026-09-15T14:44:13.740" v="7734" actId="1076"/>
          <ac:grpSpMkLst>
            <pc:docMk/>
            <pc:sldMk cId="3400072852" sldId="267"/>
            <ac:grpSpMk id="78" creationId="{AA47197B-65CB-76B0-B2FE-B3A4C7427568}"/>
          </ac:grpSpMkLst>
        </pc:grpChg>
        <pc:grpChg chg="mod">
          <ac:chgData name="ACEM2-21 ac37822m(長岡高専)" userId="45dd5a03-675d-49d7-a16d-8a5974401386" providerId="ADAL" clId="{995BAEAC-821C-448C-A5E1-6B825DA00774}" dt="2026-09-15T14:44:13.740" v="7734" actId="1076"/>
          <ac:grpSpMkLst>
            <pc:docMk/>
            <pc:sldMk cId="3400072852" sldId="267"/>
            <ac:grpSpMk id="81" creationId="{0515AF8F-02B0-DC40-8233-0216DEDFD436}"/>
          </ac:grpSpMkLst>
        </pc:grpChg>
        <pc:picChg chg="mod">
          <ac:chgData name="ACEM2-21 ac37822m(長岡高専)" userId="45dd5a03-675d-49d7-a16d-8a5974401386" providerId="ADAL" clId="{995BAEAC-821C-448C-A5E1-6B825DA00774}" dt="2026-09-18T08:04:08.216" v="13340" actId="1076"/>
          <ac:picMkLst>
            <pc:docMk/>
            <pc:sldMk cId="3400072852" sldId="267"/>
            <ac:picMk id="34" creationId="{08735152-F0D5-8A7A-9E28-09B42E017252}"/>
          </ac:picMkLst>
        </pc:picChg>
        <pc:picChg chg="del mod">
          <ac:chgData name="ACEM2-21 ac37822m(長岡高専)" userId="45dd5a03-675d-49d7-a16d-8a5974401386" providerId="ADAL" clId="{995BAEAC-821C-448C-A5E1-6B825DA00774}" dt="2026-09-21T11:20:54.830" v="13936" actId="21"/>
          <ac:picMkLst>
            <pc:docMk/>
            <pc:sldMk cId="3400072852" sldId="267"/>
            <ac:picMk id="37" creationId="{43EC96E1-940E-A648-8825-AD58D2DFB64D}"/>
          </ac:picMkLst>
        </pc:picChg>
        <pc:picChg chg="add mod">
          <ac:chgData name="ACEM2-21 ac37822m(長岡高専)" userId="45dd5a03-675d-49d7-a16d-8a5974401386" providerId="ADAL" clId="{995BAEAC-821C-448C-A5E1-6B825DA00774}" dt="2026-09-21T12:52:01.519" v="15040" actId="1076"/>
          <ac:picMkLst>
            <pc:docMk/>
            <pc:sldMk cId="3400072852" sldId="267"/>
            <ac:picMk id="56" creationId="{19A2FAEE-20DF-E0E8-58C1-FFB000F2CD09}"/>
          </ac:picMkLst>
        </pc:picChg>
        <pc:picChg chg="add mod ord">
          <ac:chgData name="ACEM2-21 ac37822m(長岡高専)" userId="45dd5a03-675d-49d7-a16d-8a5974401386" providerId="ADAL" clId="{995BAEAC-821C-448C-A5E1-6B825DA00774}" dt="2026-09-21T12:54:37.287" v="15060" actId="1076"/>
          <ac:picMkLst>
            <pc:docMk/>
            <pc:sldMk cId="3400072852" sldId="267"/>
            <ac:picMk id="66" creationId="{847FA6EB-4D42-7299-4FE5-59FBC2C18374}"/>
          </ac:picMkLst>
        </pc:picChg>
        <pc:picChg chg="add mod ord">
          <ac:chgData name="ACEM2-21 ac37822m(長岡高専)" userId="45dd5a03-675d-49d7-a16d-8a5974401386" providerId="ADAL" clId="{995BAEAC-821C-448C-A5E1-6B825DA00774}" dt="2026-09-21T12:54:37.287" v="15060" actId="1076"/>
          <ac:picMkLst>
            <pc:docMk/>
            <pc:sldMk cId="3400072852" sldId="267"/>
            <ac:picMk id="70" creationId="{0791AE75-7C6B-5FC3-45E2-82D30B6A1A50}"/>
          </ac:picMkLst>
        </pc:picChg>
        <pc:picChg chg="add mod ord">
          <ac:chgData name="ACEM2-21 ac37822m(長岡高専)" userId="45dd5a03-675d-49d7-a16d-8a5974401386" providerId="ADAL" clId="{995BAEAC-821C-448C-A5E1-6B825DA00774}" dt="2026-09-21T12:54:37.287" v="15060" actId="1076"/>
          <ac:picMkLst>
            <pc:docMk/>
            <pc:sldMk cId="3400072852" sldId="267"/>
            <ac:picMk id="73" creationId="{27793490-7E8D-C7A5-63DF-EA50A0C32038}"/>
          </ac:picMkLst>
        </pc:picChg>
        <pc:picChg chg="add mod ord">
          <ac:chgData name="ACEM2-21 ac37822m(長岡高専)" userId="45dd5a03-675d-49d7-a16d-8a5974401386" providerId="ADAL" clId="{995BAEAC-821C-448C-A5E1-6B825DA00774}" dt="2026-09-21T12:54:37.287" v="15060" actId="1076"/>
          <ac:picMkLst>
            <pc:docMk/>
            <pc:sldMk cId="3400072852" sldId="267"/>
            <ac:picMk id="93" creationId="{274A83DD-5784-4494-72A6-6E15228479EC}"/>
          </ac:picMkLst>
        </pc:picChg>
        <pc:cxnChg chg="mod">
          <ac:chgData name="ACEM2-21 ac37822m(長岡高専)" userId="45dd5a03-675d-49d7-a16d-8a5974401386" providerId="ADAL" clId="{995BAEAC-821C-448C-A5E1-6B825DA00774}" dt="2026-09-21T12:52:01.519" v="15040" actId="1076"/>
          <ac:cxnSpMkLst>
            <pc:docMk/>
            <pc:sldMk cId="3400072852" sldId="267"/>
            <ac:cxnSpMk id="38" creationId="{41207AE7-A7D0-D1D8-4B3A-9E94B9F25A54}"/>
          </ac:cxnSpMkLst>
        </pc:cxnChg>
        <pc:cxnChg chg="mod">
          <ac:chgData name="ACEM2-21 ac37822m(長岡高専)" userId="45dd5a03-675d-49d7-a16d-8a5974401386" providerId="ADAL" clId="{995BAEAC-821C-448C-A5E1-6B825DA00774}" dt="2026-09-21T12:52:01.519" v="15040" actId="1076"/>
          <ac:cxnSpMkLst>
            <pc:docMk/>
            <pc:sldMk cId="3400072852" sldId="267"/>
            <ac:cxnSpMk id="41" creationId="{A45B8006-B989-E037-00BD-D98E2F7E33E4}"/>
          </ac:cxnSpMkLst>
        </pc:cxnChg>
        <pc:cxnChg chg="add mod">
          <ac:chgData name="ACEM2-21 ac37822m(長岡高専)" userId="45dd5a03-675d-49d7-a16d-8a5974401386" providerId="ADAL" clId="{995BAEAC-821C-448C-A5E1-6B825DA00774}" dt="2026-09-21T12:54:37.287" v="15060" actId="1076"/>
          <ac:cxnSpMkLst>
            <pc:docMk/>
            <pc:sldMk cId="3400072852" sldId="267"/>
            <ac:cxnSpMk id="42" creationId="{D8B85003-8A39-B4DD-5A9E-E92D8EAF404A}"/>
          </ac:cxnSpMkLst>
        </pc:cxnChg>
      </pc:sldChg>
      <pc:sldChg chg="addSp delSp modSp mod modAnim modNotesTx">
        <pc:chgData name="ACEM2-21 ac37822m(長岡高専)" userId="45dd5a03-675d-49d7-a16d-8a5974401386" providerId="ADAL" clId="{995BAEAC-821C-448C-A5E1-6B825DA00774}" dt="2026-09-21T13:24:45.076" v="15376" actId="1076"/>
        <pc:sldMkLst>
          <pc:docMk/>
          <pc:sldMk cId="3630399525" sldId="268"/>
        </pc:sldMkLst>
        <pc:spChg chg="mod">
          <ac:chgData name="ACEM2-21 ac37822m(長岡高専)" userId="45dd5a03-675d-49d7-a16d-8a5974401386" providerId="ADAL" clId="{995BAEAC-821C-448C-A5E1-6B825DA00774}" dt="2026-09-16T04:24:54.507" v="12950" actId="20577"/>
          <ac:spMkLst>
            <pc:docMk/>
            <pc:sldMk cId="3630399525" sldId="268"/>
            <ac:spMk id="8" creationId="{1C683C20-B0E8-9AA0-6473-A02CD4D92A54}"/>
          </ac:spMkLst>
        </pc:spChg>
        <pc:spChg chg="mod">
          <ac:chgData name="ACEM2-21 ac37822m(長岡高専)" userId="45dd5a03-675d-49d7-a16d-8a5974401386" providerId="ADAL" clId="{995BAEAC-821C-448C-A5E1-6B825DA00774}" dt="2026-09-16T04:25:53.745" v="12951" actId="113"/>
          <ac:spMkLst>
            <pc:docMk/>
            <pc:sldMk cId="3630399525" sldId="268"/>
            <ac:spMk id="11" creationId="{06140BCD-47BF-7E01-E735-469E650F861A}"/>
          </ac:spMkLst>
        </pc:spChg>
        <pc:spChg chg="del mod">
          <ac:chgData name="ACEM2-21 ac37822m(長岡高専)" userId="45dd5a03-675d-49d7-a16d-8a5974401386" providerId="ADAL" clId="{995BAEAC-821C-448C-A5E1-6B825DA00774}" dt="2026-09-21T12:41:24.379" v="15030"/>
          <ac:spMkLst>
            <pc:docMk/>
            <pc:sldMk cId="3630399525" sldId="268"/>
            <ac:spMk id="13" creationId="{A4978038-E6A8-1BA7-3E20-0BA3C5B7E991}"/>
          </ac:spMkLst>
        </pc:spChg>
        <pc:spChg chg="add mod">
          <ac:chgData name="ACEM2-21 ac37822m(長岡高専)" userId="45dd5a03-675d-49d7-a16d-8a5974401386" providerId="ADAL" clId="{995BAEAC-821C-448C-A5E1-6B825DA00774}" dt="2026-09-21T13:24:00.997" v="15322" actId="1076"/>
          <ac:spMkLst>
            <pc:docMk/>
            <pc:sldMk cId="3630399525" sldId="268"/>
            <ac:spMk id="16" creationId="{48B60F5E-9FF3-4B11-D0CA-12AC02D5D79D}"/>
          </ac:spMkLst>
        </pc:spChg>
        <pc:spChg chg="add del mod">
          <ac:chgData name="ACEM2-21 ac37822m(長岡高専)" userId="45dd5a03-675d-49d7-a16d-8a5974401386" providerId="ADAL" clId="{995BAEAC-821C-448C-A5E1-6B825DA00774}" dt="2026-09-21T13:23:54.896" v="15321"/>
          <ac:spMkLst>
            <pc:docMk/>
            <pc:sldMk cId="3630399525" sldId="268"/>
            <ac:spMk id="17" creationId="{89550D6C-29F9-EEBC-FE08-3CC20A4AAE55}"/>
          </ac:spMkLst>
        </pc:spChg>
        <pc:spChg chg="add mod">
          <ac:chgData name="ACEM2-21 ac37822m(長岡高専)" userId="45dd5a03-675d-49d7-a16d-8a5974401386" providerId="ADAL" clId="{995BAEAC-821C-448C-A5E1-6B825DA00774}" dt="2026-09-21T13:24:45.076" v="15376" actId="1076"/>
          <ac:spMkLst>
            <pc:docMk/>
            <pc:sldMk cId="3630399525" sldId="268"/>
            <ac:spMk id="19" creationId="{5AECEE48-0C7C-BAE9-6A3E-012B5D1CE3EE}"/>
          </ac:spMkLst>
        </pc:spChg>
        <pc:spChg chg="add mod">
          <ac:chgData name="ACEM2-21 ac37822m(長岡高専)" userId="45dd5a03-675d-49d7-a16d-8a5974401386" providerId="ADAL" clId="{995BAEAC-821C-448C-A5E1-6B825DA00774}" dt="2026-09-21T13:24:22.991" v="15326" actId="14100"/>
          <ac:spMkLst>
            <pc:docMk/>
            <pc:sldMk cId="3630399525" sldId="268"/>
            <ac:spMk id="21" creationId="{211E0C3C-B101-7002-C51D-C8E04B18939F}"/>
          </ac:spMkLst>
        </pc:spChg>
        <pc:spChg chg="mod">
          <ac:chgData name="ACEM2-21 ac37822m(長岡高専)" userId="45dd5a03-675d-49d7-a16d-8a5974401386" providerId="ADAL" clId="{995BAEAC-821C-448C-A5E1-6B825DA00774}" dt="2026-09-21T13:24:05.699" v="15323" actId="1076"/>
          <ac:spMkLst>
            <pc:docMk/>
            <pc:sldMk cId="3630399525" sldId="268"/>
            <ac:spMk id="24" creationId="{831148DF-AEE4-D20C-53D1-498E98C27200}"/>
          </ac:spMkLst>
        </pc:spChg>
        <pc:spChg chg="mod">
          <ac:chgData name="ACEM2-21 ac37822m(長岡高専)" userId="45dd5a03-675d-49d7-a16d-8a5974401386" providerId="ADAL" clId="{995BAEAC-821C-448C-A5E1-6B825DA00774}" dt="2026-09-21T13:24:05.699" v="15323" actId="1076"/>
          <ac:spMkLst>
            <pc:docMk/>
            <pc:sldMk cId="3630399525" sldId="268"/>
            <ac:spMk id="28" creationId="{94C449EE-64D2-6AD9-B402-9CE85A0B3A78}"/>
          </ac:spMkLst>
        </pc:spChg>
        <pc:spChg chg="mod">
          <ac:chgData name="ACEM2-21 ac37822m(長岡高専)" userId="45dd5a03-675d-49d7-a16d-8a5974401386" providerId="ADAL" clId="{995BAEAC-821C-448C-A5E1-6B825DA00774}" dt="2026-09-21T13:24:05.699" v="15323" actId="1076"/>
          <ac:spMkLst>
            <pc:docMk/>
            <pc:sldMk cId="3630399525" sldId="268"/>
            <ac:spMk id="30" creationId="{B7D80035-D0A1-EA0D-9257-CE85A96C8351}"/>
          </ac:spMkLst>
        </pc:spChg>
        <pc:graphicFrameChg chg="add mod">
          <ac:chgData name="ACEM2-21 ac37822m(長岡高専)" userId="45dd5a03-675d-49d7-a16d-8a5974401386" providerId="ADAL" clId="{995BAEAC-821C-448C-A5E1-6B825DA00774}" dt="2026-09-21T11:55:33.387" v="14880" actId="1076"/>
          <ac:graphicFrameMkLst>
            <pc:docMk/>
            <pc:sldMk cId="3630399525" sldId="268"/>
            <ac:graphicFrameMk id="4" creationId="{8268DA31-4FDE-3C63-B0F1-9FB7CDE777A7}"/>
          </ac:graphicFrameMkLst>
        </pc:graphicFrameChg>
        <pc:graphicFrameChg chg="mod modGraphic">
          <ac:chgData name="ACEM2-21 ac37822m(長岡高専)" userId="45dd5a03-675d-49d7-a16d-8a5974401386" providerId="ADAL" clId="{995BAEAC-821C-448C-A5E1-6B825DA00774}" dt="2026-09-21T13:24:05.699" v="15323" actId="1076"/>
          <ac:graphicFrameMkLst>
            <pc:docMk/>
            <pc:sldMk cId="3630399525" sldId="268"/>
            <ac:graphicFrameMk id="22" creationId="{00001B2E-FAD7-5B49-D994-E8CBEBB328B6}"/>
          </ac:graphicFrameMkLst>
        </pc:graphicFrameChg>
        <pc:graphicFrameChg chg="mod modGraphic">
          <ac:chgData name="ACEM2-21 ac37822m(長岡高専)" userId="45dd5a03-675d-49d7-a16d-8a5974401386" providerId="ADAL" clId="{995BAEAC-821C-448C-A5E1-6B825DA00774}" dt="2026-09-21T13:24:05.699" v="15323" actId="1076"/>
          <ac:graphicFrameMkLst>
            <pc:docMk/>
            <pc:sldMk cId="3630399525" sldId="268"/>
            <ac:graphicFrameMk id="26" creationId="{04FC79B4-3E43-A9EC-D55F-90C4047E9181}"/>
          </ac:graphicFrameMkLst>
        </pc:graphicFrameChg>
        <pc:picChg chg="add mod">
          <ac:chgData name="ACEM2-21 ac37822m(長岡高専)" userId="45dd5a03-675d-49d7-a16d-8a5974401386" providerId="ADAL" clId="{995BAEAC-821C-448C-A5E1-6B825DA00774}" dt="2026-09-21T13:24:00.997" v="15322" actId="1076"/>
          <ac:picMkLst>
            <pc:docMk/>
            <pc:sldMk cId="3630399525" sldId="268"/>
            <ac:picMk id="9" creationId="{6025D013-1083-9A0E-F0E7-247CDBD1393B}"/>
          </ac:picMkLst>
        </pc:picChg>
        <pc:picChg chg="add mod">
          <ac:chgData name="ACEM2-21 ac37822m(長岡高専)" userId="45dd5a03-675d-49d7-a16d-8a5974401386" providerId="ADAL" clId="{995BAEAC-821C-448C-A5E1-6B825DA00774}" dt="2026-09-21T13:24:00.997" v="15322" actId="1076"/>
          <ac:picMkLst>
            <pc:docMk/>
            <pc:sldMk cId="3630399525" sldId="268"/>
            <ac:picMk id="14" creationId="{EFB4C5D6-327B-29F4-9878-0184A9F7F1F5}"/>
          </ac:picMkLst>
        </pc:picChg>
      </pc:sldChg>
      <pc:sldChg chg="modSp mod modNotesTx">
        <pc:chgData name="ACEM2-21 ac37822m(長岡高専)" userId="45dd5a03-675d-49d7-a16d-8a5974401386" providerId="ADAL" clId="{995BAEAC-821C-448C-A5E1-6B825DA00774}" dt="2026-09-21T11:39:23.156" v="14237" actId="20577"/>
        <pc:sldMkLst>
          <pc:docMk/>
          <pc:sldMk cId="1265696255" sldId="269"/>
        </pc:sldMkLst>
        <pc:spChg chg="mod">
          <ac:chgData name="ACEM2-21 ac37822m(長岡高専)" userId="45dd5a03-675d-49d7-a16d-8a5974401386" providerId="ADAL" clId="{995BAEAC-821C-448C-A5E1-6B825DA00774}" dt="2026-09-21T11:39:23.156" v="14237" actId="20577"/>
          <ac:spMkLst>
            <pc:docMk/>
            <pc:sldMk cId="1265696255" sldId="269"/>
            <ac:spMk id="5" creationId="{481F3886-3DE3-76F0-1C75-EB43A3572131}"/>
          </ac:spMkLst>
        </pc:spChg>
      </pc:sldChg>
      <pc:sldChg chg="addSp delSp modSp add mod modNotesTx">
        <pc:chgData name="ACEM2-21 ac37822m(長岡高専)" userId="45dd5a03-675d-49d7-a16d-8a5974401386" providerId="ADAL" clId="{995BAEAC-821C-448C-A5E1-6B825DA00774}" dt="2026-09-21T11:27:56.380" v="14142" actId="20577"/>
        <pc:sldMkLst>
          <pc:docMk/>
          <pc:sldMk cId="3866805907" sldId="271"/>
        </pc:sldMkLst>
        <pc:spChg chg="add del mod">
          <ac:chgData name="ACEM2-21 ac37822m(長岡高専)" userId="45dd5a03-675d-49d7-a16d-8a5974401386" providerId="ADAL" clId="{995BAEAC-821C-448C-A5E1-6B825DA00774}" dt="2026-09-01T06:32:41.666" v="5988" actId="14100"/>
          <ac:spMkLst>
            <pc:docMk/>
            <pc:sldMk cId="3866805907" sldId="271"/>
            <ac:spMk id="11" creationId="{925A6F93-345E-62C4-D547-0DEA1E33E939}"/>
          </ac:spMkLst>
        </pc:spChg>
        <pc:spChg chg="mod">
          <ac:chgData name="ACEM2-21 ac37822m(長岡高専)" userId="45dd5a03-675d-49d7-a16d-8a5974401386" providerId="ADAL" clId="{995BAEAC-821C-448C-A5E1-6B825DA00774}" dt="2026-09-18T08:22:15.832" v="13572" actId="404"/>
          <ac:spMkLst>
            <pc:docMk/>
            <pc:sldMk cId="3866805907" sldId="271"/>
            <ac:spMk id="12" creationId="{04C5A65E-19F8-DCEA-9514-3809A65F7F2C}"/>
          </ac:spMkLst>
        </pc:spChg>
        <pc:spChg chg="add mod">
          <ac:chgData name="ACEM2-21 ac37822m(長岡高専)" userId="45dd5a03-675d-49d7-a16d-8a5974401386" providerId="ADAL" clId="{995BAEAC-821C-448C-A5E1-6B825DA00774}" dt="2026-09-15T14:46:25.937" v="7740" actId="1076"/>
          <ac:spMkLst>
            <pc:docMk/>
            <pc:sldMk cId="3866805907" sldId="271"/>
            <ac:spMk id="13" creationId="{44016B29-9E33-FA4F-24CA-782DF0DF2CE0}"/>
          </ac:spMkLst>
        </pc:spChg>
        <pc:spChg chg="add mod">
          <ac:chgData name="ACEM2-21 ac37822m(長岡高専)" userId="45dd5a03-675d-49d7-a16d-8a5974401386" providerId="ADAL" clId="{995BAEAC-821C-448C-A5E1-6B825DA00774}" dt="2026-09-21T11:27:56.380" v="14142" actId="20577"/>
          <ac:spMkLst>
            <pc:docMk/>
            <pc:sldMk cId="3866805907" sldId="271"/>
            <ac:spMk id="19" creationId="{28601A24-81EE-C974-6D3D-252D5D2FF4B5}"/>
          </ac:spMkLst>
        </pc:spChg>
        <pc:spChg chg="mod">
          <ac:chgData name="ACEM2-21 ac37822m(長岡高専)" userId="45dd5a03-675d-49d7-a16d-8a5974401386" providerId="ADAL" clId="{995BAEAC-821C-448C-A5E1-6B825DA00774}" dt="2026-09-16T04:18:25.030" v="12893" actId="1076"/>
          <ac:spMkLst>
            <pc:docMk/>
            <pc:sldMk cId="3866805907" sldId="271"/>
            <ac:spMk id="20" creationId="{315A2C10-2280-32D9-BBAE-3414C8FFB4EC}"/>
          </ac:spMkLst>
        </pc:spChg>
        <pc:graphicFrameChg chg="modGraphic">
          <ac:chgData name="ACEM2-21 ac37822m(長岡高専)" userId="45dd5a03-675d-49d7-a16d-8a5974401386" providerId="ADAL" clId="{995BAEAC-821C-448C-A5E1-6B825DA00774}" dt="2026-09-18T08:16:17.407" v="13559" actId="404"/>
          <ac:graphicFrameMkLst>
            <pc:docMk/>
            <pc:sldMk cId="3866805907" sldId="271"/>
            <ac:graphicFrameMk id="8" creationId="{5187BC04-4146-5BA9-831D-D657730EFE53}"/>
          </ac:graphicFrameMkLst>
        </pc:graphicFrameChg>
        <pc:graphicFrameChg chg="add mod modGraphic">
          <ac:chgData name="ACEM2-21 ac37822m(長岡高専)" userId="45dd5a03-675d-49d7-a16d-8a5974401386" providerId="ADAL" clId="{995BAEAC-821C-448C-A5E1-6B825DA00774}" dt="2026-09-16T04:17:36.504" v="12881" actId="20577"/>
          <ac:graphicFrameMkLst>
            <pc:docMk/>
            <pc:sldMk cId="3866805907" sldId="271"/>
            <ac:graphicFrameMk id="14" creationId="{5DFE1BC2-3B55-0391-EB0A-8C5410671BEB}"/>
          </ac:graphicFrameMkLst>
        </pc:graphicFrameChg>
      </pc:sldChg>
      <pc:sldChg chg="addSp delSp modSp add mod modNotesTx">
        <pc:chgData name="ACEM2-21 ac37822m(長岡高専)" userId="45dd5a03-675d-49d7-a16d-8a5974401386" providerId="ADAL" clId="{995BAEAC-821C-448C-A5E1-6B825DA00774}" dt="2026-09-21T13:21:51.222" v="15317" actId="20577"/>
        <pc:sldMkLst>
          <pc:docMk/>
          <pc:sldMk cId="315102233" sldId="272"/>
        </pc:sldMkLst>
        <pc:spChg chg="mod">
          <ac:chgData name="ACEM2-21 ac37822m(長岡高専)" userId="45dd5a03-675d-49d7-a16d-8a5974401386" providerId="ADAL" clId="{995BAEAC-821C-448C-A5E1-6B825DA00774}" dt="2026-09-21T13:21:40.267" v="15314" actId="20577"/>
          <ac:spMkLst>
            <pc:docMk/>
            <pc:sldMk cId="315102233" sldId="272"/>
            <ac:spMk id="3" creationId="{0AB27B1E-4E4A-BAE0-DFD9-D9071103CF9E}"/>
          </ac:spMkLst>
        </pc:spChg>
        <pc:spChg chg="mod">
          <ac:chgData name="ACEM2-21 ac37822m(長岡高専)" userId="45dd5a03-675d-49d7-a16d-8a5974401386" providerId="ADAL" clId="{995BAEAC-821C-448C-A5E1-6B825DA00774}" dt="2026-09-21T13:21:51.222" v="15317" actId="20577"/>
          <ac:spMkLst>
            <pc:docMk/>
            <pc:sldMk cId="315102233" sldId="272"/>
            <ac:spMk id="8" creationId="{E2B88F23-4ED2-40F3-024A-2E6F66EE4AEB}"/>
          </ac:spMkLst>
        </pc:spChg>
        <pc:spChg chg="mod">
          <ac:chgData name="ACEM2-21 ac37822m(長岡高専)" userId="45dd5a03-675d-49d7-a16d-8a5974401386" providerId="ADAL" clId="{995BAEAC-821C-448C-A5E1-6B825DA00774}" dt="2026-09-16T04:26:13.784" v="12954" actId="113"/>
          <ac:spMkLst>
            <pc:docMk/>
            <pc:sldMk cId="315102233" sldId="272"/>
            <ac:spMk id="11" creationId="{FBAE4CE7-37B1-754C-7241-84E662D1BCBC}"/>
          </ac:spMkLst>
        </pc:spChg>
        <pc:spChg chg="mod">
          <ac:chgData name="ACEM2-21 ac37822m(長岡高専)" userId="45dd5a03-675d-49d7-a16d-8a5974401386" providerId="ADAL" clId="{995BAEAC-821C-448C-A5E1-6B825DA00774}" dt="2026-09-21T11:45:05.421" v="14515" actId="20577"/>
          <ac:spMkLst>
            <pc:docMk/>
            <pc:sldMk cId="315102233" sldId="272"/>
            <ac:spMk id="15" creationId="{2BB44548-3206-945A-9AB6-E1FD1B751101}"/>
          </ac:spMkLst>
        </pc:spChg>
        <pc:spChg chg="mod">
          <ac:chgData name="ACEM2-21 ac37822m(長岡高専)" userId="45dd5a03-675d-49d7-a16d-8a5974401386" providerId="ADAL" clId="{995BAEAC-821C-448C-A5E1-6B825DA00774}" dt="2026-09-21T11:40:53.204" v="14294" actId="1076"/>
          <ac:spMkLst>
            <pc:docMk/>
            <pc:sldMk cId="315102233" sldId="272"/>
            <ac:spMk id="70" creationId="{C20F21EB-6465-EFC9-20E8-7834E5147F94}"/>
          </ac:spMkLst>
        </pc:spChg>
        <pc:spChg chg="mod">
          <ac:chgData name="ACEM2-21 ac37822m(長岡高専)" userId="45dd5a03-675d-49d7-a16d-8a5974401386" providerId="ADAL" clId="{995BAEAC-821C-448C-A5E1-6B825DA00774}" dt="2026-09-21T11:40:53.204" v="14294" actId="1076"/>
          <ac:spMkLst>
            <pc:docMk/>
            <pc:sldMk cId="315102233" sldId="272"/>
            <ac:spMk id="72" creationId="{39FFB5A3-88CD-E860-EF97-CCCEEC54DC80}"/>
          </ac:spMkLst>
        </pc:spChg>
        <pc:spChg chg="mod">
          <ac:chgData name="ACEM2-21 ac37822m(長岡高専)" userId="45dd5a03-675d-49d7-a16d-8a5974401386" providerId="ADAL" clId="{995BAEAC-821C-448C-A5E1-6B825DA00774}" dt="2026-09-21T11:41:00.790" v="14295" actId="1076"/>
          <ac:spMkLst>
            <pc:docMk/>
            <pc:sldMk cId="315102233" sldId="272"/>
            <ac:spMk id="78" creationId="{D4355873-2172-5C0E-1B5F-2E2495EDD03A}"/>
          </ac:spMkLst>
        </pc:spChg>
        <pc:spChg chg="mod">
          <ac:chgData name="ACEM2-21 ac37822m(長岡高専)" userId="45dd5a03-675d-49d7-a16d-8a5974401386" providerId="ADAL" clId="{995BAEAC-821C-448C-A5E1-6B825DA00774}" dt="2026-09-21T11:41:00.790" v="14295" actId="1076"/>
          <ac:spMkLst>
            <pc:docMk/>
            <pc:sldMk cId="315102233" sldId="272"/>
            <ac:spMk id="80" creationId="{50D9EDEC-0919-A051-8BC4-0B1080A2658F}"/>
          </ac:spMkLst>
        </pc:spChg>
        <pc:grpChg chg="mod">
          <ac:chgData name="ACEM2-21 ac37822m(長岡高専)" userId="45dd5a03-675d-49d7-a16d-8a5974401386" providerId="ADAL" clId="{995BAEAC-821C-448C-A5E1-6B825DA00774}" dt="2026-09-21T11:40:53.204" v="14294" actId="1076"/>
          <ac:grpSpMkLst>
            <pc:docMk/>
            <pc:sldMk cId="315102233" sldId="272"/>
            <ac:grpSpMk id="18" creationId="{B2496B3E-DCD5-5A40-47A3-24277B28EA23}"/>
          </ac:grpSpMkLst>
        </pc:grpChg>
        <pc:grpChg chg="mod">
          <ac:chgData name="ACEM2-21 ac37822m(長岡高専)" userId="45dd5a03-675d-49d7-a16d-8a5974401386" providerId="ADAL" clId="{995BAEAC-821C-448C-A5E1-6B825DA00774}" dt="2026-09-21T11:40:53.204" v="14294" actId="1076"/>
          <ac:grpSpMkLst>
            <pc:docMk/>
            <pc:sldMk cId="315102233" sldId="272"/>
            <ac:grpSpMk id="41" creationId="{F780FBE7-E2D7-BBAC-F956-6B49C814B08C}"/>
          </ac:grpSpMkLst>
        </pc:grpChg>
        <pc:graphicFrameChg chg="add del mod modGraphic">
          <ac:chgData name="ACEM2-21 ac37822m(長岡高専)" userId="45dd5a03-675d-49d7-a16d-8a5974401386" providerId="ADAL" clId="{995BAEAC-821C-448C-A5E1-6B825DA00774}" dt="2026-09-21T11:35:30.146" v="14184" actId="20577"/>
          <ac:graphicFrameMkLst>
            <pc:docMk/>
            <pc:sldMk cId="315102233" sldId="272"/>
            <ac:graphicFrameMk id="17" creationId="{1F759231-A72B-D3A1-BD39-CA2C5A655271}"/>
          </ac:graphicFrameMkLst>
        </pc:graphicFrameChg>
        <pc:picChg chg="mod">
          <ac:chgData name="ACEM2-21 ac37822m(長岡高専)" userId="45dd5a03-675d-49d7-a16d-8a5974401386" providerId="ADAL" clId="{995BAEAC-821C-448C-A5E1-6B825DA00774}" dt="2026-09-21T11:41:00.790" v="14295" actId="1076"/>
          <ac:picMkLst>
            <pc:docMk/>
            <pc:sldMk cId="315102233" sldId="272"/>
            <ac:picMk id="74" creationId="{F20542AF-5602-DDF1-02FF-397A3057E9E5}"/>
          </ac:picMkLst>
        </pc:picChg>
        <pc:picChg chg="mod">
          <ac:chgData name="ACEM2-21 ac37822m(長岡高専)" userId="45dd5a03-675d-49d7-a16d-8a5974401386" providerId="ADAL" clId="{995BAEAC-821C-448C-A5E1-6B825DA00774}" dt="2026-09-21T11:41:00.790" v="14295" actId="1076"/>
          <ac:picMkLst>
            <pc:docMk/>
            <pc:sldMk cId="315102233" sldId="272"/>
            <ac:picMk id="76" creationId="{154BBBEE-E441-5AF0-97D2-E58CE380066D}"/>
          </ac:picMkLst>
        </pc:picChg>
      </pc:sldChg>
      <pc:sldChg chg="addSp delSp modSp mod ord delAnim modAnim modNotesTx">
        <pc:chgData name="ACEM2-21 ac37822m(長岡高専)" userId="45dd5a03-675d-49d7-a16d-8a5974401386" providerId="ADAL" clId="{995BAEAC-821C-448C-A5E1-6B825DA00774}" dt="2026-09-21T11:53:09.450" v="14676" actId="1076"/>
        <pc:sldMkLst>
          <pc:docMk/>
          <pc:sldMk cId="628031770" sldId="274"/>
        </pc:sldMkLst>
        <pc:spChg chg="add mod">
          <ac:chgData name="ACEM2-21 ac37822m(長岡高専)" userId="45dd5a03-675d-49d7-a16d-8a5974401386" providerId="ADAL" clId="{995BAEAC-821C-448C-A5E1-6B825DA00774}" dt="2026-09-21T11:52:14.809" v="14562" actId="1076"/>
          <ac:spMkLst>
            <pc:docMk/>
            <pc:sldMk cId="628031770" sldId="274"/>
            <ac:spMk id="3" creationId="{07DEA67E-24B7-D4B5-AE22-3FFC3B044AEF}"/>
          </ac:spMkLst>
        </pc:spChg>
        <pc:spChg chg="add mod">
          <ac:chgData name="ACEM2-21 ac37822m(長岡高専)" userId="45dd5a03-675d-49d7-a16d-8a5974401386" providerId="ADAL" clId="{995BAEAC-821C-448C-A5E1-6B825DA00774}" dt="2026-09-21T11:52:14.809" v="14562" actId="1076"/>
          <ac:spMkLst>
            <pc:docMk/>
            <pc:sldMk cId="628031770" sldId="274"/>
            <ac:spMk id="9" creationId="{9B9CD0BF-A1A7-A12A-EBBA-503DD7843219}"/>
          </ac:spMkLst>
        </pc:spChg>
        <pc:spChg chg="mod">
          <ac:chgData name="ACEM2-21 ac37822m(長岡高専)" userId="45dd5a03-675d-49d7-a16d-8a5974401386" providerId="ADAL" clId="{995BAEAC-821C-448C-A5E1-6B825DA00774}" dt="2026-09-16T04:25:58.215" v="12952" actId="113"/>
          <ac:spMkLst>
            <pc:docMk/>
            <pc:sldMk cId="628031770" sldId="274"/>
            <ac:spMk id="11" creationId="{63D74D0C-1281-2A3C-DA5B-0FD35FA5BBDA}"/>
          </ac:spMkLst>
        </pc:spChg>
        <pc:spChg chg="add mod">
          <ac:chgData name="ACEM2-21 ac37822m(長岡高専)" userId="45dd5a03-675d-49d7-a16d-8a5974401386" providerId="ADAL" clId="{995BAEAC-821C-448C-A5E1-6B825DA00774}" dt="2026-09-21T11:53:09.450" v="14676" actId="1076"/>
          <ac:spMkLst>
            <pc:docMk/>
            <pc:sldMk cId="628031770" sldId="274"/>
            <ac:spMk id="13" creationId="{F707882B-37F6-4322-20FE-AE34AEEE10CC}"/>
          </ac:spMkLst>
        </pc:spChg>
        <pc:spChg chg="del mod">
          <ac:chgData name="ACEM2-21 ac37822m(長岡高専)" userId="45dd5a03-675d-49d7-a16d-8a5974401386" providerId="ADAL" clId="{995BAEAC-821C-448C-A5E1-6B825DA00774}" dt="2026-09-21T11:51:48.470" v="14555"/>
          <ac:spMkLst>
            <pc:docMk/>
            <pc:sldMk cId="628031770" sldId="274"/>
            <ac:spMk id="14" creationId="{2075733D-A357-11C4-9F42-F58982D1DAE7}"/>
          </ac:spMkLst>
        </pc:spChg>
        <pc:spChg chg="add mod">
          <ac:chgData name="ACEM2-21 ac37822m(長岡高専)" userId="45dd5a03-675d-49d7-a16d-8a5974401386" providerId="ADAL" clId="{995BAEAC-821C-448C-A5E1-6B825DA00774}" dt="2026-09-21T11:52:14.809" v="14562" actId="1076"/>
          <ac:spMkLst>
            <pc:docMk/>
            <pc:sldMk cId="628031770" sldId="274"/>
            <ac:spMk id="27" creationId="{A5D6F99F-8A88-FB2B-E2B0-D1C8740F3CA1}"/>
          </ac:spMkLst>
        </pc:spChg>
        <pc:spChg chg="add mod">
          <ac:chgData name="ACEM2-21 ac37822m(長岡高専)" userId="45dd5a03-675d-49d7-a16d-8a5974401386" providerId="ADAL" clId="{995BAEAC-821C-448C-A5E1-6B825DA00774}" dt="2026-09-21T11:52:14.809" v="14562" actId="1076"/>
          <ac:spMkLst>
            <pc:docMk/>
            <pc:sldMk cId="628031770" sldId="274"/>
            <ac:spMk id="29" creationId="{4BD6AF18-122E-8937-F855-C0C122A8AAE3}"/>
          </ac:spMkLst>
        </pc:spChg>
        <pc:picChg chg="del">
          <ac:chgData name="ACEM2-21 ac37822m(長岡高専)" userId="45dd5a03-675d-49d7-a16d-8a5974401386" providerId="ADAL" clId="{995BAEAC-821C-448C-A5E1-6B825DA00774}" dt="2026-09-21T11:51:54.697" v="14557" actId="21"/>
          <ac:picMkLst>
            <pc:docMk/>
            <pc:sldMk cId="628031770" sldId="274"/>
            <ac:picMk id="5" creationId="{34E36061-9A28-6C0C-9553-5D19B2A0D18C}"/>
          </ac:picMkLst>
        </pc:picChg>
        <pc:picChg chg="del">
          <ac:chgData name="ACEM2-21 ac37822m(長岡高専)" userId="45dd5a03-675d-49d7-a16d-8a5974401386" providerId="ADAL" clId="{995BAEAC-821C-448C-A5E1-6B825DA00774}" dt="2026-09-21T11:51:54.697" v="14557" actId="21"/>
          <ac:picMkLst>
            <pc:docMk/>
            <pc:sldMk cId="628031770" sldId="274"/>
            <ac:picMk id="8" creationId="{6A65036C-8F4B-9468-24DB-B2F2449EAE07}"/>
          </ac:picMkLst>
        </pc:picChg>
      </pc:sldChg>
      <pc:sldChg chg="modSp mod modNotesTx">
        <pc:chgData name="ACEM2-21 ac37822m(長岡高専)" userId="45dd5a03-675d-49d7-a16d-8a5974401386" providerId="ADAL" clId="{995BAEAC-821C-448C-A5E1-6B825DA00774}" dt="2026-09-16T04:09:08.610" v="12731" actId="20577"/>
        <pc:sldMkLst>
          <pc:docMk/>
          <pc:sldMk cId="558206630" sldId="275"/>
        </pc:sldMkLst>
        <pc:spChg chg="mod">
          <ac:chgData name="ACEM2-21 ac37822m(長岡高専)" userId="45dd5a03-675d-49d7-a16d-8a5974401386" providerId="ADAL" clId="{995BAEAC-821C-448C-A5E1-6B825DA00774}" dt="2026-09-16T04:09:08.610" v="12731" actId="20577"/>
          <ac:spMkLst>
            <pc:docMk/>
            <pc:sldMk cId="558206630" sldId="275"/>
            <ac:spMk id="11" creationId="{64749310-A379-7006-3A07-15B9B2855B09}"/>
          </ac:spMkLst>
        </pc:spChg>
        <pc:spChg chg="mod">
          <ac:chgData name="ACEM2-21 ac37822m(長岡高専)" userId="45dd5a03-675d-49d7-a16d-8a5974401386" providerId="ADAL" clId="{995BAEAC-821C-448C-A5E1-6B825DA00774}" dt="2026-09-16T04:08:34.788" v="12701" actId="113"/>
          <ac:spMkLst>
            <pc:docMk/>
            <pc:sldMk cId="558206630" sldId="275"/>
            <ac:spMk id="26" creationId="{04FCA7A9-30C2-4C78-B6D9-B1D3BC34033D}"/>
          </ac:spMkLst>
        </pc:spChg>
      </pc:sldChg>
      <pc:sldChg chg="addSp delSp modSp mod modNotesTx">
        <pc:chgData name="ACEM2-21 ac37822m(長岡高専)" userId="45dd5a03-675d-49d7-a16d-8a5974401386" providerId="ADAL" clId="{995BAEAC-821C-448C-A5E1-6B825DA00774}" dt="2026-09-21T12:55:43.182" v="15064" actId="1076"/>
        <pc:sldMkLst>
          <pc:docMk/>
          <pc:sldMk cId="795901822" sldId="276"/>
        </pc:sldMkLst>
        <pc:spChg chg="mod">
          <ac:chgData name="ACEM2-21 ac37822m(長岡高専)" userId="45dd5a03-675d-49d7-a16d-8a5974401386" providerId="ADAL" clId="{995BAEAC-821C-448C-A5E1-6B825DA00774}" dt="2026-09-18T08:29:55.863" v="13748" actId="14100"/>
          <ac:spMkLst>
            <pc:docMk/>
            <pc:sldMk cId="795901822" sldId="276"/>
            <ac:spMk id="9" creationId="{5C844E02-3D25-8D63-7A14-4CF030F33D63}"/>
          </ac:spMkLst>
        </pc:spChg>
        <pc:spChg chg="mod">
          <ac:chgData name="ACEM2-21 ac37822m(長岡高専)" userId="45dd5a03-675d-49d7-a16d-8a5974401386" providerId="ADAL" clId="{995BAEAC-821C-448C-A5E1-6B825DA00774}" dt="2026-09-16T04:09:24.033" v="12761" actId="20577"/>
          <ac:spMkLst>
            <pc:docMk/>
            <pc:sldMk cId="795901822" sldId="276"/>
            <ac:spMk id="11" creationId="{77E1D361-1BC8-CF47-5AB8-FAF3AEC45ADE}"/>
          </ac:spMkLst>
        </pc:spChg>
        <pc:spChg chg="mod">
          <ac:chgData name="ACEM2-21 ac37822m(長岡高専)" userId="45dd5a03-675d-49d7-a16d-8a5974401386" providerId="ADAL" clId="{995BAEAC-821C-448C-A5E1-6B825DA00774}" dt="2026-09-18T08:12:03.833" v="13488" actId="1076"/>
          <ac:spMkLst>
            <pc:docMk/>
            <pc:sldMk cId="795901822" sldId="276"/>
            <ac:spMk id="12" creationId="{67966737-F337-D4D4-3EF2-4A02E113DA7A}"/>
          </ac:spMkLst>
        </pc:spChg>
        <pc:spChg chg="add mod">
          <ac:chgData name="ACEM2-21 ac37822m(長岡高専)" userId="45dd5a03-675d-49d7-a16d-8a5974401386" providerId="ADAL" clId="{995BAEAC-821C-448C-A5E1-6B825DA00774}" dt="2026-09-18T08:30:28.509" v="13769" actId="20577"/>
          <ac:spMkLst>
            <pc:docMk/>
            <pc:sldMk cId="795901822" sldId="276"/>
            <ac:spMk id="13" creationId="{385A4821-7461-85CF-270E-DB96CC63B9A9}"/>
          </ac:spMkLst>
        </pc:spChg>
        <pc:spChg chg="mod">
          <ac:chgData name="ACEM2-21 ac37822m(長岡高専)" userId="45dd5a03-675d-49d7-a16d-8a5974401386" providerId="ADAL" clId="{995BAEAC-821C-448C-A5E1-6B825DA00774}" dt="2026-09-18T08:22:34.463" v="13573" actId="1076"/>
          <ac:spMkLst>
            <pc:docMk/>
            <pc:sldMk cId="795901822" sldId="276"/>
            <ac:spMk id="14" creationId="{7838825A-68C6-001E-AF71-2DC0B34F742B}"/>
          </ac:spMkLst>
        </pc:spChg>
        <pc:spChg chg="mod">
          <ac:chgData name="ACEM2-21 ac37822m(長岡高専)" userId="45dd5a03-675d-49d7-a16d-8a5974401386" providerId="ADAL" clId="{995BAEAC-821C-448C-A5E1-6B825DA00774}" dt="2026-09-18T08:12:32.377" v="13494" actId="1076"/>
          <ac:spMkLst>
            <pc:docMk/>
            <pc:sldMk cId="795901822" sldId="276"/>
            <ac:spMk id="16" creationId="{7FE17043-6C88-7C7A-0568-58D0E8AA111D}"/>
          </ac:spMkLst>
        </pc:spChg>
        <pc:spChg chg="add del mod">
          <ac:chgData name="ACEM2-21 ac37822m(長岡高専)" userId="45dd5a03-675d-49d7-a16d-8a5974401386" providerId="ADAL" clId="{995BAEAC-821C-448C-A5E1-6B825DA00774}" dt="2026-09-21T11:22:11.965" v="13953"/>
          <ac:spMkLst>
            <pc:docMk/>
            <pc:sldMk cId="795901822" sldId="276"/>
            <ac:spMk id="17" creationId="{1276FAF8-0CE7-4D68-529A-D58CFBDA81CE}"/>
          </ac:spMkLst>
        </pc:spChg>
        <pc:spChg chg="add mod">
          <ac:chgData name="ACEM2-21 ac37822m(長岡高専)" userId="45dd5a03-675d-49d7-a16d-8a5974401386" providerId="ADAL" clId="{995BAEAC-821C-448C-A5E1-6B825DA00774}" dt="2026-09-21T12:55:43.182" v="15064" actId="1076"/>
          <ac:spMkLst>
            <pc:docMk/>
            <pc:sldMk cId="795901822" sldId="276"/>
            <ac:spMk id="20" creationId="{A4E5335D-262A-8BA1-3147-32C69F458B89}"/>
          </ac:spMkLst>
        </pc:spChg>
        <pc:spChg chg="add del mod">
          <ac:chgData name="ACEM2-21 ac37822m(長岡高専)" userId="45dd5a03-675d-49d7-a16d-8a5974401386" providerId="ADAL" clId="{995BAEAC-821C-448C-A5E1-6B825DA00774}" dt="2026-09-21T11:25:01.695" v="13981" actId="21"/>
          <ac:spMkLst>
            <pc:docMk/>
            <pc:sldMk cId="795901822" sldId="276"/>
            <ac:spMk id="22" creationId="{5FA04445-7A0E-0348-C286-A7318108C8C9}"/>
          </ac:spMkLst>
        </pc:spChg>
        <pc:spChg chg="add mod">
          <ac:chgData name="ACEM2-21 ac37822m(長岡高専)" userId="45dd5a03-675d-49d7-a16d-8a5974401386" providerId="ADAL" clId="{995BAEAC-821C-448C-A5E1-6B825DA00774}" dt="2026-09-21T11:24:50.248" v="13979" actId="208"/>
          <ac:spMkLst>
            <pc:docMk/>
            <pc:sldMk cId="795901822" sldId="276"/>
            <ac:spMk id="23" creationId="{4F695327-595C-5AC5-652D-942094C120D8}"/>
          </ac:spMkLst>
        </pc:spChg>
        <pc:spChg chg="add mod">
          <ac:chgData name="ACEM2-21 ac37822m(長岡高専)" userId="45dd5a03-675d-49d7-a16d-8a5974401386" providerId="ADAL" clId="{995BAEAC-821C-448C-A5E1-6B825DA00774}" dt="2026-09-21T11:24:50.248" v="13979" actId="208"/>
          <ac:spMkLst>
            <pc:docMk/>
            <pc:sldMk cId="795901822" sldId="276"/>
            <ac:spMk id="25" creationId="{2B01851B-FD79-D62D-8614-6FCEE57942DC}"/>
          </ac:spMkLst>
        </pc:spChg>
        <pc:spChg chg="del mod topLvl">
          <ac:chgData name="ACEM2-21 ac37822m(長岡高専)" userId="45dd5a03-675d-49d7-a16d-8a5974401386" providerId="ADAL" clId="{995BAEAC-821C-448C-A5E1-6B825DA00774}" dt="2026-09-21T11:24:58.276" v="13980" actId="21"/>
          <ac:spMkLst>
            <pc:docMk/>
            <pc:sldMk cId="795901822" sldId="276"/>
            <ac:spMk id="43" creationId="{B5D5265D-A8B6-3FB7-06DF-F0C9452A4058}"/>
          </ac:spMkLst>
        </pc:spChg>
        <pc:spChg chg="del">
          <ac:chgData name="ACEM2-21 ac37822m(長岡高専)" userId="45dd5a03-675d-49d7-a16d-8a5974401386" providerId="ADAL" clId="{995BAEAC-821C-448C-A5E1-6B825DA00774}" dt="2026-09-21T11:22:29.874" v="13955" actId="478"/>
          <ac:spMkLst>
            <pc:docMk/>
            <pc:sldMk cId="795901822" sldId="276"/>
            <ac:spMk id="44" creationId="{DEB02BA3-ECCB-E8A6-1308-9DABFCB1BA05}"/>
          </ac:spMkLst>
        </pc:spChg>
        <pc:spChg chg="mod">
          <ac:chgData name="ACEM2-21 ac37822m(長岡高専)" userId="45dd5a03-675d-49d7-a16d-8a5974401386" providerId="ADAL" clId="{995BAEAC-821C-448C-A5E1-6B825DA00774}" dt="2026-09-18T08:30:15.058" v="13757" actId="20577"/>
          <ac:spMkLst>
            <pc:docMk/>
            <pc:sldMk cId="795901822" sldId="276"/>
            <ac:spMk id="50" creationId="{2E7441AC-ED2F-6D77-8C6E-4A0D7A12EBBF}"/>
          </ac:spMkLst>
        </pc:spChg>
        <pc:grpChg chg="del mod">
          <ac:chgData name="ACEM2-21 ac37822m(長岡高専)" userId="45dd5a03-675d-49d7-a16d-8a5974401386" providerId="ADAL" clId="{995BAEAC-821C-448C-A5E1-6B825DA00774}" dt="2026-09-21T11:24:58.276" v="13980" actId="21"/>
          <ac:grpSpMkLst>
            <pc:docMk/>
            <pc:sldMk cId="795901822" sldId="276"/>
            <ac:grpSpMk id="36" creationId="{5FCF60E7-73B6-8BE1-064C-778C4E36A73A}"/>
          </ac:grpSpMkLst>
        </pc:grpChg>
        <pc:picChg chg="mod">
          <ac:chgData name="ACEM2-21 ac37822m(長岡高専)" userId="45dd5a03-675d-49d7-a16d-8a5974401386" providerId="ADAL" clId="{995BAEAC-821C-448C-A5E1-6B825DA00774}" dt="2026-09-18T08:12:16.569" v="13490" actId="14100"/>
          <ac:picMkLst>
            <pc:docMk/>
            <pc:sldMk cId="795901822" sldId="276"/>
            <ac:picMk id="5" creationId="{BBEAD7E9-D11E-9038-31BB-946E5CC34D38}"/>
          </ac:picMkLst>
        </pc:picChg>
        <pc:picChg chg="mod topLvl modCrop">
          <ac:chgData name="ACEM2-21 ac37822m(長岡高専)" userId="45dd5a03-675d-49d7-a16d-8a5974401386" providerId="ADAL" clId="{995BAEAC-821C-448C-A5E1-6B825DA00774}" dt="2026-09-21T11:24:58.276" v="13980" actId="21"/>
          <ac:picMkLst>
            <pc:docMk/>
            <pc:sldMk cId="795901822" sldId="276"/>
            <ac:picMk id="42" creationId="{3AAF145B-4685-04EB-BA51-3927294DED98}"/>
          </ac:picMkLst>
        </pc:picChg>
        <pc:picChg chg="mod">
          <ac:chgData name="ACEM2-21 ac37822m(長岡高専)" userId="45dd5a03-675d-49d7-a16d-8a5974401386" providerId="ADAL" clId="{995BAEAC-821C-448C-A5E1-6B825DA00774}" dt="2026-09-18T08:12:16.569" v="13490" actId="14100"/>
          <ac:picMkLst>
            <pc:docMk/>
            <pc:sldMk cId="795901822" sldId="276"/>
            <ac:picMk id="48" creationId="{14E7B116-845D-6ED4-508A-DE779D29657E}"/>
          </ac:picMkLst>
        </pc:picChg>
      </pc:sldChg>
      <pc:sldChg chg="ord">
        <pc:chgData name="ACEM2-21 ac37822m(長岡高専)" userId="45dd5a03-675d-49d7-a16d-8a5974401386" providerId="ADAL" clId="{995BAEAC-821C-448C-A5E1-6B825DA00774}" dt="2026-09-21T11:38:55.040" v="14210"/>
        <pc:sldMkLst>
          <pc:docMk/>
          <pc:sldMk cId="1419412415" sldId="278"/>
        </pc:sldMkLst>
      </pc:sldChg>
      <pc:sldChg chg="add ord">
        <pc:chgData name="ACEM2-21 ac37822m(長岡高専)" userId="45dd5a03-675d-49d7-a16d-8a5974401386" providerId="ADAL" clId="{995BAEAC-821C-448C-A5E1-6B825DA00774}" dt="2026-09-21T11:49:25.995" v="14520"/>
        <pc:sldMkLst>
          <pc:docMk/>
          <pc:sldMk cId="2755111177" sldId="279"/>
        </pc:sldMkLst>
      </pc:sldChg>
      <pc:sldChg chg="addSp modSp add mod">
        <pc:chgData name="ACEM2-21 ac37822m(長岡高専)" userId="45dd5a03-675d-49d7-a16d-8a5974401386" providerId="ADAL" clId="{995BAEAC-821C-448C-A5E1-6B825DA00774}" dt="2026-09-21T12:11:06.527" v="14911" actId="1076"/>
        <pc:sldMkLst>
          <pc:docMk/>
          <pc:sldMk cId="3395905463" sldId="280"/>
        </pc:sldMkLst>
        <pc:spChg chg="add mod">
          <ac:chgData name="ACEM2-21 ac37822m(長岡高専)" userId="45dd5a03-675d-49d7-a16d-8a5974401386" providerId="ADAL" clId="{995BAEAC-821C-448C-A5E1-6B825DA00774}" dt="2026-09-21T11:54:23.266" v="14877" actId="20577"/>
          <ac:spMkLst>
            <pc:docMk/>
            <pc:sldMk cId="3395905463" sldId="280"/>
            <ac:spMk id="4" creationId="{23CA1550-A71D-07A0-1BF9-C0E426AC2B85}"/>
          </ac:spMkLst>
        </pc:spChg>
        <pc:spChg chg="mod">
          <ac:chgData name="ACEM2-21 ac37822m(長岡高専)" userId="45dd5a03-675d-49d7-a16d-8a5974401386" providerId="ADAL" clId="{995BAEAC-821C-448C-A5E1-6B825DA00774}" dt="2026-09-21T12:11:06.527" v="14911" actId="1076"/>
          <ac:spMkLst>
            <pc:docMk/>
            <pc:sldMk cId="3395905463" sldId="280"/>
            <ac:spMk id="29" creationId="{C0AD9EE6-D4EC-73AF-CF40-B3CEDF3FDA43}"/>
          </ac:spMkLst>
        </pc:spChg>
      </pc:sldChg>
      <pc:sldChg chg="modSp add mod">
        <pc:chgData name="ACEM2-21 ac37822m(長岡高専)" userId="45dd5a03-675d-49d7-a16d-8a5974401386" providerId="ADAL" clId="{995BAEAC-821C-448C-A5E1-6B825DA00774}" dt="2026-09-21T13:18:43.038" v="15220"/>
        <pc:sldMkLst>
          <pc:docMk/>
          <pc:sldMk cId="979034725" sldId="281"/>
        </pc:sldMkLst>
        <pc:spChg chg="mod">
          <ac:chgData name="ACEM2-21 ac37822m(長岡高専)" userId="45dd5a03-675d-49d7-a16d-8a5974401386" providerId="ADAL" clId="{995BAEAC-821C-448C-A5E1-6B825DA00774}" dt="2026-09-21T13:18:43.038" v="15220"/>
          <ac:spMkLst>
            <pc:docMk/>
            <pc:sldMk cId="979034725" sldId="281"/>
            <ac:spMk id="3" creationId="{CC9BB220-7C71-476A-BB45-58F9440838AE}"/>
          </ac:spMkLst>
        </pc:spChg>
        <pc:spChg chg="mod">
          <ac:chgData name="ACEM2-21 ac37822m(長岡高専)" userId="45dd5a03-675d-49d7-a16d-8a5974401386" providerId="ADAL" clId="{995BAEAC-821C-448C-A5E1-6B825DA00774}" dt="2026-09-21T13:18:21.550" v="15217" actId="20577"/>
          <ac:spMkLst>
            <pc:docMk/>
            <pc:sldMk cId="979034725" sldId="281"/>
            <ac:spMk id="13" creationId="{C3589CAD-C6EF-DCBB-DA2F-F4E550A8CD23}"/>
          </ac:spMkLst>
        </pc:spChg>
        <pc:graphicFrameChg chg="modGraphic">
          <ac:chgData name="ACEM2-21 ac37822m(長岡高専)" userId="45dd5a03-675d-49d7-a16d-8a5974401386" providerId="ADAL" clId="{995BAEAC-821C-448C-A5E1-6B825DA00774}" dt="2026-09-21T13:18:36.144" v="15219" actId="2162"/>
          <ac:graphicFrameMkLst>
            <pc:docMk/>
            <pc:sldMk cId="979034725" sldId="281"/>
            <ac:graphicFrameMk id="5" creationId="{93D9E38E-88FE-D8CC-23C2-03887D861EC9}"/>
          </ac:graphicFrameMkLst>
        </pc:graphicFrameChg>
      </pc:sldChg>
    </pc:docChg>
  </pc:docChgLst>
  <pc:docChgLst>
    <pc:chgData name="ACEM2-21 ac37822m(長岡高専)" userId="45dd5a03-675d-49d7-a16d-8a5974401386" providerId="ADAL" clId="{27FE6A37-5C74-4966-8564-B51DD8B2CFF0}"/>
    <pc:docChg chg="undo custSel addSld delSld modSld sldOrd">
      <pc:chgData name="ACEM2-21 ac37822m(長岡高専)" userId="45dd5a03-675d-49d7-a16d-8a5974401386" providerId="ADAL" clId="{27FE6A37-5C74-4966-8564-B51DD8B2CFF0}" dt="2026-09-22T14:22:38.224" v="6605" actId="20577"/>
      <pc:docMkLst>
        <pc:docMk/>
      </pc:docMkLst>
      <pc:sldChg chg="modSp mod">
        <pc:chgData name="ACEM2-21 ac37822m(長岡高専)" userId="45dd5a03-675d-49d7-a16d-8a5974401386" providerId="ADAL" clId="{27FE6A37-5C74-4966-8564-B51DD8B2CFF0}" dt="2026-08-27T13:04:26.034" v="288" actId="20577"/>
        <pc:sldMkLst>
          <pc:docMk/>
          <pc:sldMk cId="4039511945" sldId="256"/>
        </pc:sldMkLst>
        <pc:spChg chg="mod">
          <ac:chgData name="ACEM2-21 ac37822m(長岡高専)" userId="45dd5a03-675d-49d7-a16d-8a5974401386" providerId="ADAL" clId="{27FE6A37-5C74-4966-8564-B51DD8B2CFF0}" dt="2026-08-27T13:04:26.034" v="288" actId="20577"/>
          <ac:spMkLst>
            <pc:docMk/>
            <pc:sldMk cId="4039511945" sldId="256"/>
            <ac:spMk id="4" creationId="{9E517A19-D6AC-4410-95AD-6AB703636F6A}"/>
          </ac:spMkLst>
        </pc:spChg>
      </pc:sldChg>
      <pc:sldChg chg="addSp delSp modSp mod modNotesTx">
        <pc:chgData name="ACEM2-21 ac37822m(長岡高専)" userId="45dd5a03-675d-49d7-a16d-8a5974401386" providerId="ADAL" clId="{27FE6A37-5C74-4966-8564-B51DD8B2CFF0}" dt="2026-09-22T13:45:42.859" v="6264" actId="20577"/>
        <pc:sldMkLst>
          <pc:docMk/>
          <pc:sldMk cId="1614531952" sldId="257"/>
        </pc:sldMkLst>
        <pc:spChg chg="add mod">
          <ac:chgData name="ACEM2-21 ac37822m(長岡高専)" userId="45dd5a03-675d-49d7-a16d-8a5974401386" providerId="ADAL" clId="{27FE6A37-5C74-4966-8564-B51DD8B2CFF0}" dt="2026-08-27T13:04:09.886" v="273"/>
          <ac:spMkLst>
            <pc:docMk/>
            <pc:sldMk cId="1614531952" sldId="257"/>
            <ac:spMk id="8" creationId="{D9C44998-A6BB-6683-5482-E7B9211408C7}"/>
          </ac:spMkLst>
        </pc:spChg>
        <pc:spChg chg="mod">
          <ac:chgData name="ACEM2-21 ac37822m(長岡高専)" userId="45dd5a03-675d-49d7-a16d-8a5974401386" providerId="ADAL" clId="{27FE6A37-5C74-4966-8564-B51DD8B2CFF0}" dt="2026-09-02T05:40:58.112" v="1305" actId="20577"/>
          <ac:spMkLst>
            <pc:docMk/>
            <pc:sldMk cId="1614531952" sldId="257"/>
            <ac:spMk id="9" creationId="{EF829B69-4BE3-6BE4-CA40-1DF293AB198C}"/>
          </ac:spMkLst>
        </pc:spChg>
        <pc:spChg chg="add mod">
          <ac:chgData name="ACEM2-21 ac37822m(長岡高専)" userId="45dd5a03-675d-49d7-a16d-8a5974401386" providerId="ADAL" clId="{27FE6A37-5C74-4966-8564-B51DD8B2CFF0}" dt="2026-08-27T13:04:57.296" v="300"/>
          <ac:spMkLst>
            <pc:docMk/>
            <pc:sldMk cId="1614531952" sldId="257"/>
            <ac:spMk id="12" creationId="{3B673A7B-A2B6-248C-CC5F-AE7FA993CB52}"/>
          </ac:spMkLst>
        </pc:spChg>
        <pc:spChg chg="mod">
          <ac:chgData name="ACEM2-21 ac37822m(長岡高専)" userId="45dd5a03-675d-49d7-a16d-8a5974401386" providerId="ADAL" clId="{27FE6A37-5C74-4966-8564-B51DD8B2CFF0}" dt="2026-09-22T12:15:04.814" v="3172" actId="20577"/>
          <ac:spMkLst>
            <pc:docMk/>
            <pc:sldMk cId="1614531952" sldId="257"/>
            <ac:spMk id="15" creationId="{9DF309D7-8066-4BCF-F224-DD4B07D50978}"/>
          </ac:spMkLst>
        </pc:spChg>
        <pc:grpChg chg="add del mod">
          <ac:chgData name="ACEM2-21 ac37822m(長岡高専)" userId="45dd5a03-675d-49d7-a16d-8a5974401386" providerId="ADAL" clId="{27FE6A37-5C74-4966-8564-B51DD8B2CFF0}" dt="2026-09-22T12:08:43.955" v="3087" actId="21"/>
          <ac:grpSpMkLst>
            <pc:docMk/>
            <pc:sldMk cId="1614531952" sldId="257"/>
            <ac:grpSpMk id="7" creationId="{662D2841-6813-C8EA-2B89-08C07FD60042}"/>
          </ac:grpSpMkLst>
        </pc:grpChg>
      </pc:sldChg>
      <pc:sldChg chg="addSp delSp modSp mod modNotesTx">
        <pc:chgData name="ACEM2-21 ac37822m(長岡高専)" userId="45dd5a03-675d-49d7-a16d-8a5974401386" providerId="ADAL" clId="{27FE6A37-5C74-4966-8564-B51DD8B2CFF0}" dt="2026-09-22T13:46:46.022" v="6281" actId="20577"/>
        <pc:sldMkLst>
          <pc:docMk/>
          <pc:sldMk cId="1055157735" sldId="260"/>
        </pc:sldMkLst>
        <pc:spChg chg="add mod">
          <ac:chgData name="ACEM2-21 ac37822m(長岡高専)" userId="45dd5a03-675d-49d7-a16d-8a5974401386" providerId="ADAL" clId="{27FE6A37-5C74-4966-8564-B51DD8B2CFF0}" dt="2026-08-27T13:04:11.362" v="275"/>
          <ac:spMkLst>
            <pc:docMk/>
            <pc:sldMk cId="1055157735" sldId="260"/>
            <ac:spMk id="2" creationId="{35ED4072-AF16-FDB2-129E-DDBC8DA231BF}"/>
          </ac:spMkLst>
        </pc:spChg>
        <pc:spChg chg="add mod">
          <ac:chgData name="ACEM2-21 ac37822m(長岡高専)" userId="45dd5a03-675d-49d7-a16d-8a5974401386" providerId="ADAL" clId="{27FE6A37-5C74-4966-8564-B51DD8B2CFF0}" dt="2026-08-27T13:04:58.672" v="302"/>
          <ac:spMkLst>
            <pc:docMk/>
            <pc:sldMk cId="1055157735" sldId="260"/>
            <ac:spMk id="3" creationId="{924003C7-F022-1A66-9B84-3F2CF60600D8}"/>
          </ac:spMkLst>
        </pc:spChg>
        <pc:spChg chg="mod">
          <ac:chgData name="ACEM2-21 ac37822m(長岡高専)" userId="45dd5a03-675d-49d7-a16d-8a5974401386" providerId="ADAL" clId="{27FE6A37-5C74-4966-8564-B51DD8B2CFF0}" dt="2026-09-22T12:15:21.408" v="3180" actId="20577"/>
          <ac:spMkLst>
            <pc:docMk/>
            <pc:sldMk cId="1055157735" sldId="260"/>
            <ac:spMk id="8" creationId="{0D4021FD-688D-344F-BDAC-AE8D41373DD6}"/>
          </ac:spMkLst>
        </pc:spChg>
        <pc:spChg chg="mod">
          <ac:chgData name="ACEM2-21 ac37822m(長岡高専)" userId="45dd5a03-675d-49d7-a16d-8a5974401386" providerId="ADAL" clId="{27FE6A37-5C74-4966-8564-B51DD8B2CFF0}" dt="2026-08-27T13:10:53.178" v="562"/>
          <ac:spMkLst>
            <pc:docMk/>
            <pc:sldMk cId="1055157735" sldId="260"/>
            <ac:spMk id="11" creationId="{AC147638-74E8-83F2-096B-2869174298A2}"/>
          </ac:spMkLst>
        </pc:spChg>
        <pc:spChg chg="mod">
          <ac:chgData name="ACEM2-21 ac37822m(長岡高専)" userId="45dd5a03-675d-49d7-a16d-8a5974401386" providerId="ADAL" clId="{27FE6A37-5C74-4966-8564-B51DD8B2CFF0}" dt="2026-09-02T05:42:37.215" v="1427" actId="1076"/>
          <ac:spMkLst>
            <pc:docMk/>
            <pc:sldMk cId="1055157735" sldId="260"/>
            <ac:spMk id="66" creationId="{56F4D455-195A-0CA6-59C6-FCEF7AB895E8}"/>
          </ac:spMkLst>
        </pc:spChg>
        <pc:spChg chg="mod">
          <ac:chgData name="ACEM2-21 ac37822m(長岡高専)" userId="45dd5a03-675d-49d7-a16d-8a5974401386" providerId="ADAL" clId="{27FE6A37-5C74-4966-8564-B51DD8B2CFF0}" dt="2026-09-02T05:42:37.215" v="1427" actId="1076"/>
          <ac:spMkLst>
            <pc:docMk/>
            <pc:sldMk cId="1055157735" sldId="260"/>
            <ac:spMk id="72" creationId="{DA21506C-9B19-6490-A3A7-959C5053D192}"/>
          </ac:spMkLst>
        </pc:spChg>
        <pc:spChg chg="mod">
          <ac:chgData name="ACEM2-21 ac37822m(長岡高専)" userId="45dd5a03-675d-49d7-a16d-8a5974401386" providerId="ADAL" clId="{27FE6A37-5C74-4966-8564-B51DD8B2CFF0}" dt="2026-09-02T05:42:37.215" v="1427" actId="1076"/>
          <ac:spMkLst>
            <pc:docMk/>
            <pc:sldMk cId="1055157735" sldId="260"/>
            <ac:spMk id="78" creationId="{072A197C-73CE-E770-5CEC-2381075B62A7}"/>
          </ac:spMkLst>
        </pc:spChg>
        <pc:spChg chg="mod">
          <ac:chgData name="ACEM2-21 ac37822m(長岡高専)" userId="45dd5a03-675d-49d7-a16d-8a5974401386" providerId="ADAL" clId="{27FE6A37-5C74-4966-8564-B51DD8B2CFF0}" dt="2026-09-02T05:42:37.215" v="1427" actId="1076"/>
          <ac:spMkLst>
            <pc:docMk/>
            <pc:sldMk cId="1055157735" sldId="260"/>
            <ac:spMk id="86" creationId="{8D5CE153-158C-57A3-368D-84BA713A93A3}"/>
          </ac:spMkLst>
        </pc:spChg>
        <pc:spChg chg="add del mod">
          <ac:chgData name="ACEM2-21 ac37822m(長岡高専)" userId="45dd5a03-675d-49d7-a16d-8a5974401386" providerId="ADAL" clId="{27FE6A37-5C74-4966-8564-B51DD8B2CFF0}" dt="2026-09-02T05:42:37.215" v="1427" actId="1076"/>
          <ac:spMkLst>
            <pc:docMk/>
            <pc:sldMk cId="1055157735" sldId="260"/>
            <ac:spMk id="88" creationId="{42FC6FB7-167C-242D-6B35-98A9D310C231}"/>
          </ac:spMkLst>
        </pc:spChg>
        <pc:spChg chg="mod">
          <ac:chgData name="ACEM2-21 ac37822m(長岡高専)" userId="45dd5a03-675d-49d7-a16d-8a5974401386" providerId="ADAL" clId="{27FE6A37-5C74-4966-8564-B51DD8B2CFF0}" dt="2026-09-02T05:42:37.215" v="1427" actId="1076"/>
          <ac:spMkLst>
            <pc:docMk/>
            <pc:sldMk cId="1055157735" sldId="260"/>
            <ac:spMk id="90" creationId="{AC000FBC-20D8-241D-5CC4-3AFAA158765F}"/>
          </ac:spMkLst>
        </pc:spChg>
      </pc:sldChg>
      <pc:sldChg chg="addSp delSp modSp mod modNotesTx">
        <pc:chgData name="ACEM2-21 ac37822m(長岡高専)" userId="45dd5a03-675d-49d7-a16d-8a5974401386" providerId="ADAL" clId="{27FE6A37-5C74-4966-8564-B51DD8B2CFF0}" dt="2026-09-17T09:35:45.640" v="2402" actId="1076"/>
        <pc:sldMkLst>
          <pc:docMk/>
          <pc:sldMk cId="2712717103" sldId="261"/>
        </pc:sldMkLst>
        <pc:spChg chg="add mod">
          <ac:chgData name="ACEM2-21 ac37822m(長岡高専)" userId="45dd5a03-675d-49d7-a16d-8a5974401386" providerId="ADAL" clId="{27FE6A37-5C74-4966-8564-B51DD8B2CFF0}" dt="2026-08-27T13:04:12.031" v="276"/>
          <ac:spMkLst>
            <pc:docMk/>
            <pc:sldMk cId="2712717103" sldId="261"/>
            <ac:spMk id="2" creationId="{4C010968-A70A-6840-463C-91341CD1493D}"/>
          </ac:spMkLst>
        </pc:spChg>
        <pc:spChg chg="add mod">
          <ac:chgData name="ACEM2-21 ac37822m(長岡高専)" userId="45dd5a03-675d-49d7-a16d-8a5974401386" providerId="ADAL" clId="{27FE6A37-5C74-4966-8564-B51DD8B2CFF0}" dt="2026-08-27T13:04:59.265" v="303"/>
          <ac:spMkLst>
            <pc:docMk/>
            <pc:sldMk cId="2712717103" sldId="261"/>
            <ac:spMk id="7" creationId="{AA3A0A67-C733-9F44-8C06-C6AB39D2A328}"/>
          </ac:spMkLst>
        </pc:spChg>
        <pc:spChg chg="add mod">
          <ac:chgData name="ACEM2-21 ac37822m(長岡高専)" userId="45dd5a03-675d-49d7-a16d-8a5974401386" providerId="ADAL" clId="{27FE6A37-5C74-4966-8564-B51DD8B2CFF0}" dt="2026-09-17T09:35:13.136" v="2359" actId="1076"/>
          <ac:spMkLst>
            <pc:docMk/>
            <pc:sldMk cId="2712717103" sldId="261"/>
            <ac:spMk id="8" creationId="{321A5709-2A03-B45D-B666-1107244FD103}"/>
          </ac:spMkLst>
        </pc:spChg>
        <pc:spChg chg="mod">
          <ac:chgData name="ACEM2-21 ac37822m(長岡高専)" userId="45dd5a03-675d-49d7-a16d-8a5974401386" providerId="ADAL" clId="{27FE6A37-5C74-4966-8564-B51DD8B2CFF0}" dt="2026-09-17T09:35:45.640" v="2402" actId="1076"/>
          <ac:spMkLst>
            <pc:docMk/>
            <pc:sldMk cId="2712717103" sldId="261"/>
            <ac:spMk id="50" creationId="{52C0885E-08AB-E0F2-0C3F-D656F76CEB64}"/>
          </ac:spMkLst>
        </pc:spChg>
        <pc:picChg chg="mod">
          <ac:chgData name="ACEM2-21 ac37822m(長岡高専)" userId="45dd5a03-675d-49d7-a16d-8a5974401386" providerId="ADAL" clId="{27FE6A37-5C74-4966-8564-B51DD8B2CFF0}" dt="2026-09-17T09:35:45.640" v="2402" actId="1076"/>
          <ac:picMkLst>
            <pc:docMk/>
            <pc:sldMk cId="2712717103" sldId="261"/>
            <ac:picMk id="48" creationId="{C416D623-A2BA-BEBA-96D8-2B1DC9CEC280}"/>
          </ac:picMkLst>
        </pc:picChg>
      </pc:sldChg>
      <pc:sldChg chg="addSp delSp modSp mod modAnim modNotesTx">
        <pc:chgData name="ACEM2-21 ac37822m(長岡高専)" userId="45dd5a03-675d-49d7-a16d-8a5974401386" providerId="ADAL" clId="{27FE6A37-5C74-4966-8564-B51DD8B2CFF0}" dt="2026-09-22T13:19:51.553" v="5612" actId="1076"/>
        <pc:sldMkLst>
          <pc:docMk/>
          <pc:sldMk cId="683892195" sldId="263"/>
        </pc:sldMkLst>
        <pc:spChg chg="add mod">
          <ac:chgData name="ACEM2-21 ac37822m(長岡高専)" userId="45dd5a03-675d-49d7-a16d-8a5974401386" providerId="ADAL" clId="{27FE6A37-5C74-4966-8564-B51DD8B2CFF0}" dt="2026-08-27T13:04:14.007" v="278"/>
          <ac:spMkLst>
            <pc:docMk/>
            <pc:sldMk cId="683892195" sldId="263"/>
            <ac:spMk id="2" creationId="{32E2AF87-0EC3-81D9-4AB2-86BBF2557BA4}"/>
          </ac:spMkLst>
        </pc:spChg>
        <pc:spChg chg="add mod">
          <ac:chgData name="ACEM2-21 ac37822m(長岡高専)" userId="45dd5a03-675d-49d7-a16d-8a5974401386" providerId="ADAL" clId="{27FE6A37-5C74-4966-8564-B51DD8B2CFF0}" dt="2026-09-22T13:18:47.999" v="5515" actId="403"/>
          <ac:spMkLst>
            <pc:docMk/>
            <pc:sldMk cId="683892195" sldId="263"/>
            <ac:spMk id="5" creationId="{EFCA7839-49AD-3C50-08FD-CD8CA27F52B1}"/>
          </ac:spMkLst>
        </pc:spChg>
        <pc:spChg chg="add mod">
          <ac:chgData name="ACEM2-21 ac37822m(長岡高専)" userId="45dd5a03-675d-49d7-a16d-8a5974401386" providerId="ADAL" clId="{27FE6A37-5C74-4966-8564-B51DD8B2CFF0}" dt="2026-08-27T13:05:01.447" v="305"/>
          <ac:spMkLst>
            <pc:docMk/>
            <pc:sldMk cId="683892195" sldId="263"/>
            <ac:spMk id="7" creationId="{32B42386-14B6-9B33-E60A-EDA2DB02D5AF}"/>
          </ac:spMkLst>
        </pc:spChg>
        <pc:spChg chg="mod">
          <ac:chgData name="ACEM2-21 ac37822m(長岡高専)" userId="45dd5a03-675d-49d7-a16d-8a5974401386" providerId="ADAL" clId="{27FE6A37-5C74-4966-8564-B51DD8B2CFF0}" dt="2026-09-02T05:56:47.413" v="1853" actId="20577"/>
          <ac:spMkLst>
            <pc:docMk/>
            <pc:sldMk cId="683892195" sldId="263"/>
            <ac:spMk id="11" creationId="{1873C7D6-14F4-DE90-DBA0-3C748C542061}"/>
          </ac:spMkLst>
        </pc:spChg>
        <pc:spChg chg="add mod">
          <ac:chgData name="ACEM2-21 ac37822m(長岡高専)" userId="45dd5a03-675d-49d7-a16d-8a5974401386" providerId="ADAL" clId="{27FE6A37-5C74-4966-8564-B51DD8B2CFF0}" dt="2026-09-22T13:19:51.553" v="5612" actId="1076"/>
          <ac:spMkLst>
            <pc:docMk/>
            <pc:sldMk cId="683892195" sldId="263"/>
            <ac:spMk id="13" creationId="{0AAFA245-3005-3637-CEEC-965C85AE05F9}"/>
          </ac:spMkLst>
        </pc:spChg>
        <pc:spChg chg="mod">
          <ac:chgData name="ACEM2-21 ac37822m(長岡高専)" userId="45dd5a03-675d-49d7-a16d-8a5974401386" providerId="ADAL" clId="{27FE6A37-5C74-4966-8564-B51DD8B2CFF0}" dt="2026-09-22T12:07:30.330" v="3074" actId="1076"/>
          <ac:spMkLst>
            <pc:docMk/>
            <pc:sldMk cId="683892195" sldId="263"/>
            <ac:spMk id="16" creationId="{5FCD7173-A627-C50C-B127-603EE44312E1}"/>
          </ac:spMkLst>
        </pc:spChg>
        <pc:spChg chg="mod">
          <ac:chgData name="ACEM2-21 ac37822m(長岡高専)" userId="45dd5a03-675d-49d7-a16d-8a5974401386" providerId="ADAL" clId="{27FE6A37-5C74-4966-8564-B51DD8B2CFF0}" dt="2026-09-22T12:07:21.541" v="3073" actId="1076"/>
          <ac:spMkLst>
            <pc:docMk/>
            <pc:sldMk cId="683892195" sldId="263"/>
            <ac:spMk id="18" creationId="{BD4AF556-34B9-D593-7766-D6A82FFFF937}"/>
          </ac:spMkLst>
        </pc:spChg>
        <pc:graphicFrameChg chg="del">
          <ac:chgData name="ACEM2-21 ac37822m(長岡高専)" userId="45dd5a03-675d-49d7-a16d-8a5974401386" providerId="ADAL" clId="{27FE6A37-5C74-4966-8564-B51DD8B2CFF0}" dt="2026-09-22T12:07:42.692" v="3075" actId="21"/>
          <ac:graphicFrameMkLst>
            <pc:docMk/>
            <pc:sldMk cId="683892195" sldId="263"/>
            <ac:graphicFrameMk id="9" creationId="{534A8BEB-38AC-6008-D3B8-2241A418FD01}"/>
          </ac:graphicFrameMkLst>
        </pc:graphicFrameChg>
        <pc:picChg chg="add mod modCrop">
          <ac:chgData name="ACEM2-21 ac37822m(長岡高専)" userId="45dd5a03-675d-49d7-a16d-8a5974401386" providerId="ADAL" clId="{27FE6A37-5C74-4966-8564-B51DD8B2CFF0}" dt="2026-09-22T12:07:21.541" v="3073" actId="1076"/>
          <ac:picMkLst>
            <pc:docMk/>
            <pc:sldMk cId="683892195" sldId="263"/>
            <ac:picMk id="3" creationId="{3719F0CB-6EDD-8412-BA51-D57ABF687BD4}"/>
          </ac:picMkLst>
        </pc:picChg>
        <pc:picChg chg="mod">
          <ac:chgData name="ACEM2-21 ac37822m(長岡高専)" userId="45dd5a03-675d-49d7-a16d-8a5974401386" providerId="ADAL" clId="{27FE6A37-5C74-4966-8564-B51DD8B2CFF0}" dt="2026-09-22T12:07:30.330" v="3074" actId="1076"/>
          <ac:picMkLst>
            <pc:docMk/>
            <pc:sldMk cId="683892195" sldId="263"/>
            <ac:picMk id="12" creationId="{47DBD065-A595-8239-ADEB-673E0D147237}"/>
          </ac:picMkLst>
        </pc:picChg>
        <pc:picChg chg="mod">
          <ac:chgData name="ACEM2-21 ac37822m(長岡高専)" userId="45dd5a03-675d-49d7-a16d-8a5974401386" providerId="ADAL" clId="{27FE6A37-5C74-4966-8564-B51DD8B2CFF0}" dt="2026-09-22T12:07:21.541" v="3073" actId="1076"/>
          <ac:picMkLst>
            <pc:docMk/>
            <pc:sldMk cId="683892195" sldId="263"/>
            <ac:picMk id="14" creationId="{6BF37724-B5C3-FE66-1278-9A85C84B77F3}"/>
          </ac:picMkLst>
        </pc:picChg>
      </pc:sldChg>
      <pc:sldChg chg="addSp delSp modSp mod modNotesTx">
        <pc:chgData name="ACEM2-21 ac37822m(長岡高専)" userId="45dd5a03-675d-49d7-a16d-8a5974401386" providerId="ADAL" clId="{27FE6A37-5C74-4966-8564-B51DD8B2CFF0}" dt="2026-09-22T13:48:58.886" v="6360" actId="20577"/>
        <pc:sldMkLst>
          <pc:docMk/>
          <pc:sldMk cId="3400072852" sldId="267"/>
        </pc:sldMkLst>
        <pc:spChg chg="add mod">
          <ac:chgData name="ACEM2-21 ac37822m(長岡高専)" userId="45dd5a03-675d-49d7-a16d-8a5974401386" providerId="ADAL" clId="{27FE6A37-5C74-4966-8564-B51DD8B2CFF0}" dt="2026-08-27T13:04:13.066" v="277"/>
          <ac:spMkLst>
            <pc:docMk/>
            <pc:sldMk cId="3400072852" sldId="267"/>
            <ac:spMk id="2" creationId="{D63565B0-4E0E-B871-E93A-9E9732A001D1}"/>
          </ac:spMkLst>
        </pc:spChg>
        <pc:spChg chg="mod">
          <ac:chgData name="ACEM2-21 ac37822m(長岡高専)" userId="45dd5a03-675d-49d7-a16d-8a5974401386" providerId="ADAL" clId="{27FE6A37-5C74-4966-8564-B51DD8B2CFF0}" dt="2026-09-22T12:11:58.821" v="3162" actId="164"/>
          <ac:spMkLst>
            <pc:docMk/>
            <pc:sldMk cId="3400072852" sldId="267"/>
            <ac:spMk id="3" creationId="{13AE2F88-C907-4D10-6740-BF639A4A7813}"/>
          </ac:spMkLst>
        </pc:spChg>
        <pc:spChg chg="add mod">
          <ac:chgData name="ACEM2-21 ac37822m(長岡高専)" userId="45dd5a03-675d-49d7-a16d-8a5974401386" providerId="ADAL" clId="{27FE6A37-5C74-4966-8564-B51DD8B2CFF0}" dt="2026-08-27T13:05:00.506" v="304"/>
          <ac:spMkLst>
            <pc:docMk/>
            <pc:sldMk cId="3400072852" sldId="267"/>
            <ac:spMk id="7" creationId="{31DDFEB0-3D53-0C61-DBC9-4631B49F9473}"/>
          </ac:spMkLst>
        </pc:spChg>
        <pc:spChg chg="mod">
          <ac:chgData name="ACEM2-21 ac37822m(長岡高専)" userId="45dd5a03-675d-49d7-a16d-8a5974401386" providerId="ADAL" clId="{27FE6A37-5C74-4966-8564-B51DD8B2CFF0}" dt="2026-09-22T12:11:50.773" v="3161" actId="1076"/>
          <ac:spMkLst>
            <pc:docMk/>
            <pc:sldMk cId="3400072852" sldId="267"/>
            <ac:spMk id="26" creationId="{AD4E38E4-0228-CFF2-5D46-559179356D63}"/>
          </ac:spMkLst>
        </pc:spChg>
        <pc:spChg chg="add del mod">
          <ac:chgData name="ACEM2-21 ac37822m(長岡高専)" userId="45dd5a03-675d-49d7-a16d-8a5974401386" providerId="ADAL" clId="{27FE6A37-5C74-4966-8564-B51DD8B2CFF0}" dt="2026-09-22T12:11:43.985" v="3160" actId="1076"/>
          <ac:spMkLst>
            <pc:docMk/>
            <pc:sldMk cId="3400072852" sldId="267"/>
            <ac:spMk id="27" creationId="{B33DC826-BD4B-E6B7-10EA-D55FA58CC795}"/>
          </ac:spMkLst>
        </pc:spChg>
        <pc:spChg chg="add mod">
          <ac:chgData name="ACEM2-21 ac37822m(長岡高専)" userId="45dd5a03-675d-49d7-a16d-8a5974401386" providerId="ADAL" clId="{27FE6A37-5C74-4966-8564-B51DD8B2CFF0}" dt="2026-09-22T12:12:04.009" v="3164" actId="1076"/>
          <ac:spMkLst>
            <pc:docMk/>
            <pc:sldMk cId="3400072852" sldId="267"/>
            <ac:spMk id="28" creationId="{638ED28B-B87D-DD00-8299-22FE24B65FAF}"/>
          </ac:spMkLst>
        </pc:spChg>
        <pc:spChg chg="mod">
          <ac:chgData name="ACEM2-21 ac37822m(長岡高専)" userId="45dd5a03-675d-49d7-a16d-8a5974401386" providerId="ADAL" clId="{27FE6A37-5C74-4966-8564-B51DD8B2CFF0}" dt="2026-09-22T12:11:58.821" v="3162" actId="164"/>
          <ac:spMkLst>
            <pc:docMk/>
            <pc:sldMk cId="3400072852" sldId="267"/>
            <ac:spMk id="31" creationId="{8F577796-4BA6-ACF8-8642-2FC35DCCBAB0}"/>
          </ac:spMkLst>
        </pc:spChg>
        <pc:spChg chg="mod">
          <ac:chgData name="ACEM2-21 ac37822m(長岡高専)" userId="45dd5a03-675d-49d7-a16d-8a5974401386" providerId="ADAL" clId="{27FE6A37-5C74-4966-8564-B51DD8B2CFF0}" dt="2026-09-22T12:11:58.821" v="3162" actId="164"/>
          <ac:spMkLst>
            <pc:docMk/>
            <pc:sldMk cId="3400072852" sldId="267"/>
            <ac:spMk id="40" creationId="{39E633EE-0D08-16EC-45AE-8B411E8EB09D}"/>
          </ac:spMkLst>
        </pc:spChg>
        <pc:spChg chg="mod">
          <ac:chgData name="ACEM2-21 ac37822m(長岡高専)" userId="45dd5a03-675d-49d7-a16d-8a5974401386" providerId="ADAL" clId="{27FE6A37-5C74-4966-8564-B51DD8B2CFF0}" dt="2026-09-22T12:11:58.821" v="3162" actId="164"/>
          <ac:spMkLst>
            <pc:docMk/>
            <pc:sldMk cId="3400072852" sldId="267"/>
            <ac:spMk id="50" creationId="{191BDBD0-1E6A-2294-29FE-F5214A48DCB2}"/>
          </ac:spMkLst>
        </pc:spChg>
        <pc:spChg chg="mod">
          <ac:chgData name="ACEM2-21 ac37822m(長岡高専)" userId="45dd5a03-675d-49d7-a16d-8a5974401386" providerId="ADAL" clId="{27FE6A37-5C74-4966-8564-B51DD8B2CFF0}" dt="2026-09-22T12:11:58.821" v="3162" actId="164"/>
          <ac:spMkLst>
            <pc:docMk/>
            <pc:sldMk cId="3400072852" sldId="267"/>
            <ac:spMk id="65" creationId="{01294DC9-39F3-F976-0059-771A8396CE45}"/>
          </ac:spMkLst>
        </pc:spChg>
        <pc:spChg chg="mod">
          <ac:chgData name="ACEM2-21 ac37822m(長岡高専)" userId="45dd5a03-675d-49d7-a16d-8a5974401386" providerId="ADAL" clId="{27FE6A37-5C74-4966-8564-B51DD8B2CFF0}" dt="2026-09-22T12:11:58.821" v="3162" actId="164"/>
          <ac:spMkLst>
            <pc:docMk/>
            <pc:sldMk cId="3400072852" sldId="267"/>
            <ac:spMk id="67" creationId="{00769347-FE31-F765-9ED5-83E9CD4A2EE5}"/>
          </ac:spMkLst>
        </pc:spChg>
        <pc:spChg chg="mod">
          <ac:chgData name="ACEM2-21 ac37822m(長岡高専)" userId="45dd5a03-675d-49d7-a16d-8a5974401386" providerId="ADAL" clId="{27FE6A37-5C74-4966-8564-B51DD8B2CFF0}" dt="2026-09-22T12:11:58.821" v="3162" actId="164"/>
          <ac:spMkLst>
            <pc:docMk/>
            <pc:sldMk cId="3400072852" sldId="267"/>
            <ac:spMk id="69" creationId="{938CD6AE-C4FD-CC51-02FF-564BB2C918F2}"/>
          </ac:spMkLst>
        </pc:spChg>
        <pc:spChg chg="mod">
          <ac:chgData name="ACEM2-21 ac37822m(長岡高専)" userId="45dd5a03-675d-49d7-a16d-8a5974401386" providerId="ADAL" clId="{27FE6A37-5C74-4966-8564-B51DD8B2CFF0}" dt="2026-09-22T12:11:58.821" v="3162" actId="164"/>
          <ac:spMkLst>
            <pc:docMk/>
            <pc:sldMk cId="3400072852" sldId="267"/>
            <ac:spMk id="104" creationId="{27E0CBDB-1F73-F8B6-AEBC-FCE6C8339E36}"/>
          </ac:spMkLst>
        </pc:spChg>
        <pc:spChg chg="mod">
          <ac:chgData name="ACEM2-21 ac37822m(長岡高専)" userId="45dd5a03-675d-49d7-a16d-8a5974401386" providerId="ADAL" clId="{27FE6A37-5C74-4966-8564-B51DD8B2CFF0}" dt="2026-09-22T12:11:58.821" v="3162" actId="164"/>
          <ac:spMkLst>
            <pc:docMk/>
            <pc:sldMk cId="3400072852" sldId="267"/>
            <ac:spMk id="125" creationId="{202E6560-2902-E3E5-9995-12E78E585D88}"/>
          </ac:spMkLst>
        </pc:spChg>
        <pc:spChg chg="mod">
          <ac:chgData name="ACEM2-21 ac37822m(長岡高専)" userId="45dd5a03-675d-49d7-a16d-8a5974401386" providerId="ADAL" clId="{27FE6A37-5C74-4966-8564-B51DD8B2CFF0}" dt="2026-09-22T12:11:58.821" v="3162" actId="164"/>
          <ac:spMkLst>
            <pc:docMk/>
            <pc:sldMk cId="3400072852" sldId="267"/>
            <ac:spMk id="127" creationId="{C4F26478-BCE6-51E3-F6B0-380B67857CF2}"/>
          </ac:spMkLst>
        </pc:spChg>
        <pc:grpChg chg="del mod">
          <ac:chgData name="ACEM2-21 ac37822m(長岡高専)" userId="45dd5a03-675d-49d7-a16d-8a5974401386" providerId="ADAL" clId="{27FE6A37-5C74-4966-8564-B51DD8B2CFF0}" dt="2026-09-22T12:12:14.836" v="3166" actId="21"/>
          <ac:grpSpMkLst>
            <pc:docMk/>
            <pc:sldMk cId="3400072852" sldId="267"/>
            <ac:grpSpMk id="25" creationId="{A585FF2D-4835-80CA-BB98-1CC37C539437}"/>
          </ac:grpSpMkLst>
        </pc:grpChg>
        <pc:grpChg chg="mod">
          <ac:chgData name="ACEM2-21 ac37822m(長岡高専)" userId="45dd5a03-675d-49d7-a16d-8a5974401386" providerId="ADAL" clId="{27FE6A37-5C74-4966-8564-B51DD8B2CFF0}" dt="2026-09-22T12:12:01.643" v="3163" actId="1076"/>
          <ac:grpSpMkLst>
            <pc:docMk/>
            <pc:sldMk cId="3400072852" sldId="267"/>
            <ac:grpSpMk id="30" creationId="{1DF0B4A0-F1A1-189F-6ABB-031C18CB4CC1}"/>
          </ac:grpSpMkLst>
        </pc:grpChg>
        <pc:graphicFrameChg chg="del modGraphic">
          <ac:chgData name="ACEM2-21 ac37822m(長岡高専)" userId="45dd5a03-675d-49d7-a16d-8a5974401386" providerId="ADAL" clId="{27FE6A37-5C74-4966-8564-B51DD8B2CFF0}" dt="2026-09-22T12:12:14.836" v="3166" actId="21"/>
          <ac:graphicFrameMkLst>
            <pc:docMk/>
            <pc:sldMk cId="3400072852" sldId="267"/>
            <ac:graphicFrameMk id="4" creationId="{20D09AF3-8A14-F111-FDBF-14A2E821E54B}"/>
          </ac:graphicFrameMkLst>
        </pc:graphicFrameChg>
      </pc:sldChg>
      <pc:sldChg chg="addSp delSp modSp add mod modAnim modNotesTx">
        <pc:chgData name="ACEM2-21 ac37822m(長岡高専)" userId="45dd5a03-675d-49d7-a16d-8a5974401386" providerId="ADAL" clId="{27FE6A37-5C74-4966-8564-B51DD8B2CFF0}" dt="2026-09-22T13:40:14.040" v="6211" actId="20577"/>
        <pc:sldMkLst>
          <pc:docMk/>
          <pc:sldMk cId="3630399525" sldId="268"/>
        </pc:sldMkLst>
        <pc:spChg chg="add del mod">
          <ac:chgData name="ACEM2-21 ac37822m(長岡高専)" userId="45dd5a03-675d-49d7-a16d-8a5974401386" providerId="ADAL" clId="{27FE6A37-5C74-4966-8564-B51DD8B2CFF0}" dt="2026-09-22T11:52:49.678" v="2964"/>
          <ac:spMkLst>
            <pc:docMk/>
            <pc:sldMk cId="3630399525" sldId="268"/>
            <ac:spMk id="5" creationId="{73C20AE8-E2E3-6A91-D67F-607C23872907}"/>
          </ac:spMkLst>
        </pc:spChg>
        <pc:spChg chg="add">
          <ac:chgData name="ACEM2-21 ac37822m(長岡高専)" userId="45dd5a03-675d-49d7-a16d-8a5974401386" providerId="ADAL" clId="{27FE6A37-5C74-4966-8564-B51DD8B2CFF0}" dt="2026-09-07T15:07:05.362" v="1914" actId="22"/>
          <ac:spMkLst>
            <pc:docMk/>
            <pc:sldMk cId="3630399525" sldId="268"/>
            <ac:spMk id="8" creationId="{1C683C20-B0E8-9AA0-6473-A02CD4D92A54}"/>
          </ac:spMkLst>
        </pc:spChg>
        <pc:spChg chg="mod">
          <ac:chgData name="ACEM2-21 ac37822m(長岡高専)" userId="45dd5a03-675d-49d7-a16d-8a5974401386" providerId="ADAL" clId="{27FE6A37-5C74-4966-8564-B51DD8B2CFF0}" dt="2026-09-02T05:56:57.947" v="1857" actId="20577"/>
          <ac:spMkLst>
            <pc:docMk/>
            <pc:sldMk cId="3630399525" sldId="268"/>
            <ac:spMk id="11" creationId="{06140BCD-47BF-7E01-E735-469E650F861A}"/>
          </ac:spMkLst>
        </pc:spChg>
        <pc:spChg chg="add del mod">
          <ac:chgData name="ACEM2-21 ac37822m(長岡高専)" userId="45dd5a03-675d-49d7-a16d-8a5974401386" providerId="ADAL" clId="{27FE6A37-5C74-4966-8564-B51DD8B2CFF0}" dt="2026-09-22T11:53:08.902" v="2969"/>
          <ac:spMkLst>
            <pc:docMk/>
            <pc:sldMk cId="3630399525" sldId="268"/>
            <ac:spMk id="12" creationId="{CD2ED635-DD71-A6DE-BD9C-F4E5D913C96A}"/>
          </ac:spMkLst>
        </pc:spChg>
        <pc:spChg chg="mod">
          <ac:chgData name="ACEM2-21 ac37822m(長岡高専)" userId="45dd5a03-675d-49d7-a16d-8a5974401386" providerId="ADAL" clId="{27FE6A37-5C74-4966-8564-B51DD8B2CFF0}" dt="2026-09-22T11:52:46.614" v="2961" actId="1076"/>
          <ac:spMkLst>
            <pc:docMk/>
            <pc:sldMk cId="3630399525" sldId="268"/>
            <ac:spMk id="16" creationId="{48B60F5E-9FF3-4B11-D0CA-12AC02D5D79D}"/>
          </ac:spMkLst>
        </pc:spChg>
        <pc:spChg chg="mod">
          <ac:chgData name="ACEM2-21 ac37822m(長岡高専)" userId="45dd5a03-675d-49d7-a16d-8a5974401386" providerId="ADAL" clId="{27FE6A37-5C74-4966-8564-B51DD8B2CFF0}" dt="2026-09-22T11:53:05.703" v="2966" actId="1076"/>
          <ac:spMkLst>
            <pc:docMk/>
            <pc:sldMk cId="3630399525" sldId="268"/>
            <ac:spMk id="19" creationId="{5AECEE48-0C7C-BAE9-6A3E-012B5D1CE3EE}"/>
          </ac:spMkLst>
        </pc:spChg>
        <pc:spChg chg="del">
          <ac:chgData name="ACEM2-21 ac37822m(長岡高専)" userId="45dd5a03-675d-49d7-a16d-8a5974401386" providerId="ADAL" clId="{27FE6A37-5C74-4966-8564-B51DD8B2CFF0}" dt="2026-09-22T07:38:16.888" v="2710" actId="21"/>
          <ac:spMkLst>
            <pc:docMk/>
            <pc:sldMk cId="3630399525" sldId="268"/>
            <ac:spMk id="21" creationId="{211E0C3C-B101-7002-C51D-C8E04B18939F}"/>
          </ac:spMkLst>
        </pc:spChg>
        <pc:spChg chg="mod">
          <ac:chgData name="ACEM2-21 ac37822m(長岡高専)" userId="45dd5a03-675d-49d7-a16d-8a5974401386" providerId="ADAL" clId="{27FE6A37-5C74-4966-8564-B51DD8B2CFF0}" dt="2026-09-22T11:53:19.698" v="2972" actId="1076"/>
          <ac:spMkLst>
            <pc:docMk/>
            <pc:sldMk cId="3630399525" sldId="268"/>
            <ac:spMk id="24" creationId="{831148DF-AEE4-D20C-53D1-498E98C27200}"/>
          </ac:spMkLst>
        </pc:spChg>
        <pc:spChg chg="mod">
          <ac:chgData name="ACEM2-21 ac37822m(長岡高専)" userId="45dd5a03-675d-49d7-a16d-8a5974401386" providerId="ADAL" clId="{27FE6A37-5C74-4966-8564-B51DD8B2CFF0}" dt="2026-09-22T11:53:19.698" v="2972" actId="1076"/>
          <ac:spMkLst>
            <pc:docMk/>
            <pc:sldMk cId="3630399525" sldId="268"/>
            <ac:spMk id="28" creationId="{94C449EE-64D2-6AD9-B402-9CE85A0B3A78}"/>
          </ac:spMkLst>
        </pc:spChg>
        <pc:spChg chg="mod">
          <ac:chgData name="ACEM2-21 ac37822m(長岡高専)" userId="45dd5a03-675d-49d7-a16d-8a5974401386" providerId="ADAL" clId="{27FE6A37-5C74-4966-8564-B51DD8B2CFF0}" dt="2026-09-22T11:53:19.698" v="2972" actId="1076"/>
          <ac:spMkLst>
            <pc:docMk/>
            <pc:sldMk cId="3630399525" sldId="268"/>
            <ac:spMk id="30" creationId="{B7D80035-D0A1-EA0D-9257-CE85A96C8351}"/>
          </ac:spMkLst>
        </pc:spChg>
        <pc:graphicFrameChg chg="mod">
          <ac:chgData name="ACEM2-21 ac37822m(長岡高専)" userId="45dd5a03-675d-49d7-a16d-8a5974401386" providerId="ADAL" clId="{27FE6A37-5C74-4966-8564-B51DD8B2CFF0}" dt="2026-09-22T11:53:19.698" v="2972" actId="1076"/>
          <ac:graphicFrameMkLst>
            <pc:docMk/>
            <pc:sldMk cId="3630399525" sldId="268"/>
            <ac:graphicFrameMk id="22" creationId="{00001B2E-FAD7-5B49-D994-E8CBEBB328B6}"/>
          </ac:graphicFrameMkLst>
        </pc:graphicFrameChg>
        <pc:graphicFrameChg chg="mod">
          <ac:chgData name="ACEM2-21 ac37822m(長岡高専)" userId="45dd5a03-675d-49d7-a16d-8a5974401386" providerId="ADAL" clId="{27FE6A37-5C74-4966-8564-B51DD8B2CFF0}" dt="2026-09-22T11:53:19.698" v="2972" actId="1076"/>
          <ac:graphicFrameMkLst>
            <pc:docMk/>
            <pc:sldMk cId="3630399525" sldId="268"/>
            <ac:graphicFrameMk id="26" creationId="{04FC79B4-3E43-A9EC-D55F-90C4047E9181}"/>
          </ac:graphicFrameMkLst>
        </pc:graphicFrameChg>
        <pc:picChg chg="add mod">
          <ac:chgData name="ACEM2-21 ac37822m(長岡高専)" userId="45dd5a03-675d-49d7-a16d-8a5974401386" providerId="ADAL" clId="{27FE6A37-5C74-4966-8564-B51DD8B2CFF0}" dt="2026-09-22T11:53:05.703" v="2966" actId="1076"/>
          <ac:picMkLst>
            <pc:docMk/>
            <pc:sldMk cId="3630399525" sldId="268"/>
            <ac:picMk id="3" creationId="{68848F81-C17D-C947-D5AB-AA3D683F2A90}"/>
          </ac:picMkLst>
        </pc:picChg>
        <pc:picChg chg="mod">
          <ac:chgData name="ACEM2-21 ac37822m(長岡高専)" userId="45dd5a03-675d-49d7-a16d-8a5974401386" providerId="ADAL" clId="{27FE6A37-5C74-4966-8564-B51DD8B2CFF0}" dt="2026-09-22T11:52:46.614" v="2961" actId="1076"/>
          <ac:picMkLst>
            <pc:docMk/>
            <pc:sldMk cId="3630399525" sldId="268"/>
            <ac:picMk id="9" creationId="{6025D013-1083-9A0E-F0E7-247CDBD1393B}"/>
          </ac:picMkLst>
        </pc:picChg>
        <pc:picChg chg="mod">
          <ac:chgData name="ACEM2-21 ac37822m(長岡高専)" userId="45dd5a03-675d-49d7-a16d-8a5974401386" providerId="ADAL" clId="{27FE6A37-5C74-4966-8564-B51DD8B2CFF0}" dt="2026-09-22T11:52:46.614" v="2961" actId="1076"/>
          <ac:picMkLst>
            <pc:docMk/>
            <pc:sldMk cId="3630399525" sldId="268"/>
            <ac:picMk id="14" creationId="{EFB4C5D6-327B-29F4-9878-0184A9F7F1F5}"/>
          </ac:picMkLst>
        </pc:picChg>
      </pc:sldChg>
      <pc:sldChg chg="addSp delSp modSp add mod modNotesTx">
        <pc:chgData name="ACEM2-21 ac37822m(長岡高専)" userId="45dd5a03-675d-49d7-a16d-8a5974401386" providerId="ADAL" clId="{27FE6A37-5C74-4966-8564-B51DD8B2CFF0}" dt="2026-09-22T13:40:48.870" v="6250" actId="20577"/>
        <pc:sldMkLst>
          <pc:docMk/>
          <pc:sldMk cId="1265696255" sldId="269"/>
        </pc:sldMkLst>
        <pc:spChg chg="add mod">
          <ac:chgData name="ACEM2-21 ac37822m(長岡高専)" userId="45dd5a03-675d-49d7-a16d-8a5974401386" providerId="ADAL" clId="{27FE6A37-5C74-4966-8564-B51DD8B2CFF0}" dt="2026-09-22T11:52:06.676" v="2960" actId="20577"/>
          <ac:spMkLst>
            <pc:docMk/>
            <pc:sldMk cId="1265696255" sldId="269"/>
            <ac:spMk id="5" creationId="{481F3886-3DE3-76F0-1C75-EB43A3572131}"/>
          </ac:spMkLst>
        </pc:spChg>
        <pc:spChg chg="mod">
          <ac:chgData name="ACEM2-21 ac37822m(長岡高専)" userId="45dd5a03-675d-49d7-a16d-8a5974401386" providerId="ADAL" clId="{27FE6A37-5C74-4966-8564-B51DD8B2CFF0}" dt="2026-08-27T13:20:59.389" v="1050" actId="20577"/>
          <ac:spMkLst>
            <pc:docMk/>
            <pc:sldMk cId="1265696255" sldId="269"/>
            <ac:spMk id="11" creationId="{BD7F2914-19A2-0536-564A-DD3721539646}"/>
          </ac:spMkLst>
        </pc:spChg>
      </pc:sldChg>
      <pc:sldChg chg="addSp delSp modSp add del mod ord delAnim">
        <pc:chgData name="ACEM2-21 ac37822m(長岡高専)" userId="45dd5a03-675d-49d7-a16d-8a5974401386" providerId="ADAL" clId="{27FE6A37-5C74-4966-8564-B51DD8B2CFF0}" dt="2026-09-22T12:07:55.593" v="3076" actId="2696"/>
        <pc:sldMkLst>
          <pc:docMk/>
          <pc:sldMk cId="3476658783" sldId="270"/>
        </pc:sldMkLst>
      </pc:sldChg>
      <pc:sldChg chg="addSp delSp modSp mod modNotesTx">
        <pc:chgData name="ACEM2-21 ac37822m(長岡高専)" userId="45dd5a03-675d-49d7-a16d-8a5974401386" providerId="ADAL" clId="{27FE6A37-5C74-4966-8564-B51DD8B2CFF0}" dt="2026-09-22T13:51:15.806" v="6414" actId="20577"/>
        <pc:sldMkLst>
          <pc:docMk/>
          <pc:sldMk cId="3866805907" sldId="271"/>
        </pc:sldMkLst>
        <pc:spChg chg="add mod">
          <ac:chgData name="ACEM2-21 ac37822m(長岡高専)" userId="45dd5a03-675d-49d7-a16d-8a5974401386" providerId="ADAL" clId="{27FE6A37-5C74-4966-8564-B51DD8B2CFF0}" dt="2026-09-17T09:46:30.963" v="2609" actId="1076"/>
          <ac:spMkLst>
            <pc:docMk/>
            <pc:sldMk cId="3866805907" sldId="271"/>
            <ac:spMk id="4" creationId="{963BB2CB-2920-43E4-379C-757C1E818F2B}"/>
          </ac:spMkLst>
        </pc:spChg>
        <pc:spChg chg="add mod">
          <ac:chgData name="ACEM2-21 ac37822m(長岡高専)" userId="45dd5a03-675d-49d7-a16d-8a5974401386" providerId="ADAL" clId="{27FE6A37-5C74-4966-8564-B51DD8B2CFF0}" dt="2026-09-22T07:41:48.757" v="2837" actId="1076"/>
          <ac:spMkLst>
            <pc:docMk/>
            <pc:sldMk cId="3866805907" sldId="271"/>
            <ac:spMk id="9" creationId="{A9307D1D-A2BE-BE6C-9825-5248528DE9DA}"/>
          </ac:spMkLst>
        </pc:spChg>
        <pc:spChg chg="add del mod">
          <ac:chgData name="ACEM2-21 ac37822m(長岡高専)" userId="45dd5a03-675d-49d7-a16d-8a5974401386" providerId="ADAL" clId="{27FE6A37-5C74-4966-8564-B51DD8B2CFF0}" dt="2026-09-02T05:48:58.097" v="1649" actId="47"/>
          <ac:spMkLst>
            <pc:docMk/>
            <pc:sldMk cId="3866805907" sldId="271"/>
            <ac:spMk id="16" creationId="{9D5DB1AF-781A-949E-ABCF-DBFEAF0A8399}"/>
          </ac:spMkLst>
        </pc:spChg>
        <pc:spChg chg="mod">
          <ac:chgData name="ACEM2-21 ac37822m(長岡高専)" userId="45dd5a03-675d-49d7-a16d-8a5974401386" providerId="ADAL" clId="{27FE6A37-5C74-4966-8564-B51DD8B2CFF0}" dt="2026-09-17T09:46:23.161" v="2607" actId="1076"/>
          <ac:spMkLst>
            <pc:docMk/>
            <pc:sldMk cId="3866805907" sldId="271"/>
            <ac:spMk id="19" creationId="{28601A24-81EE-C974-6D3D-252D5D2FF4B5}"/>
          </ac:spMkLst>
        </pc:spChg>
        <pc:spChg chg="add mod">
          <ac:chgData name="ACEM2-21 ac37822m(長岡高専)" userId="45dd5a03-675d-49d7-a16d-8a5974401386" providerId="ADAL" clId="{27FE6A37-5C74-4966-8564-B51DD8B2CFF0}" dt="2026-09-02T05:50:11.544" v="1683" actId="1076"/>
          <ac:spMkLst>
            <pc:docMk/>
            <pc:sldMk cId="3866805907" sldId="271"/>
            <ac:spMk id="20" creationId="{315A2C10-2280-32D9-BBAE-3414C8FFB4EC}"/>
          </ac:spMkLst>
        </pc:spChg>
        <pc:graphicFrameChg chg="add mod modGraphic">
          <ac:chgData name="ACEM2-21 ac37822m(長岡高専)" userId="45dd5a03-675d-49d7-a16d-8a5974401386" providerId="ADAL" clId="{27FE6A37-5C74-4966-8564-B51DD8B2CFF0}" dt="2026-09-17T09:46:37.803" v="2611" actId="113"/>
          <ac:graphicFrameMkLst>
            <pc:docMk/>
            <pc:sldMk cId="3866805907" sldId="271"/>
            <ac:graphicFrameMk id="8" creationId="{5187BC04-4146-5BA9-831D-D657730EFE53}"/>
          </ac:graphicFrameMkLst>
        </pc:graphicFrameChg>
        <pc:graphicFrameChg chg="mod modGraphic">
          <ac:chgData name="ACEM2-21 ac37822m(長岡高専)" userId="45dd5a03-675d-49d7-a16d-8a5974401386" providerId="ADAL" clId="{27FE6A37-5C74-4966-8564-B51DD8B2CFF0}" dt="2026-09-17T09:43:40.615" v="2574" actId="1076"/>
          <ac:graphicFrameMkLst>
            <pc:docMk/>
            <pc:sldMk cId="3866805907" sldId="271"/>
            <ac:graphicFrameMk id="14" creationId="{5DFE1BC2-3B55-0391-EB0A-8C5410671BEB}"/>
          </ac:graphicFrameMkLst>
        </pc:graphicFrameChg>
      </pc:sldChg>
      <pc:sldChg chg="addSp modSp mod modNotesTx">
        <pc:chgData name="ACEM2-21 ac37822m(長岡高専)" userId="45dd5a03-675d-49d7-a16d-8a5974401386" providerId="ADAL" clId="{27FE6A37-5C74-4966-8564-B51DD8B2CFF0}" dt="2026-09-22T14:21:38.252" v="6495" actId="20577"/>
        <pc:sldMkLst>
          <pc:docMk/>
          <pc:sldMk cId="315102233" sldId="272"/>
        </pc:sldMkLst>
        <pc:spChg chg="mod">
          <ac:chgData name="ACEM2-21 ac37822m(長岡高専)" userId="45dd5a03-675d-49d7-a16d-8a5974401386" providerId="ADAL" clId="{27FE6A37-5C74-4966-8564-B51DD8B2CFF0}" dt="2026-09-07T15:18:17.929" v="2261" actId="20577"/>
          <ac:spMkLst>
            <pc:docMk/>
            <pc:sldMk cId="315102233" sldId="272"/>
            <ac:spMk id="3" creationId="{0AB27B1E-4E4A-BAE0-DFD9-D9071103CF9E}"/>
          </ac:spMkLst>
        </pc:spChg>
        <pc:spChg chg="add mod">
          <ac:chgData name="ACEM2-21 ac37822m(長岡高専)" userId="45dd5a03-675d-49d7-a16d-8a5974401386" providerId="ADAL" clId="{27FE6A37-5C74-4966-8564-B51DD8B2CFF0}" dt="2026-09-17T09:52:30.834" v="2662" actId="1076"/>
          <ac:spMkLst>
            <pc:docMk/>
            <pc:sldMk cId="315102233" sldId="272"/>
            <ac:spMk id="8" creationId="{E2B88F23-4ED2-40F3-024A-2E6F66EE4AEB}"/>
          </ac:spMkLst>
        </pc:spChg>
        <pc:spChg chg="mod">
          <ac:chgData name="ACEM2-21 ac37822m(長岡高専)" userId="45dd5a03-675d-49d7-a16d-8a5974401386" providerId="ADAL" clId="{27FE6A37-5C74-4966-8564-B51DD8B2CFF0}" dt="2026-09-22T13:26:49.064" v="6030" actId="20577"/>
          <ac:spMkLst>
            <pc:docMk/>
            <pc:sldMk cId="315102233" sldId="272"/>
            <ac:spMk id="15" creationId="{2BB44548-3206-945A-9AB6-E1FD1B751101}"/>
          </ac:spMkLst>
        </pc:spChg>
        <pc:spChg chg="mod">
          <ac:chgData name="ACEM2-21 ac37822m(長岡高専)" userId="45dd5a03-675d-49d7-a16d-8a5974401386" providerId="ADAL" clId="{27FE6A37-5C74-4966-8564-B51DD8B2CFF0}" dt="2026-09-22T13:37:53.697" v="6083" actId="1076"/>
          <ac:spMkLst>
            <pc:docMk/>
            <pc:sldMk cId="315102233" sldId="272"/>
            <ac:spMk id="78" creationId="{D4355873-2172-5C0E-1B5F-2E2495EDD03A}"/>
          </ac:spMkLst>
        </pc:spChg>
        <pc:spChg chg="mod">
          <ac:chgData name="ACEM2-21 ac37822m(長岡高専)" userId="45dd5a03-675d-49d7-a16d-8a5974401386" providerId="ADAL" clId="{27FE6A37-5C74-4966-8564-B51DD8B2CFF0}" dt="2026-09-22T13:37:53.697" v="6083" actId="1076"/>
          <ac:spMkLst>
            <pc:docMk/>
            <pc:sldMk cId="315102233" sldId="272"/>
            <ac:spMk id="80" creationId="{50D9EDEC-0919-A051-8BC4-0B1080A2658F}"/>
          </ac:spMkLst>
        </pc:spChg>
        <pc:graphicFrameChg chg="mod modGraphic">
          <ac:chgData name="ACEM2-21 ac37822m(長岡高専)" userId="45dd5a03-675d-49d7-a16d-8a5974401386" providerId="ADAL" clId="{27FE6A37-5C74-4966-8564-B51DD8B2CFF0}" dt="2026-09-17T09:52:30.834" v="2662" actId="1076"/>
          <ac:graphicFrameMkLst>
            <pc:docMk/>
            <pc:sldMk cId="315102233" sldId="272"/>
            <ac:graphicFrameMk id="17" creationId="{1F759231-A72B-D3A1-BD39-CA2C5A655271}"/>
          </ac:graphicFrameMkLst>
        </pc:graphicFrameChg>
        <pc:picChg chg="mod">
          <ac:chgData name="ACEM2-21 ac37822m(長岡高専)" userId="45dd5a03-675d-49d7-a16d-8a5974401386" providerId="ADAL" clId="{27FE6A37-5C74-4966-8564-B51DD8B2CFF0}" dt="2026-09-22T13:37:53.697" v="6083" actId="1076"/>
          <ac:picMkLst>
            <pc:docMk/>
            <pc:sldMk cId="315102233" sldId="272"/>
            <ac:picMk id="74" creationId="{F20542AF-5602-DDF1-02FF-397A3057E9E5}"/>
          </ac:picMkLst>
        </pc:picChg>
        <pc:picChg chg="mod">
          <ac:chgData name="ACEM2-21 ac37822m(長岡高専)" userId="45dd5a03-675d-49d7-a16d-8a5974401386" providerId="ADAL" clId="{27FE6A37-5C74-4966-8564-B51DD8B2CFF0}" dt="2026-09-22T13:37:53.697" v="6083" actId="1076"/>
          <ac:picMkLst>
            <pc:docMk/>
            <pc:sldMk cId="315102233" sldId="272"/>
            <ac:picMk id="76" creationId="{154BBBEE-E441-5AF0-97D2-E58CE380066D}"/>
          </ac:picMkLst>
        </pc:picChg>
      </pc:sldChg>
      <pc:sldChg chg="del">
        <pc:chgData name="ACEM2-21 ac37822m(長岡高専)" userId="45dd5a03-675d-49d7-a16d-8a5974401386" providerId="ADAL" clId="{27FE6A37-5C74-4966-8564-B51DD8B2CFF0}" dt="2026-09-22T12:07:55.593" v="3076" actId="2696"/>
        <pc:sldMkLst>
          <pc:docMk/>
          <pc:sldMk cId="277527946" sldId="273"/>
        </pc:sldMkLst>
      </pc:sldChg>
      <pc:sldChg chg="addSp delSp modSp mod delAnim modAnim modNotesTx">
        <pc:chgData name="ACEM2-21 ac37822m(長岡高専)" userId="45dd5a03-675d-49d7-a16d-8a5974401386" providerId="ADAL" clId="{27FE6A37-5C74-4966-8564-B51DD8B2CFF0}" dt="2026-09-22T14:22:38.224" v="6605" actId="20577"/>
        <pc:sldMkLst>
          <pc:docMk/>
          <pc:sldMk cId="628031770" sldId="274"/>
        </pc:sldMkLst>
        <pc:spChg chg="del">
          <ac:chgData name="ACEM2-21 ac37822m(長岡高専)" userId="45dd5a03-675d-49d7-a16d-8a5974401386" providerId="ADAL" clId="{27FE6A37-5C74-4966-8564-B51DD8B2CFF0}" dt="2026-09-22T06:32:43.068" v="2691" actId="21"/>
          <ac:spMkLst>
            <pc:docMk/>
            <pc:sldMk cId="628031770" sldId="274"/>
            <ac:spMk id="3" creationId="{07DEA67E-24B7-D4B5-AE22-3FFC3B044AEF}"/>
          </ac:spMkLst>
        </pc:spChg>
        <pc:spChg chg="del">
          <ac:chgData name="ACEM2-21 ac37822m(長岡高専)" userId="45dd5a03-675d-49d7-a16d-8a5974401386" providerId="ADAL" clId="{27FE6A37-5C74-4966-8564-B51DD8B2CFF0}" dt="2026-09-22T06:32:43.068" v="2691" actId="21"/>
          <ac:spMkLst>
            <pc:docMk/>
            <pc:sldMk cId="628031770" sldId="274"/>
            <ac:spMk id="9" creationId="{9B9CD0BF-A1A7-A12A-EBBA-503DD7843219}"/>
          </ac:spMkLst>
        </pc:spChg>
        <pc:spChg chg="add del">
          <ac:chgData name="ACEM2-21 ac37822m(長岡高専)" userId="45dd5a03-675d-49d7-a16d-8a5974401386" providerId="ADAL" clId="{27FE6A37-5C74-4966-8564-B51DD8B2CFF0}" dt="2026-09-22T11:54:41.112" v="2981" actId="478"/>
          <ac:spMkLst>
            <pc:docMk/>
            <pc:sldMk cId="628031770" sldId="274"/>
            <ac:spMk id="12" creationId="{5536358A-8FEE-2C71-A4CE-FC9B5C201119}"/>
          </ac:spMkLst>
        </pc:spChg>
        <pc:spChg chg="mod">
          <ac:chgData name="ACEM2-21 ac37822m(長岡高専)" userId="45dd5a03-675d-49d7-a16d-8a5974401386" providerId="ADAL" clId="{27FE6A37-5C74-4966-8564-B51DD8B2CFF0}" dt="2026-09-22T12:19:54.937" v="3773" actId="1076"/>
          <ac:spMkLst>
            <pc:docMk/>
            <pc:sldMk cId="628031770" sldId="274"/>
            <ac:spMk id="13" creationId="{F707882B-37F6-4322-20FE-AE34AEEE10CC}"/>
          </ac:spMkLst>
        </pc:spChg>
        <pc:spChg chg="add mod">
          <ac:chgData name="ACEM2-21 ac37822m(長岡高専)" userId="45dd5a03-675d-49d7-a16d-8a5974401386" providerId="ADAL" clId="{27FE6A37-5C74-4966-8564-B51DD8B2CFF0}" dt="2026-09-22T12:21:40.797" v="3971" actId="20577"/>
          <ac:spMkLst>
            <pc:docMk/>
            <pc:sldMk cId="628031770" sldId="274"/>
            <ac:spMk id="15" creationId="{F2C60EB4-7E97-2543-3703-81AF8D2BFC41}"/>
          </ac:spMkLst>
        </pc:spChg>
        <pc:spChg chg="mod">
          <ac:chgData name="ACEM2-21 ac37822m(長岡高専)" userId="45dd5a03-675d-49d7-a16d-8a5974401386" providerId="ADAL" clId="{27FE6A37-5C74-4966-8564-B51DD8B2CFF0}" dt="2026-09-22T12:19:54.937" v="3773" actId="1076"/>
          <ac:spMkLst>
            <pc:docMk/>
            <pc:sldMk cId="628031770" sldId="274"/>
            <ac:spMk id="27" creationId="{A5D6F99F-8A88-FB2B-E2B0-D1C8740F3CA1}"/>
          </ac:spMkLst>
        </pc:spChg>
        <pc:spChg chg="mod">
          <ac:chgData name="ACEM2-21 ac37822m(長岡高専)" userId="45dd5a03-675d-49d7-a16d-8a5974401386" providerId="ADAL" clId="{27FE6A37-5C74-4966-8564-B51DD8B2CFF0}" dt="2026-09-22T12:19:54.937" v="3773" actId="1076"/>
          <ac:spMkLst>
            <pc:docMk/>
            <pc:sldMk cId="628031770" sldId="274"/>
            <ac:spMk id="29" creationId="{4BD6AF18-122E-8937-F855-C0C122A8AAE3}"/>
          </ac:spMkLst>
        </pc:spChg>
        <pc:picChg chg="add del mod">
          <ac:chgData name="ACEM2-21 ac37822m(長岡高専)" userId="45dd5a03-675d-49d7-a16d-8a5974401386" providerId="ADAL" clId="{27FE6A37-5C74-4966-8564-B51DD8B2CFF0}" dt="2026-09-22T06:40:41.319" v="2705" actId="21"/>
          <ac:picMkLst>
            <pc:docMk/>
            <pc:sldMk cId="628031770" sldId="274"/>
            <ac:picMk id="4" creationId="{AB85AFCF-C670-CB79-FDCF-49F52B1B60A4}"/>
          </ac:picMkLst>
        </pc:picChg>
        <pc:picChg chg="add mod">
          <ac:chgData name="ACEM2-21 ac37822m(長岡高専)" userId="45dd5a03-675d-49d7-a16d-8a5974401386" providerId="ADAL" clId="{27FE6A37-5C74-4966-8564-B51DD8B2CFF0}" dt="2026-09-22T12:19:54.937" v="3773" actId="1076"/>
          <ac:picMkLst>
            <pc:docMk/>
            <pc:sldMk cId="628031770" sldId="274"/>
            <ac:picMk id="5" creationId="{5D560D72-8E2F-9824-3AEB-A31F9C4416F6}"/>
          </ac:picMkLst>
        </pc:picChg>
        <pc:picChg chg="add mod">
          <ac:chgData name="ACEM2-21 ac37822m(長岡高専)" userId="45dd5a03-675d-49d7-a16d-8a5974401386" providerId="ADAL" clId="{27FE6A37-5C74-4966-8564-B51DD8B2CFF0}" dt="2026-09-22T12:19:54.937" v="3773" actId="1076"/>
          <ac:picMkLst>
            <pc:docMk/>
            <pc:sldMk cId="628031770" sldId="274"/>
            <ac:picMk id="8" creationId="{C3B5AF02-B019-B8BF-BF4D-6FE445EF9350}"/>
          </ac:picMkLst>
        </pc:picChg>
      </pc:sldChg>
      <pc:sldChg chg="modSp mod">
        <pc:chgData name="ACEM2-21 ac37822m(長岡高専)" userId="45dd5a03-675d-49d7-a16d-8a5974401386" providerId="ADAL" clId="{27FE6A37-5C74-4966-8564-B51DD8B2CFF0}" dt="2026-09-17T09:34:37.746" v="2354" actId="1076"/>
        <pc:sldMkLst>
          <pc:docMk/>
          <pc:sldMk cId="558206630" sldId="275"/>
        </pc:sldMkLst>
        <pc:spChg chg="mod">
          <ac:chgData name="ACEM2-21 ac37822m(長岡高専)" userId="45dd5a03-675d-49d7-a16d-8a5974401386" providerId="ADAL" clId="{27FE6A37-5C74-4966-8564-B51DD8B2CFF0}" dt="2026-09-17T09:34:37.746" v="2354" actId="1076"/>
          <ac:spMkLst>
            <pc:docMk/>
            <pc:sldMk cId="558206630" sldId="275"/>
            <ac:spMk id="26" creationId="{04FCA7A9-30C2-4C78-B6D9-B1D3BC34033D}"/>
          </ac:spMkLst>
        </pc:spChg>
      </pc:sldChg>
      <pc:sldChg chg="addSp delSp modSp mod modNotesTx">
        <pc:chgData name="ACEM2-21 ac37822m(長岡高専)" userId="45dd5a03-675d-49d7-a16d-8a5974401386" providerId="ADAL" clId="{27FE6A37-5C74-4966-8564-B51DD8B2CFF0}" dt="2026-09-22T13:50:08.315" v="6398" actId="20577"/>
        <pc:sldMkLst>
          <pc:docMk/>
          <pc:sldMk cId="795901822" sldId="276"/>
        </pc:sldMkLst>
        <pc:spChg chg="mod">
          <ac:chgData name="ACEM2-21 ac37822m(長岡高専)" userId="45dd5a03-675d-49d7-a16d-8a5974401386" providerId="ADAL" clId="{27FE6A37-5C74-4966-8564-B51DD8B2CFF0}" dt="2026-09-17T09:33:11.170" v="2353" actId="1076"/>
          <ac:spMkLst>
            <pc:docMk/>
            <pc:sldMk cId="795901822" sldId="276"/>
            <ac:spMk id="9" creationId="{5C844E02-3D25-8D63-7A14-4CF030F33D63}"/>
          </ac:spMkLst>
        </pc:spChg>
        <pc:spChg chg="mod">
          <ac:chgData name="ACEM2-21 ac37822m(長岡高専)" userId="45dd5a03-675d-49d7-a16d-8a5974401386" providerId="ADAL" clId="{27FE6A37-5C74-4966-8564-B51DD8B2CFF0}" dt="2026-09-17T09:31:16.145" v="2274" actId="1076"/>
          <ac:spMkLst>
            <pc:docMk/>
            <pc:sldMk cId="795901822" sldId="276"/>
            <ac:spMk id="12" creationId="{67966737-F337-D4D4-3EF2-4A02E113DA7A}"/>
          </ac:spMkLst>
        </pc:spChg>
        <pc:spChg chg="mod">
          <ac:chgData name="ACEM2-21 ac37822m(長岡高専)" userId="45dd5a03-675d-49d7-a16d-8a5974401386" providerId="ADAL" clId="{27FE6A37-5C74-4966-8564-B51DD8B2CFF0}" dt="2026-09-22T12:08:10.791" v="3077" actId="113"/>
          <ac:spMkLst>
            <pc:docMk/>
            <pc:sldMk cId="795901822" sldId="276"/>
            <ac:spMk id="13" creationId="{385A4821-7461-85CF-270E-DB96CC63B9A9}"/>
          </ac:spMkLst>
        </pc:spChg>
        <pc:spChg chg="mod">
          <ac:chgData name="ACEM2-21 ac37822m(長岡高専)" userId="45dd5a03-675d-49d7-a16d-8a5974401386" providerId="ADAL" clId="{27FE6A37-5C74-4966-8564-B51DD8B2CFF0}" dt="2026-09-17T09:31:16.145" v="2274" actId="1076"/>
          <ac:spMkLst>
            <pc:docMk/>
            <pc:sldMk cId="795901822" sldId="276"/>
            <ac:spMk id="14" creationId="{7838825A-68C6-001E-AF71-2DC0B34F742B}"/>
          </ac:spMkLst>
        </pc:spChg>
        <pc:spChg chg="add mod">
          <ac:chgData name="ACEM2-21 ac37822m(長岡高専)" userId="45dd5a03-675d-49d7-a16d-8a5974401386" providerId="ADAL" clId="{27FE6A37-5C74-4966-8564-B51DD8B2CFF0}" dt="2026-09-17T09:32:43.426" v="2336" actId="1076"/>
          <ac:spMkLst>
            <pc:docMk/>
            <pc:sldMk cId="795901822" sldId="276"/>
            <ac:spMk id="16" creationId="{7FE17043-6C88-7C7A-0568-58D0E8AA111D}"/>
          </ac:spMkLst>
        </pc:spChg>
        <pc:spChg chg="del mod">
          <ac:chgData name="ACEM2-21 ac37822m(長岡高専)" userId="45dd5a03-675d-49d7-a16d-8a5974401386" providerId="ADAL" clId="{27FE6A37-5C74-4966-8564-B51DD8B2CFF0}" dt="2026-09-22T12:08:36.204" v="3086" actId="21"/>
          <ac:spMkLst>
            <pc:docMk/>
            <pc:sldMk cId="795901822" sldId="276"/>
            <ac:spMk id="18" creationId="{347CE7BC-49E8-32AC-419E-FD94B4688C30}"/>
          </ac:spMkLst>
        </pc:spChg>
        <pc:spChg chg="mod">
          <ac:chgData name="ACEM2-21 ac37822m(長岡高専)" userId="45dd5a03-675d-49d7-a16d-8a5974401386" providerId="ADAL" clId="{27FE6A37-5C74-4966-8564-B51DD8B2CFF0}" dt="2026-09-22T12:08:27.636" v="3079" actId="208"/>
          <ac:spMkLst>
            <pc:docMk/>
            <pc:sldMk cId="795901822" sldId="276"/>
            <ac:spMk id="23" creationId="{4F695327-595C-5AC5-652D-942094C120D8}"/>
          </ac:spMkLst>
        </pc:spChg>
        <pc:spChg chg="mod">
          <ac:chgData name="ACEM2-21 ac37822m(長岡高専)" userId="45dd5a03-675d-49d7-a16d-8a5974401386" providerId="ADAL" clId="{27FE6A37-5C74-4966-8564-B51DD8B2CFF0}" dt="2026-09-22T12:08:27.636" v="3079" actId="208"/>
          <ac:spMkLst>
            <pc:docMk/>
            <pc:sldMk cId="795901822" sldId="276"/>
            <ac:spMk id="25" creationId="{2B01851B-FD79-D62D-8614-6FCEE57942DC}"/>
          </ac:spMkLst>
        </pc:spChg>
        <pc:spChg chg="mod">
          <ac:chgData name="ACEM2-21 ac37822m(長岡高専)" userId="45dd5a03-675d-49d7-a16d-8a5974401386" providerId="ADAL" clId="{27FE6A37-5C74-4966-8564-B51DD8B2CFF0}" dt="2026-09-17T09:33:11.170" v="2353" actId="1076"/>
          <ac:spMkLst>
            <pc:docMk/>
            <pc:sldMk cId="795901822" sldId="276"/>
            <ac:spMk id="50" creationId="{2E7441AC-ED2F-6D77-8C6E-4A0D7A12EBBF}"/>
          </ac:spMkLst>
        </pc:spChg>
        <pc:picChg chg="mod">
          <ac:chgData name="ACEM2-21 ac37822m(長岡高専)" userId="45dd5a03-675d-49d7-a16d-8a5974401386" providerId="ADAL" clId="{27FE6A37-5C74-4966-8564-B51DD8B2CFF0}" dt="2026-09-17T09:33:11.170" v="2353" actId="1076"/>
          <ac:picMkLst>
            <pc:docMk/>
            <pc:sldMk cId="795901822" sldId="276"/>
            <ac:picMk id="5" creationId="{BBEAD7E9-D11E-9038-31BB-946E5CC34D38}"/>
          </ac:picMkLst>
        </pc:picChg>
        <pc:picChg chg="mod">
          <ac:chgData name="ACEM2-21 ac37822m(長岡高専)" userId="45dd5a03-675d-49d7-a16d-8a5974401386" providerId="ADAL" clId="{27FE6A37-5C74-4966-8564-B51DD8B2CFF0}" dt="2026-09-17T09:33:11.170" v="2353" actId="1076"/>
          <ac:picMkLst>
            <pc:docMk/>
            <pc:sldMk cId="795901822" sldId="276"/>
            <ac:picMk id="48" creationId="{14E7B116-845D-6ED4-508A-DE779D29657E}"/>
          </ac:picMkLst>
        </pc:picChg>
      </pc:sldChg>
      <pc:sldChg chg="del">
        <pc:chgData name="ACEM2-21 ac37822m(長岡高専)" userId="45dd5a03-675d-49d7-a16d-8a5974401386" providerId="ADAL" clId="{27FE6A37-5C74-4966-8564-B51DD8B2CFF0}" dt="2026-09-22T12:07:55.593" v="3076" actId="2696"/>
        <pc:sldMkLst>
          <pc:docMk/>
          <pc:sldMk cId="59473814" sldId="277"/>
        </pc:sldMkLst>
      </pc:sldChg>
      <pc:sldChg chg="del">
        <pc:chgData name="ACEM2-21 ac37822m(長岡高専)" userId="45dd5a03-675d-49d7-a16d-8a5974401386" providerId="ADAL" clId="{27FE6A37-5C74-4966-8564-B51DD8B2CFF0}" dt="2026-09-22T12:07:55.593" v="3076" actId="2696"/>
        <pc:sldMkLst>
          <pc:docMk/>
          <pc:sldMk cId="1419412415" sldId="278"/>
        </pc:sldMkLst>
      </pc:sldChg>
      <pc:sldChg chg="del">
        <pc:chgData name="ACEM2-21 ac37822m(長岡高専)" userId="45dd5a03-675d-49d7-a16d-8a5974401386" providerId="ADAL" clId="{27FE6A37-5C74-4966-8564-B51DD8B2CFF0}" dt="2026-09-22T12:07:55.593" v="3076" actId="2696"/>
        <pc:sldMkLst>
          <pc:docMk/>
          <pc:sldMk cId="2755111177" sldId="279"/>
        </pc:sldMkLst>
      </pc:sldChg>
      <pc:sldChg chg="addSp delSp modSp mod ord modNotesTx">
        <pc:chgData name="ACEM2-21 ac37822m(長岡高専)" userId="45dd5a03-675d-49d7-a16d-8a5974401386" providerId="ADAL" clId="{27FE6A37-5C74-4966-8564-B51DD8B2CFF0}" dt="2026-09-22T12:39:01.912" v="4543" actId="20577"/>
        <pc:sldMkLst>
          <pc:docMk/>
          <pc:sldMk cId="3395905463" sldId="280"/>
        </pc:sldMkLst>
        <pc:spChg chg="mod">
          <ac:chgData name="ACEM2-21 ac37822m(長岡高専)" userId="45dd5a03-675d-49d7-a16d-8a5974401386" providerId="ADAL" clId="{27FE6A37-5C74-4966-8564-B51DD8B2CFF0}" dt="2026-09-22T12:20:04.732" v="3774" actId="1076"/>
          <ac:spMkLst>
            <pc:docMk/>
            <pc:sldMk cId="3395905463" sldId="280"/>
            <ac:spMk id="4" creationId="{23CA1550-A71D-07A0-1BF9-C0E426AC2B85}"/>
          </ac:spMkLst>
        </pc:spChg>
        <pc:spChg chg="add del">
          <ac:chgData name="ACEM2-21 ac37822m(長岡高専)" userId="45dd5a03-675d-49d7-a16d-8a5974401386" providerId="ADAL" clId="{27FE6A37-5C74-4966-8564-B51DD8B2CFF0}" dt="2026-09-22T11:54:43.251" v="2982" actId="478"/>
          <ac:spMkLst>
            <pc:docMk/>
            <pc:sldMk cId="3395905463" sldId="280"/>
            <ac:spMk id="9" creationId="{2703517A-621A-E719-3335-E50F12893BC4}"/>
          </ac:spMkLst>
        </pc:spChg>
        <pc:spChg chg="add del">
          <ac:chgData name="ACEM2-21 ac37822m(長岡高専)" userId="45dd5a03-675d-49d7-a16d-8a5974401386" providerId="ADAL" clId="{27FE6A37-5C74-4966-8564-B51DD8B2CFF0}" dt="2026-09-22T12:20:56.512" v="3879" actId="21"/>
          <ac:spMkLst>
            <pc:docMk/>
            <pc:sldMk cId="3395905463" sldId="280"/>
            <ac:spMk id="13" creationId="{BA32B5F4-D7F7-4477-8188-3680A260007A}"/>
          </ac:spMkLst>
        </pc:spChg>
        <pc:spChg chg="add del">
          <ac:chgData name="ACEM2-21 ac37822m(長岡高専)" userId="45dd5a03-675d-49d7-a16d-8a5974401386" providerId="ADAL" clId="{27FE6A37-5C74-4966-8564-B51DD8B2CFF0}" dt="2026-09-22T12:20:58.699" v="3880" actId="21"/>
          <ac:spMkLst>
            <pc:docMk/>
            <pc:sldMk cId="3395905463" sldId="280"/>
            <ac:spMk id="15" creationId="{77E1CC71-CA4D-6BC8-4D77-46BCC660354C}"/>
          </ac:spMkLst>
        </pc:spChg>
        <pc:spChg chg="add mod">
          <ac:chgData name="ACEM2-21 ac37822m(長岡高専)" userId="45dd5a03-675d-49d7-a16d-8a5974401386" providerId="ADAL" clId="{27FE6A37-5C74-4966-8564-B51DD8B2CFF0}" dt="2026-09-22T12:22:01.500" v="4026" actId="20577"/>
          <ac:spMkLst>
            <pc:docMk/>
            <pc:sldMk cId="3395905463" sldId="280"/>
            <ac:spMk id="17" creationId="{B3582421-006B-3435-5D21-E11BBFF2B649}"/>
          </ac:spMkLst>
        </pc:spChg>
        <pc:spChg chg="mod">
          <ac:chgData name="ACEM2-21 ac37822m(長岡高専)" userId="45dd5a03-675d-49d7-a16d-8a5974401386" providerId="ADAL" clId="{27FE6A37-5C74-4966-8564-B51DD8B2CFF0}" dt="2026-09-22T12:20:04.732" v="3774" actId="1076"/>
          <ac:spMkLst>
            <pc:docMk/>
            <pc:sldMk cId="3395905463" sldId="280"/>
            <ac:spMk id="27" creationId="{8BFD6F5F-2ACF-AA6D-2945-148361084F89}"/>
          </ac:spMkLst>
        </pc:spChg>
        <pc:spChg chg="mod">
          <ac:chgData name="ACEM2-21 ac37822m(長岡高専)" userId="45dd5a03-675d-49d7-a16d-8a5974401386" providerId="ADAL" clId="{27FE6A37-5C74-4966-8564-B51DD8B2CFF0}" dt="2026-09-22T12:20:04.732" v="3774" actId="1076"/>
          <ac:spMkLst>
            <pc:docMk/>
            <pc:sldMk cId="3395905463" sldId="280"/>
            <ac:spMk id="29" creationId="{C0AD9EE6-D4EC-73AF-CF40-B3CEDF3FDA43}"/>
          </ac:spMkLst>
        </pc:spChg>
        <pc:picChg chg="mod">
          <ac:chgData name="ACEM2-21 ac37822m(長岡高専)" userId="45dd5a03-675d-49d7-a16d-8a5974401386" providerId="ADAL" clId="{27FE6A37-5C74-4966-8564-B51DD8B2CFF0}" dt="2026-09-22T12:20:04.732" v="3774" actId="1076"/>
          <ac:picMkLst>
            <pc:docMk/>
            <pc:sldMk cId="3395905463" sldId="280"/>
            <ac:picMk id="5" creationId="{BB26A6A0-979F-3ED4-09FE-CD1AAA9618D5}"/>
          </ac:picMkLst>
        </pc:picChg>
        <pc:picChg chg="mod">
          <ac:chgData name="ACEM2-21 ac37822m(長岡高専)" userId="45dd5a03-675d-49d7-a16d-8a5974401386" providerId="ADAL" clId="{27FE6A37-5C74-4966-8564-B51DD8B2CFF0}" dt="2026-09-22T12:20:04.732" v="3774" actId="1076"/>
          <ac:picMkLst>
            <pc:docMk/>
            <pc:sldMk cId="3395905463" sldId="280"/>
            <ac:picMk id="8" creationId="{FD8AA589-F11F-6623-0E20-4945C8039396}"/>
          </ac:picMkLst>
        </pc:picChg>
      </pc:sldChg>
      <pc:sldChg chg="modSp mod modNotesTx">
        <pc:chgData name="ACEM2-21 ac37822m(長岡高専)" userId="45dd5a03-675d-49d7-a16d-8a5974401386" providerId="ADAL" clId="{27FE6A37-5C74-4966-8564-B51DD8B2CFF0}" dt="2026-09-22T13:37:30.231" v="6043" actId="20577"/>
        <pc:sldMkLst>
          <pc:docMk/>
          <pc:sldMk cId="979034725" sldId="281"/>
        </pc:sldMkLst>
        <pc:spChg chg="mod">
          <ac:chgData name="ACEM2-21 ac37822m(長岡高専)" userId="45dd5a03-675d-49d7-a16d-8a5974401386" providerId="ADAL" clId="{27FE6A37-5C74-4966-8564-B51DD8B2CFF0}" dt="2026-09-22T13:26:38.132" v="6008" actId="20577"/>
          <ac:spMkLst>
            <pc:docMk/>
            <pc:sldMk cId="979034725" sldId="281"/>
            <ac:spMk id="3" creationId="{CC9BB220-7C71-476A-BB45-58F9440838AE}"/>
          </ac:spMkLst>
        </pc:spChg>
      </pc:sldChg>
      <pc:sldChg chg="add del">
        <pc:chgData name="ACEM2-21 ac37822m(長岡高専)" userId="45dd5a03-675d-49d7-a16d-8a5974401386" providerId="ADAL" clId="{27FE6A37-5C74-4966-8564-B51DD8B2CFF0}" dt="2026-09-22T12:43:12.755" v="5152"/>
        <pc:sldMkLst>
          <pc:docMk/>
          <pc:sldMk cId="4244265370" sldId="2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EBDEF-5C33-4249-96EE-F7C14F3258FB}"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ECCAB-B8BF-44D0-8687-F9EB53B32FC9}" type="slidenum">
              <a:rPr lang="en-US" smtClean="0"/>
              <a:t>‹#›</a:t>
            </a:fld>
            <a:endParaRPr lang="en-US"/>
          </a:p>
        </p:txBody>
      </p:sp>
    </p:spTree>
    <p:extLst>
      <p:ext uri="{BB962C8B-B14F-4D97-AF65-F5344CB8AC3E}">
        <p14:creationId xmlns:p14="http://schemas.microsoft.com/office/powerpoint/2010/main" val="67154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a:t>「</a:t>
            </a:r>
            <a:r>
              <a:rPr dirty="0" err="1"/>
              <a:t>スポーツの姿勢推定のための人体モデル拡張と追加学習</a:t>
            </a:r>
            <a:r>
              <a:rPr dirty="0"/>
              <a:t>」</a:t>
            </a:r>
          </a:p>
        </p:txBody>
      </p:sp>
      <p:sp>
        <p:nvSpPr>
          <p:cNvPr id="4" name="スライド番号プレースホルダー 3"/>
          <p:cNvSpPr>
            <a:spLocks noGrp="1"/>
          </p:cNvSpPr>
          <p:nvPr>
            <p:ph type="sldNum" sz="quarter" idx="5"/>
          </p:nvPr>
        </p:nvSpPr>
        <p:spPr/>
        <p:txBody>
          <a:bodyPr/>
          <a:lstStyle/>
          <a:p>
            <a:fld id="{66CECCAB-B8BF-44D0-8687-F9EB53B32FC9}" type="slidenum">
              <a:rPr lang="en-US" smtClean="0"/>
              <a:t>1</a:t>
            </a:fld>
            <a:endParaRPr lang="en-US"/>
          </a:p>
        </p:txBody>
      </p:sp>
    </p:spTree>
    <p:extLst>
      <p:ext uri="{BB962C8B-B14F-4D97-AF65-F5344CB8AC3E}">
        <p14:creationId xmlns:p14="http://schemas.microsoft.com/office/powerpoint/2010/main" val="2961840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近年、</a:t>
            </a:r>
            <a:r>
              <a:rPr dirty="0" err="1"/>
              <a:t>スポーツにおける</a:t>
            </a:r>
            <a:r>
              <a:rPr lang="ja-JP" altLang="en-US" dirty="0"/>
              <a:t>姿勢推定の活用がされています。</a:t>
            </a:r>
            <a:endParaRPr lang="en-US" altLang="ja-JP" dirty="0"/>
          </a:p>
          <a:p>
            <a:r>
              <a:rPr lang="ja-JP" altLang="en-US" dirty="0"/>
              <a:t>深層学習を用いた姿勢推定は、画像から</a:t>
            </a:r>
            <a:r>
              <a:rPr lang="en-US" altLang="ja-JP" dirty="0"/>
              <a:t>2</a:t>
            </a:r>
            <a:r>
              <a:rPr lang="ja-JP" altLang="en-US" dirty="0"/>
              <a:t>次元の姿勢推定を行い、それを</a:t>
            </a:r>
            <a:r>
              <a:rPr lang="en-US" altLang="ja-JP" dirty="0"/>
              <a:t>3</a:t>
            </a:r>
            <a:r>
              <a:rPr lang="ja-JP" altLang="en-US" dirty="0"/>
              <a:t>次元に変換することで、</a:t>
            </a:r>
            <a:r>
              <a:rPr lang="en-US" altLang="ja-JP" dirty="0"/>
              <a:t>3</a:t>
            </a:r>
            <a:r>
              <a:rPr lang="ja-JP" altLang="en-US" dirty="0"/>
              <a:t>次元姿勢推定を行うため、モーションキャプチャ等に頼らず、接触を伴うようなスポーツへの活用も期待されています。</a:t>
            </a:r>
            <a:endParaRPr lang="en-US" altLang="ja-JP" dirty="0"/>
          </a:p>
          <a:p>
            <a:r>
              <a:rPr lang="ja-JP" altLang="en-US" dirty="0"/>
              <a:t>しかし、</a:t>
            </a:r>
            <a:r>
              <a:rPr dirty="0" err="1"/>
              <a:t>動画像からの姿勢推定には、オクルージョンによる精度低下</a:t>
            </a:r>
            <a:r>
              <a:rPr lang="ja-JP" altLang="en-US" dirty="0"/>
              <a:t>や</a:t>
            </a:r>
            <a:r>
              <a:rPr dirty="0"/>
              <a:t>、</a:t>
            </a:r>
            <a:r>
              <a:rPr dirty="0" err="1"/>
              <a:t>既存データセットの関節点数が</a:t>
            </a:r>
            <a:r>
              <a:rPr lang="ja-JP" altLang="en-US" dirty="0"/>
              <a:t>少なく</a:t>
            </a:r>
            <a:r>
              <a:rPr dirty="0" err="1"/>
              <a:t>あるため人体の</a:t>
            </a:r>
            <a:r>
              <a:rPr lang="ja-JP" altLang="en-US" dirty="0"/>
              <a:t>恒常性や</a:t>
            </a:r>
            <a:r>
              <a:rPr dirty="0" err="1"/>
              <a:t>柔軟性を再現できないという課題があります</a:t>
            </a:r>
            <a:r>
              <a:rPr dirty="0"/>
              <a:t>。</a:t>
            </a:r>
            <a:endParaRPr lang="en-US" dirty="0"/>
          </a:p>
          <a:p>
            <a:r>
              <a:rPr dirty="0"/>
              <a:t>そこで本研究では、単一視点からの3次元姿勢推定における人体の</a:t>
            </a:r>
            <a:r>
              <a:rPr lang="ja-JP" altLang="en-US" dirty="0"/>
              <a:t>恒常性や</a:t>
            </a:r>
            <a:r>
              <a:rPr dirty="0" err="1"/>
              <a:t>柔軟性の再現とセルフオクルージョンに対する精度向上を目的とします</a:t>
            </a:r>
            <a:r>
              <a:rPr dirty="0"/>
              <a:t>。</a:t>
            </a:r>
            <a:endParaRPr lang="en-US" dirty="0"/>
          </a:p>
          <a:p>
            <a:endParaRPr dirty="0"/>
          </a:p>
        </p:txBody>
      </p:sp>
      <p:sp>
        <p:nvSpPr>
          <p:cNvPr id="4" name="スライド番号プレースホルダー 3"/>
          <p:cNvSpPr>
            <a:spLocks noGrp="1"/>
          </p:cNvSpPr>
          <p:nvPr>
            <p:ph type="sldNum" sz="quarter" idx="5"/>
          </p:nvPr>
        </p:nvSpPr>
        <p:spPr/>
        <p:txBody>
          <a:bodyPr/>
          <a:lstStyle/>
          <a:p>
            <a:fld id="{66CECCAB-B8BF-44D0-8687-F9EB53B32FC9}" type="slidenum">
              <a:rPr lang="en-US" smtClean="0"/>
              <a:t>2</a:t>
            </a:fld>
            <a:endParaRPr lang="en-US"/>
          </a:p>
        </p:txBody>
      </p:sp>
    </p:spTree>
    <p:extLst>
      <p:ext uri="{BB962C8B-B14F-4D97-AF65-F5344CB8AC3E}">
        <p14:creationId xmlns:p14="http://schemas.microsoft.com/office/powerpoint/2010/main" val="1947196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0208C-2204-A6FE-2A6A-1E9BB40C6D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6BA11E-DA05-7B6C-08CB-FB1290FEE9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668719-0356-42FC-C02E-824A1EC6A308}"/>
              </a:ext>
            </a:extLst>
          </p:cNvPr>
          <p:cNvSpPr>
            <a:spLocks noGrp="1"/>
          </p:cNvSpPr>
          <p:nvPr>
            <p:ph type="body" idx="1"/>
          </p:nvPr>
        </p:nvSpPr>
        <p:spPr/>
        <p:txBody>
          <a:bodyPr/>
          <a:lstStyle/>
          <a:p>
            <a:r>
              <a:rPr lang="ja-JP" altLang="en-US" dirty="0"/>
              <a:t>深層学習モデルの精度向上や拡張には追加学習が有効ですが、正確かつ大量のデータセットが必要であり、これらを現実世界で収集することは困難であるという課題があります。</a:t>
            </a:r>
            <a:endParaRPr lang="en-US" altLang="ja-JP" dirty="0"/>
          </a:p>
          <a:p>
            <a:r>
              <a:rPr lang="ja-JP" altLang="en-US" dirty="0"/>
              <a:t>そこで、本研究では、</a:t>
            </a:r>
            <a:r>
              <a:rPr lang="en-US" altLang="ja-JP" dirty="0"/>
              <a:t>3DCG</a:t>
            </a:r>
            <a:r>
              <a:rPr lang="ja-JP" altLang="en-US" dirty="0"/>
              <a:t>を用いたデータセットの拡張手法と、そのデータセットを活用した人体モデルの拡張手法を提案します。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研究手法は次の</a:t>
            </a:r>
            <a:r>
              <a:rPr lang="en-US" altLang="ja-JP" dirty="0"/>
              <a:t>3</a:t>
            </a:r>
            <a:r>
              <a:rPr lang="ja-JP" altLang="en-US" dirty="0"/>
              <a:t>つの工程からなります。</a:t>
            </a:r>
            <a:endParaRPr lang="en-US" dirty="0"/>
          </a:p>
          <a:p>
            <a:r>
              <a:rPr dirty="0" err="1"/>
              <a:t>工程①では</a:t>
            </a:r>
            <a:r>
              <a:rPr lang="ja-JP" altLang="en-US" dirty="0"/>
              <a:t>、</a:t>
            </a:r>
            <a:r>
              <a:rPr lang="en-US" altLang="ja-JP" sz="1200" dirty="0">
                <a:solidFill>
                  <a:srgbClr val="222222"/>
                </a:solidFill>
                <a:latin typeface="Noto Sans JP"/>
              </a:rPr>
              <a:t>2D</a:t>
            </a:r>
            <a:r>
              <a:rPr lang="ja-JP" altLang="en-US" sz="1200" dirty="0">
                <a:solidFill>
                  <a:srgbClr val="222222"/>
                </a:solidFill>
                <a:latin typeface="Noto Sans JP"/>
              </a:rPr>
              <a:t>推定モデル、</a:t>
            </a:r>
            <a:r>
              <a:rPr lang="en-US" altLang="ja-JP" sz="1200" dirty="0">
                <a:solidFill>
                  <a:srgbClr val="222222"/>
                </a:solidFill>
                <a:latin typeface="Noto Sans JP"/>
              </a:rPr>
              <a:t>3D</a:t>
            </a:r>
            <a:r>
              <a:rPr lang="ja-JP" altLang="en-US" sz="1200" dirty="0">
                <a:solidFill>
                  <a:srgbClr val="222222"/>
                </a:solidFill>
                <a:latin typeface="Noto Sans JP"/>
              </a:rPr>
              <a:t>推定モデルの人体モデルを拡張</a:t>
            </a:r>
            <a:endParaRPr lang="ja-JP" altLang="en-US" sz="1200" b="1" i="0" u="none" dirty="0">
              <a:solidFill>
                <a:srgbClr val="FF0000"/>
              </a:solidFill>
              <a:latin typeface="Noto Sans JP"/>
            </a:endParaRPr>
          </a:p>
          <a:p>
            <a:r>
              <a:rPr dirty="0"/>
              <a:t>工程②では3DCGを用いて</a:t>
            </a:r>
            <a:r>
              <a:rPr lang="ja-JP" altLang="en-US" dirty="0"/>
              <a:t>学習データ</a:t>
            </a:r>
            <a:r>
              <a:rPr dirty="0" err="1"/>
              <a:t>を自動生成し、追加学習を行います</a:t>
            </a:r>
            <a:r>
              <a:rPr dirty="0"/>
              <a:t>。</a:t>
            </a:r>
            <a:endParaRPr lang="en-US" dirty="0"/>
          </a:p>
          <a:p>
            <a:r>
              <a:rPr dirty="0" err="1"/>
              <a:t>工程③ではテストデータを用いて</a:t>
            </a:r>
            <a:r>
              <a:rPr lang="ja-JP" altLang="en-US" dirty="0"/>
              <a:t>恒常性・</a:t>
            </a:r>
            <a:r>
              <a:rPr dirty="0" err="1"/>
              <a:t>柔軟性・セルフオクルージョンに対する精度を評価します</a:t>
            </a:r>
            <a:r>
              <a:rPr dirty="0"/>
              <a:t>。</a:t>
            </a:r>
            <a:endParaRPr lang="en-US" dirty="0"/>
          </a:p>
          <a:p>
            <a:r>
              <a:rPr lang="ja-JP" altLang="en-US" dirty="0"/>
              <a:t>工程③までを実施したら、その結果から人体モデルやデータセットの条件を変更し、同じ工程を進めます。</a:t>
            </a:r>
            <a:br>
              <a:rPr lang="en-US" altLang="ja-JP" dirty="0"/>
            </a:br>
            <a:r>
              <a:rPr lang="ja-JP" altLang="en-US" dirty="0"/>
              <a:t>これにより、より実用的なモデル、データセットの実装、拡張を目指します。</a:t>
            </a:r>
            <a:endParaRPr dirty="0"/>
          </a:p>
        </p:txBody>
      </p:sp>
      <p:sp>
        <p:nvSpPr>
          <p:cNvPr id="4" name="スライド番号プレースホルダー 3">
            <a:extLst>
              <a:ext uri="{FF2B5EF4-FFF2-40B4-BE49-F238E27FC236}">
                <a16:creationId xmlns:a16="http://schemas.microsoft.com/office/drawing/2014/main" id="{63A1788F-15DD-716C-D28E-64E23D18EC80}"/>
              </a:ext>
            </a:extLst>
          </p:cNvPr>
          <p:cNvSpPr>
            <a:spLocks noGrp="1"/>
          </p:cNvSpPr>
          <p:nvPr>
            <p:ph type="sldNum" sz="quarter" idx="5"/>
          </p:nvPr>
        </p:nvSpPr>
        <p:spPr/>
        <p:txBody>
          <a:bodyPr/>
          <a:lstStyle/>
          <a:p>
            <a:fld id="{66CECCAB-B8BF-44D0-8687-F9EB53B32FC9}" type="slidenum">
              <a:rPr lang="en-US" smtClean="0"/>
              <a:t>3</a:t>
            </a:fld>
            <a:endParaRPr lang="en-US"/>
          </a:p>
        </p:txBody>
      </p:sp>
    </p:spTree>
    <p:extLst>
      <p:ext uri="{BB962C8B-B14F-4D97-AF65-F5344CB8AC3E}">
        <p14:creationId xmlns:p14="http://schemas.microsoft.com/office/powerpoint/2010/main" val="456482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5694E-1FBE-46D6-A94B-C434F2FBD7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619BAD-FCC5-2C23-A89C-7BA6118830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4C2F4AE-8243-183F-90F9-F3CC308EE132}"/>
              </a:ext>
            </a:extLst>
          </p:cNvPr>
          <p:cNvSpPr>
            <a:spLocks noGrp="1"/>
          </p:cNvSpPr>
          <p:nvPr>
            <p:ph type="body" idx="1"/>
          </p:nvPr>
        </p:nvSpPr>
        <p:spPr/>
        <p:txBody>
          <a:bodyPr/>
          <a:lstStyle/>
          <a:p>
            <a:r>
              <a:rPr dirty="0" err="1"/>
              <a:t>工程</a:t>
            </a:r>
            <a:r>
              <a:rPr dirty="0"/>
              <a:t>①</a:t>
            </a:r>
            <a:r>
              <a:rPr lang="ja-JP" altLang="en-US" dirty="0"/>
              <a:t>人体モデルの拡張では推定モデルおよびデータセットのベースとして、</a:t>
            </a:r>
            <a:r>
              <a:rPr dirty="0"/>
              <a:t>2次元姿勢推定</a:t>
            </a:r>
            <a:r>
              <a:rPr lang="ja-JP" altLang="en-US" dirty="0"/>
              <a:t>モデルにに</a:t>
            </a:r>
            <a:r>
              <a:rPr dirty="0" err="1"/>
              <a:t>HRNet</a:t>
            </a:r>
            <a:r>
              <a:rPr lang="ja-JP" altLang="en-US" dirty="0"/>
              <a:t>、データセットとして</a:t>
            </a:r>
            <a:r>
              <a:rPr lang="en-US" altLang="ja-JP" dirty="0"/>
              <a:t>COCO dataset</a:t>
            </a:r>
            <a:r>
              <a:rPr dirty="0"/>
              <a:t>、3次元姿勢変換</a:t>
            </a:r>
            <a:r>
              <a:rPr lang="ja-JP" altLang="en-US" dirty="0"/>
              <a:t>モデルに</a:t>
            </a:r>
            <a:r>
              <a:rPr dirty="0" err="1"/>
              <a:t>MotionBERT</a:t>
            </a:r>
            <a:r>
              <a:rPr lang="ja-JP" altLang="en-US" dirty="0"/>
              <a:t>、データセットとして</a:t>
            </a:r>
            <a:r>
              <a:rPr lang="en-US" altLang="ja-JP" dirty="0"/>
              <a:t>H36M</a:t>
            </a:r>
            <a:r>
              <a:rPr dirty="0"/>
              <a:t>を用います。</a:t>
            </a:r>
            <a:br>
              <a:rPr lang="en-US" dirty="0"/>
            </a:br>
            <a:endParaRPr lang="en-US" dirty="0"/>
          </a:p>
        </p:txBody>
      </p:sp>
      <p:sp>
        <p:nvSpPr>
          <p:cNvPr id="4" name="スライド番号プレースホルダー 3">
            <a:extLst>
              <a:ext uri="{FF2B5EF4-FFF2-40B4-BE49-F238E27FC236}">
                <a16:creationId xmlns:a16="http://schemas.microsoft.com/office/drawing/2014/main" id="{D3E14B10-BA21-8F12-BF9F-933F66AF65CC}"/>
              </a:ext>
            </a:extLst>
          </p:cNvPr>
          <p:cNvSpPr>
            <a:spLocks noGrp="1"/>
          </p:cNvSpPr>
          <p:nvPr>
            <p:ph type="sldNum" sz="quarter" idx="5"/>
          </p:nvPr>
        </p:nvSpPr>
        <p:spPr/>
        <p:txBody>
          <a:bodyPr/>
          <a:lstStyle/>
          <a:p>
            <a:fld id="{66CECCAB-B8BF-44D0-8687-F9EB53B32FC9}" type="slidenum">
              <a:rPr lang="en-US" smtClean="0"/>
              <a:t>4</a:t>
            </a:fld>
            <a:endParaRPr lang="en-US"/>
          </a:p>
        </p:txBody>
      </p:sp>
    </p:spTree>
    <p:extLst>
      <p:ext uri="{BB962C8B-B14F-4D97-AF65-F5344CB8AC3E}">
        <p14:creationId xmlns:p14="http://schemas.microsoft.com/office/powerpoint/2010/main" val="3146778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C0CC1-EA31-4DDC-1352-0C6569D179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F9F25C-7380-F7FD-1E0D-A3A8E27DFA8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43F65A-39F7-A9BD-384D-85F15DACEA8E}"/>
              </a:ext>
            </a:extLst>
          </p:cNvPr>
          <p:cNvSpPr>
            <a:spLocks noGrp="1"/>
          </p:cNvSpPr>
          <p:nvPr>
            <p:ph type="body" idx="1"/>
          </p:nvPr>
        </p:nvSpPr>
        <p:spPr/>
        <p:txBody>
          <a:bodyPr/>
          <a:lstStyle/>
          <a:p>
            <a:r>
              <a:rPr dirty="0" err="1"/>
              <a:t>工程</a:t>
            </a:r>
            <a:r>
              <a:rPr dirty="0"/>
              <a:t>②、</a:t>
            </a:r>
            <a:r>
              <a:rPr dirty="0" err="1"/>
              <a:t>データセットの拡張についてです</a:t>
            </a:r>
            <a:r>
              <a:rPr dirty="0"/>
              <a:t>。</a:t>
            </a:r>
            <a:endParaRPr lang="en-US" dirty="0"/>
          </a:p>
          <a:p>
            <a:r>
              <a:rPr lang="ja-JP" altLang="ja-JP" sz="1200" kern="1200" dirty="0">
                <a:solidFill>
                  <a:schemeClr val="tx1"/>
                </a:solidFill>
                <a:effectLst/>
                <a:latin typeface="+mn-lt"/>
                <a:ea typeface="+mn-ea"/>
                <a:cs typeface="+mn-cs"/>
              </a:rPr>
              <a:t>データセットは，3次元仮想空間とアバターを活用することで</a:t>
            </a:r>
            <a:r>
              <a:rPr lang="ja-JP" altLang="en-US" sz="1200" kern="1200" dirty="0">
                <a:solidFill>
                  <a:schemeClr val="tx1"/>
                </a:solidFill>
                <a:effectLst/>
                <a:latin typeface="+mn-lt"/>
                <a:ea typeface="+mn-ea"/>
                <a:cs typeface="+mn-cs"/>
              </a:rPr>
              <a:t>、</a:t>
            </a:r>
            <a:r>
              <a:rPr lang="ja-JP" altLang="ja-JP" sz="1200" kern="1200" dirty="0">
                <a:solidFill>
                  <a:schemeClr val="tx1"/>
                </a:solidFill>
                <a:effectLst/>
                <a:latin typeface="+mn-lt"/>
                <a:ea typeface="+mn-ea"/>
                <a:cs typeface="+mn-cs"/>
              </a:rPr>
              <a:t>自動的に作成</a:t>
            </a:r>
            <a:r>
              <a:rPr lang="ja-JP" altLang="en-US" sz="1200" kern="1200" dirty="0">
                <a:solidFill>
                  <a:schemeClr val="tx1"/>
                </a:solidFill>
                <a:effectLst/>
                <a:latin typeface="+mn-lt"/>
                <a:ea typeface="+mn-ea"/>
                <a:cs typeface="+mn-cs"/>
              </a:rPr>
              <a:t>します。</a:t>
            </a:r>
            <a:endParaRPr lang="en-US" altLang="ja-JP" sz="1200" kern="1200" dirty="0">
              <a:solidFill>
                <a:schemeClr val="tx1"/>
              </a:solidFill>
              <a:effectLst/>
              <a:latin typeface="+mn-lt"/>
              <a:ea typeface="+mn-ea"/>
              <a:cs typeface="+mn-cs"/>
            </a:endParaRPr>
          </a:p>
          <a:p>
            <a:r>
              <a:rPr lang="ja-JP" altLang="en-US" sz="1200" kern="1200" dirty="0">
                <a:solidFill>
                  <a:schemeClr val="tx1"/>
                </a:solidFill>
                <a:effectLst/>
                <a:latin typeface="+mn-lt"/>
                <a:ea typeface="+mn-ea"/>
                <a:cs typeface="+mn-cs"/>
              </a:rPr>
              <a:t>連続したポーズからなるモーションデータを用い、このモーションデータをアバターに適用するために、</a:t>
            </a:r>
            <a:r>
              <a:rPr lang="ja-JP" altLang="ja-JP" sz="1200" kern="1200" dirty="0">
                <a:solidFill>
                  <a:schemeClr val="tx1"/>
                </a:solidFill>
                <a:effectLst/>
                <a:latin typeface="+mn-lt"/>
                <a:ea typeface="+mn-ea"/>
                <a:cs typeface="+mn-cs"/>
              </a:rPr>
              <a:t>3Dモデルの変形に用いられるアーマチュアという機能を</a:t>
            </a:r>
            <a:r>
              <a:rPr lang="ja-JP" altLang="en-US" sz="1200" kern="1200" dirty="0">
                <a:solidFill>
                  <a:schemeClr val="tx1"/>
                </a:solidFill>
                <a:effectLst/>
                <a:latin typeface="+mn-lt"/>
                <a:ea typeface="+mn-ea"/>
                <a:cs typeface="+mn-cs"/>
              </a:rPr>
              <a:t>使用します。</a:t>
            </a:r>
            <a:endParaRPr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kern="1200" dirty="0">
                <a:solidFill>
                  <a:schemeClr val="tx1"/>
                </a:solidFill>
                <a:effectLst/>
                <a:latin typeface="+mn-lt"/>
                <a:ea typeface="+mn-ea"/>
                <a:cs typeface="+mn-cs"/>
              </a:rPr>
              <a:t>アバターは、</a:t>
            </a:r>
            <a:r>
              <a:rPr lang="en-US" altLang="ja-JP" sz="1200" kern="1200" dirty="0" err="1">
                <a:solidFill>
                  <a:schemeClr val="tx1"/>
                </a:solidFill>
                <a:effectLst/>
                <a:latin typeface="+mn-lt"/>
                <a:ea typeface="+mn-ea"/>
                <a:cs typeface="+mn-cs"/>
              </a:rPr>
              <a:t>MakeHuman</a:t>
            </a:r>
            <a:r>
              <a:rPr lang="ja-JP" altLang="en-US" sz="1200" kern="1200" dirty="0">
                <a:solidFill>
                  <a:schemeClr val="tx1"/>
                </a:solidFill>
                <a:effectLst/>
                <a:latin typeface="+mn-lt"/>
                <a:ea typeface="+mn-ea"/>
                <a:cs typeface="+mn-cs"/>
              </a:rPr>
              <a:t>というオープンソースで作成します。</a:t>
            </a:r>
            <a:endParaRPr lang="en-US" altLang="ja-JP" sz="1200" kern="1200" dirty="0">
              <a:solidFill>
                <a:schemeClr val="tx1"/>
              </a:solidFill>
              <a:effectLst/>
              <a:latin typeface="+mn-lt"/>
              <a:ea typeface="+mn-ea"/>
              <a:cs typeface="+mn-cs"/>
            </a:endParaRPr>
          </a:p>
          <a:p>
            <a:r>
              <a:rPr lang="ja-JP" altLang="ja-JP" sz="1200" kern="1200" dirty="0">
                <a:solidFill>
                  <a:schemeClr val="tx1"/>
                </a:solidFill>
                <a:effectLst/>
                <a:latin typeface="+mn-lt"/>
                <a:ea typeface="+mn-ea"/>
                <a:cs typeface="+mn-cs"/>
              </a:rPr>
              <a:t>3DCGソフトウェアであるBlender</a:t>
            </a:r>
            <a:r>
              <a:rPr lang="ja-JP" altLang="en-US" sz="1200" kern="1200" dirty="0">
                <a:solidFill>
                  <a:schemeClr val="tx1"/>
                </a:solidFill>
                <a:effectLst/>
                <a:latin typeface="+mn-lt"/>
                <a:ea typeface="+mn-ea"/>
                <a:cs typeface="+mn-cs"/>
              </a:rPr>
              <a:t>の</a:t>
            </a:r>
            <a:r>
              <a:rPr lang="ja-JP" altLang="ja-JP" sz="1200" kern="1200" dirty="0">
                <a:solidFill>
                  <a:schemeClr val="tx1"/>
                </a:solidFill>
                <a:effectLst/>
                <a:latin typeface="+mn-lt"/>
                <a:ea typeface="+mn-ea"/>
                <a:cs typeface="+mn-cs"/>
              </a:rPr>
              <a:t>3次元仮想空間に</a:t>
            </a:r>
            <a:r>
              <a:rPr lang="ja-JP" altLang="en-US" sz="1200" kern="1200" dirty="0">
                <a:solidFill>
                  <a:schemeClr val="tx1"/>
                </a:solidFill>
                <a:effectLst/>
                <a:latin typeface="+mn-lt"/>
                <a:ea typeface="+mn-ea"/>
                <a:cs typeface="+mn-cs"/>
              </a:rPr>
              <a:t>、</a:t>
            </a:r>
            <a:r>
              <a:rPr lang="ja-JP" altLang="ja-JP" sz="1200" kern="1200" dirty="0">
                <a:solidFill>
                  <a:schemeClr val="tx1"/>
                </a:solidFill>
                <a:effectLst/>
                <a:latin typeface="+mn-lt"/>
                <a:ea typeface="+mn-ea"/>
                <a:cs typeface="+mn-cs"/>
              </a:rPr>
              <a:t>ポーズをとったアバター</a:t>
            </a:r>
            <a:r>
              <a:rPr lang="ja-JP" altLang="en-US" sz="1200" kern="1200" dirty="0">
                <a:solidFill>
                  <a:schemeClr val="tx1"/>
                </a:solidFill>
                <a:effectLst/>
                <a:latin typeface="+mn-lt"/>
                <a:ea typeface="+mn-ea"/>
                <a:cs typeface="+mn-cs"/>
              </a:rPr>
              <a:t>と、</a:t>
            </a:r>
            <a:r>
              <a:rPr lang="ja-JP" altLang="ja-JP" sz="1200" kern="1200" dirty="0">
                <a:solidFill>
                  <a:schemeClr val="tx1"/>
                </a:solidFill>
                <a:effectLst/>
                <a:latin typeface="+mn-lt"/>
                <a:ea typeface="+mn-ea"/>
                <a:cs typeface="+mn-cs"/>
              </a:rPr>
              <a:t>それを囲むように複数台のカメラを設置</a:t>
            </a:r>
            <a:r>
              <a:rPr lang="ja-JP" altLang="en-US" sz="1200" kern="1200" dirty="0">
                <a:solidFill>
                  <a:schemeClr val="tx1"/>
                </a:solidFill>
                <a:effectLst/>
                <a:latin typeface="+mn-lt"/>
                <a:ea typeface="+mn-ea"/>
                <a:cs typeface="+mn-cs"/>
              </a:rPr>
              <a:t>します。</a:t>
            </a:r>
            <a:endParaRPr lang="en-US" altLang="ja-JP" sz="1200" kern="1200" dirty="0">
              <a:solidFill>
                <a:schemeClr val="tx1"/>
              </a:solidFill>
              <a:effectLst/>
              <a:latin typeface="+mn-lt"/>
              <a:ea typeface="+mn-ea"/>
              <a:cs typeface="+mn-cs"/>
            </a:endParaRPr>
          </a:p>
          <a:p>
            <a:r>
              <a:rPr lang="ja-JP" altLang="en-US" dirty="0"/>
              <a:t>体格や性別、衣服といったアバターのバリエーションやカメラの台数を増やすことで、一つのポーズから大量のアノテーションデータを作成でき、セルフオクルージョンにも対応したデータセットが作成が可能です。</a:t>
            </a:r>
            <a:endParaRPr lang="en-US" altLang="ja-JP" dirty="0"/>
          </a:p>
          <a:p>
            <a:endParaRPr lang="en-US" dirty="0"/>
          </a:p>
        </p:txBody>
      </p:sp>
      <p:sp>
        <p:nvSpPr>
          <p:cNvPr id="4" name="スライド番号プレースホルダー 3">
            <a:extLst>
              <a:ext uri="{FF2B5EF4-FFF2-40B4-BE49-F238E27FC236}">
                <a16:creationId xmlns:a16="http://schemas.microsoft.com/office/drawing/2014/main" id="{A8A02C72-7388-00F2-8BB3-E2DD49218E21}"/>
              </a:ext>
            </a:extLst>
          </p:cNvPr>
          <p:cNvSpPr>
            <a:spLocks noGrp="1"/>
          </p:cNvSpPr>
          <p:nvPr>
            <p:ph type="sldNum" sz="quarter" idx="5"/>
          </p:nvPr>
        </p:nvSpPr>
        <p:spPr/>
        <p:txBody>
          <a:bodyPr/>
          <a:lstStyle/>
          <a:p>
            <a:fld id="{66CECCAB-B8BF-44D0-8687-F9EB53B32FC9}" type="slidenum">
              <a:rPr lang="en-US" smtClean="0"/>
              <a:t>5</a:t>
            </a:fld>
            <a:endParaRPr lang="en-US"/>
          </a:p>
        </p:txBody>
      </p:sp>
    </p:spTree>
    <p:extLst>
      <p:ext uri="{BB962C8B-B14F-4D97-AF65-F5344CB8AC3E}">
        <p14:creationId xmlns:p14="http://schemas.microsoft.com/office/powerpoint/2010/main" val="1445131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10D17-B634-F947-D0EF-249F043186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9C6D41-84B7-57C4-9334-7F08DB25BB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8D7C9D-C699-03DE-F175-5D643A1574A2}"/>
              </a:ext>
            </a:extLst>
          </p:cNvPr>
          <p:cNvSpPr>
            <a:spLocks noGrp="1"/>
          </p:cNvSpPr>
          <p:nvPr>
            <p:ph type="body" idx="1"/>
          </p:nvPr>
        </p:nvSpPr>
        <p:spPr/>
        <p:txBody>
          <a:bodyPr/>
          <a:lstStyle/>
          <a:p>
            <a:r>
              <a:rPr dirty="0" err="1"/>
              <a:t>工程</a:t>
            </a:r>
            <a:r>
              <a:rPr lang="ja-JP" altLang="en-US" dirty="0"/>
              <a:t>③</a:t>
            </a:r>
            <a:r>
              <a:rPr dirty="0"/>
              <a:t>、</a:t>
            </a:r>
            <a:r>
              <a:rPr lang="ja-JP" altLang="en-US" dirty="0"/>
              <a:t>評価についてです</a:t>
            </a:r>
            <a:r>
              <a:rPr dirty="0"/>
              <a:t>。</a:t>
            </a:r>
            <a:endParaRPr lang="en-US" dirty="0"/>
          </a:p>
          <a:p>
            <a:r>
              <a:rPr lang="ja-JP" altLang="en-US" b="0" dirty="0"/>
              <a:t>テスト用のデータセットを作成して拡張前と後のモデルで推定を行います</a:t>
            </a:r>
            <a:br>
              <a:rPr lang="en-US" altLang="ja-JP" b="0" dirty="0"/>
            </a:br>
            <a:r>
              <a:rPr lang="ja-JP" altLang="en-US" b="0" dirty="0"/>
              <a:t>テストデータセットの真値を活用した評価が可能です。</a:t>
            </a:r>
            <a:endParaRPr lang="en-US" b="0" dirty="0"/>
          </a:p>
          <a:p>
            <a:pPr>
              <a:lnSpc>
                <a:spcPts val="2400"/>
              </a:lnSpc>
            </a:pPr>
            <a:r>
              <a:rPr lang="ja-JP" altLang="en-US" sz="1200" b="0" dirty="0">
                <a:solidFill>
                  <a:srgbClr val="222222"/>
                </a:solidFill>
                <a:latin typeface="Noto Sans JP"/>
              </a:rPr>
              <a:t>恒常性については、</a:t>
            </a:r>
            <a:r>
              <a:rPr lang="ja-JP" altLang="en-US" sz="1200" dirty="0">
                <a:solidFill>
                  <a:srgbClr val="222222"/>
                </a:solidFill>
                <a:latin typeface="Noto Sans JP"/>
              </a:rPr>
              <a:t>首から腰にかけての人体の恒常性を再現した推定ができているか</a:t>
            </a:r>
            <a:endParaRPr lang="en-US" altLang="ja-JP" sz="1200" dirty="0">
              <a:solidFill>
                <a:srgbClr val="222222"/>
              </a:solidFill>
              <a:latin typeface="Noto Sans JP"/>
            </a:endParaRPr>
          </a:p>
          <a:p>
            <a:pPr>
              <a:lnSpc>
                <a:spcPts val="2400"/>
              </a:lnSpc>
            </a:pPr>
            <a:r>
              <a:rPr lang="ja-JP" altLang="en-US" sz="1200" b="0" dirty="0">
                <a:solidFill>
                  <a:srgbClr val="222222"/>
                </a:solidFill>
                <a:latin typeface="Noto Sans JP"/>
              </a:rPr>
              <a:t>柔軟性については、</a:t>
            </a:r>
            <a:r>
              <a:rPr lang="ja-JP" altLang="en-US" sz="1200" dirty="0">
                <a:solidFill>
                  <a:srgbClr val="222222"/>
                </a:solidFill>
                <a:latin typeface="Noto Sans JP"/>
              </a:rPr>
              <a:t>首から腰にかけての人体の柔軟性を再現した推定ができているか</a:t>
            </a:r>
            <a:endParaRPr lang="en-US" altLang="ja-JP" sz="1200" dirty="0">
              <a:solidFill>
                <a:srgbClr val="222222"/>
              </a:solidFill>
              <a:latin typeface="Noto Sans JP"/>
            </a:endParaRPr>
          </a:p>
          <a:p>
            <a:pPr>
              <a:lnSpc>
                <a:spcPts val="2400"/>
              </a:lnSpc>
            </a:pPr>
            <a:r>
              <a:rPr lang="ja-JP" altLang="en-US" sz="1200" b="0" dirty="0">
                <a:solidFill>
                  <a:srgbClr val="222222"/>
                </a:solidFill>
                <a:latin typeface="Noto Sans JP"/>
              </a:rPr>
              <a:t>セルフオクルージョンについては、</a:t>
            </a:r>
            <a:r>
              <a:rPr lang="ja-JP" altLang="en-US" sz="1200" dirty="0">
                <a:solidFill>
                  <a:srgbClr val="222222"/>
                </a:solidFill>
                <a:latin typeface="Noto Sans JP"/>
              </a:rPr>
              <a:t>腕や脚などにセルフオクルージョンが発生しているシーンでの推定精度を評価します。</a:t>
            </a:r>
            <a:endParaRPr lang="en-US" altLang="ja-JP" sz="1200" dirty="0">
              <a:solidFill>
                <a:srgbClr val="222222"/>
              </a:solidFill>
              <a:latin typeface="Noto Sans JP"/>
            </a:endParaRPr>
          </a:p>
          <a:p>
            <a:pPr>
              <a:lnSpc>
                <a:spcPts val="2400"/>
              </a:lnSpc>
            </a:pPr>
            <a:endParaRPr lang="en-US" altLang="ja-JP" sz="1200" dirty="0">
              <a:solidFill>
                <a:srgbClr val="222222"/>
              </a:solidFill>
              <a:latin typeface="Noto Sans JP"/>
            </a:endParaRPr>
          </a:p>
          <a:p>
            <a:pPr>
              <a:lnSpc>
                <a:spcPts val="2400"/>
              </a:lnSpc>
            </a:pPr>
            <a:r>
              <a:rPr lang="ja-JP" altLang="en-US" sz="1200" dirty="0">
                <a:solidFill>
                  <a:srgbClr val="222222"/>
                </a:solidFill>
                <a:latin typeface="Noto Sans JP"/>
              </a:rPr>
              <a:t>次のスライドから一巡目を実施した結果を報告します。</a:t>
            </a:r>
            <a:endParaRPr lang="en-US" altLang="ja-JP" sz="1200" dirty="0">
              <a:solidFill>
                <a:srgbClr val="222222"/>
              </a:solidFill>
              <a:latin typeface="Noto Sans JP"/>
            </a:endParaRPr>
          </a:p>
          <a:p>
            <a:endParaRPr dirty="0"/>
          </a:p>
        </p:txBody>
      </p:sp>
      <p:sp>
        <p:nvSpPr>
          <p:cNvPr id="4" name="スライド番号プレースホルダー 3">
            <a:extLst>
              <a:ext uri="{FF2B5EF4-FFF2-40B4-BE49-F238E27FC236}">
                <a16:creationId xmlns:a16="http://schemas.microsoft.com/office/drawing/2014/main" id="{E994A413-4102-42A0-2E98-DF1AF351AE2C}"/>
              </a:ext>
            </a:extLst>
          </p:cNvPr>
          <p:cNvSpPr>
            <a:spLocks noGrp="1"/>
          </p:cNvSpPr>
          <p:nvPr>
            <p:ph type="sldNum" sz="quarter" idx="5"/>
          </p:nvPr>
        </p:nvSpPr>
        <p:spPr/>
        <p:txBody>
          <a:bodyPr/>
          <a:lstStyle/>
          <a:p>
            <a:fld id="{66CECCAB-B8BF-44D0-8687-F9EB53B32FC9}" type="slidenum">
              <a:rPr lang="en-US" smtClean="0"/>
              <a:t>6</a:t>
            </a:fld>
            <a:endParaRPr lang="en-US"/>
          </a:p>
        </p:txBody>
      </p:sp>
    </p:spTree>
    <p:extLst>
      <p:ext uri="{BB962C8B-B14F-4D97-AF65-F5344CB8AC3E}">
        <p14:creationId xmlns:p14="http://schemas.microsoft.com/office/powerpoint/2010/main" val="1630640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ED1FD-69F2-255D-270B-2AF84F9992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46B2BE-BA77-CD10-B689-5484A138701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0DE7B9-5CCC-8FDF-03A4-49295D458750}"/>
              </a:ext>
            </a:extLst>
          </p:cNvPr>
          <p:cNvSpPr>
            <a:spLocks noGrp="1"/>
          </p:cNvSpPr>
          <p:nvPr>
            <p:ph type="body" idx="1"/>
          </p:nvPr>
        </p:nvSpPr>
        <p:spPr/>
        <p:txBody>
          <a:bodyPr/>
          <a:lstStyle/>
          <a:p>
            <a:r>
              <a:rPr dirty="0" err="1"/>
              <a:t>工程</a:t>
            </a:r>
            <a:r>
              <a:rPr dirty="0"/>
              <a:t>①</a:t>
            </a:r>
            <a:r>
              <a:rPr lang="ja-JP" altLang="en-US" dirty="0"/>
              <a:t>では、背中の恒常性・柔軟性を再現するために、</a:t>
            </a:r>
            <a:r>
              <a:rPr dirty="0"/>
              <a:t>首から腰の間に新たに2つのキーポイントを追加し、合計19点の</a:t>
            </a:r>
            <a:r>
              <a:rPr lang="ja-JP" altLang="en-US" dirty="0"/>
              <a:t>キーポイントを持つ</a:t>
            </a:r>
            <a:r>
              <a:rPr dirty="0" err="1"/>
              <a:t>人体モデル</a:t>
            </a:r>
            <a:r>
              <a:rPr lang="ja-JP" altLang="en-US" dirty="0"/>
              <a:t>を作成しました</a:t>
            </a:r>
            <a:r>
              <a:rPr dirty="0"/>
              <a:t>。</a:t>
            </a:r>
            <a:endParaRPr lang="en-US" dirty="0"/>
          </a:p>
          <a:p>
            <a:r>
              <a:rPr lang="en-US" dirty="0"/>
              <a:t>COCO dataset</a:t>
            </a:r>
            <a:r>
              <a:rPr lang="ja-JP" altLang="en-US" dirty="0"/>
              <a:t>と</a:t>
            </a:r>
            <a:r>
              <a:rPr lang="en-US" altLang="ja-JP" dirty="0"/>
              <a:t>H36M</a:t>
            </a:r>
            <a:r>
              <a:rPr lang="ja-JP" altLang="en-US" dirty="0"/>
              <a:t>のキーポイント配置は図に示す通りで、胴体を中心にキーポイントの配置を変更し、図の右に示すように配置にしました。</a:t>
            </a:r>
            <a:endParaRPr lang="en-US" dirty="0"/>
          </a:p>
        </p:txBody>
      </p:sp>
      <p:sp>
        <p:nvSpPr>
          <p:cNvPr id="4" name="スライド番号プレースホルダー 3">
            <a:extLst>
              <a:ext uri="{FF2B5EF4-FFF2-40B4-BE49-F238E27FC236}">
                <a16:creationId xmlns:a16="http://schemas.microsoft.com/office/drawing/2014/main" id="{F7B5659C-12A9-A078-FE6D-A6AA3E6B5A8C}"/>
              </a:ext>
            </a:extLst>
          </p:cNvPr>
          <p:cNvSpPr>
            <a:spLocks noGrp="1"/>
          </p:cNvSpPr>
          <p:nvPr>
            <p:ph type="sldNum" sz="quarter" idx="5"/>
          </p:nvPr>
        </p:nvSpPr>
        <p:spPr/>
        <p:txBody>
          <a:bodyPr/>
          <a:lstStyle/>
          <a:p>
            <a:fld id="{66CECCAB-B8BF-44D0-8687-F9EB53B32FC9}" type="slidenum">
              <a:rPr lang="en-US" smtClean="0"/>
              <a:t>7</a:t>
            </a:fld>
            <a:endParaRPr lang="en-US"/>
          </a:p>
        </p:txBody>
      </p:sp>
    </p:spTree>
    <p:extLst>
      <p:ext uri="{BB962C8B-B14F-4D97-AF65-F5344CB8AC3E}">
        <p14:creationId xmlns:p14="http://schemas.microsoft.com/office/powerpoint/2010/main" val="2464873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C4267-4A7D-B0CF-E0CE-7D98547A39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2D19BF-FFFE-16F1-5AB2-A902778E9A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88CF69-4C46-C6D3-EF54-3C4C90FCF67C}"/>
              </a:ext>
            </a:extLst>
          </p:cNvPr>
          <p:cNvSpPr>
            <a:spLocks noGrp="1"/>
          </p:cNvSpPr>
          <p:nvPr>
            <p:ph type="body" idx="1"/>
          </p:nvPr>
        </p:nvSpPr>
        <p:spPr/>
        <p:txBody>
          <a:bodyPr/>
          <a:lstStyle/>
          <a:p>
            <a:r>
              <a:rPr lang="ja-JP" altLang="en-US" dirty="0"/>
              <a:t>工程②についてです。</a:t>
            </a:r>
            <a:endParaRPr lang="en-US" dirty="0"/>
          </a:p>
          <a:p>
            <a:r>
              <a:rPr dirty="0" err="1"/>
              <a:t>データセットは</a:t>
            </a:r>
            <a:r>
              <a:rPr dirty="0"/>
              <a:t>、</a:t>
            </a:r>
            <a:r>
              <a:rPr lang="ja-JP" altLang="en-US" dirty="0"/>
              <a:t>歩行などの日常的な動作からなる</a:t>
            </a:r>
            <a:r>
              <a:rPr dirty="0"/>
              <a:t>モーションデータ1083フレーム、アバター2体、カメラ12台</a:t>
            </a:r>
            <a:r>
              <a:rPr lang="ja-JP" altLang="en-US" dirty="0"/>
              <a:t>から作成しました。</a:t>
            </a:r>
            <a:br>
              <a:rPr lang="en-US" altLang="ja-JP" dirty="0"/>
            </a:br>
            <a:r>
              <a:rPr lang="ja-JP" altLang="en-US" dirty="0"/>
              <a:t>カメラを複数台設けることで、セルフオクルージョンに対応したデータセットを目指します。</a:t>
            </a:r>
            <a:br>
              <a:rPr lang="en-US" dirty="0"/>
            </a:br>
            <a:r>
              <a:rPr dirty="0"/>
              <a:t>アノテーションデータには、19点のキーポイントの3D座標・2D座標、BBOXの座標を含みます。</a:t>
            </a:r>
            <a:endParaRPr lang="en-US" dirty="0"/>
          </a:p>
          <a:p>
            <a:r>
              <a:rPr lang="ja-JP" altLang="en-US" dirty="0"/>
              <a:t>データセットの作成には、約</a:t>
            </a:r>
            <a:r>
              <a:rPr lang="en-US" altLang="ja-JP" dirty="0"/>
              <a:t>3.7</a:t>
            </a:r>
            <a:r>
              <a:rPr lang="ja-JP" altLang="en-US" dirty="0"/>
              <a:t>時間かかりました。</a:t>
            </a:r>
            <a:br>
              <a:rPr lang="en-US" altLang="ja-JP" dirty="0"/>
            </a:br>
            <a:r>
              <a:rPr lang="ja-JP" altLang="en-US" dirty="0"/>
              <a:t>手作業で人物の</a:t>
            </a:r>
            <a:r>
              <a:rPr lang="en-US" altLang="ja-JP" dirty="0"/>
              <a:t>19</a:t>
            </a:r>
            <a:r>
              <a:rPr lang="ja-JP" altLang="en-US" dirty="0"/>
              <a:t>点のキーポイントを選択するような作業では約</a:t>
            </a:r>
            <a:r>
              <a:rPr lang="en-US" altLang="ja-JP" dirty="0"/>
              <a:t>16</a:t>
            </a:r>
            <a:r>
              <a:rPr lang="ja-JP" altLang="en-US" dirty="0"/>
              <a:t>秒かかり、はるかに効率的にデータセットを作成できました。</a:t>
            </a:r>
            <a:endParaRPr lang="en-US" altLang="ja-JP" dirty="0"/>
          </a:p>
          <a:p>
            <a:r>
              <a:rPr dirty="0" err="1"/>
              <a:t>このデータセットを用いて</a:t>
            </a:r>
            <a:r>
              <a:rPr dirty="0"/>
              <a:t>、</a:t>
            </a:r>
            <a:r>
              <a:rPr lang="ja-JP" altLang="en-US" dirty="0"/>
              <a:t>二つのモデルに対して、</a:t>
            </a:r>
            <a:r>
              <a:rPr dirty="0"/>
              <a:t>エポック数100で追加学習を行いました。</a:t>
            </a:r>
          </a:p>
        </p:txBody>
      </p:sp>
      <p:sp>
        <p:nvSpPr>
          <p:cNvPr id="4" name="スライド番号プレースホルダー 3">
            <a:extLst>
              <a:ext uri="{FF2B5EF4-FFF2-40B4-BE49-F238E27FC236}">
                <a16:creationId xmlns:a16="http://schemas.microsoft.com/office/drawing/2014/main" id="{76841172-8F2C-BDF4-0B61-2484E8F680C2}"/>
              </a:ext>
            </a:extLst>
          </p:cNvPr>
          <p:cNvSpPr>
            <a:spLocks noGrp="1"/>
          </p:cNvSpPr>
          <p:nvPr>
            <p:ph type="sldNum" sz="quarter" idx="5"/>
          </p:nvPr>
        </p:nvSpPr>
        <p:spPr/>
        <p:txBody>
          <a:bodyPr/>
          <a:lstStyle/>
          <a:p>
            <a:fld id="{66CECCAB-B8BF-44D0-8687-F9EB53B32FC9}" type="slidenum">
              <a:rPr lang="en-US" smtClean="0"/>
              <a:t>8</a:t>
            </a:fld>
            <a:endParaRPr lang="en-US"/>
          </a:p>
        </p:txBody>
      </p:sp>
    </p:spTree>
    <p:extLst>
      <p:ext uri="{BB962C8B-B14F-4D97-AF65-F5344CB8AC3E}">
        <p14:creationId xmlns:p14="http://schemas.microsoft.com/office/powerpoint/2010/main" val="4044192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29AE4-0299-9D2A-A0C9-124BC3A037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899440-CBFC-773B-7E8D-DA5302489C1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F90440-0764-FAE1-9F4D-D2185E79E67A}"/>
              </a:ext>
            </a:extLst>
          </p:cNvPr>
          <p:cNvSpPr>
            <a:spLocks noGrp="1"/>
          </p:cNvSpPr>
          <p:nvPr>
            <p:ph type="body" idx="1"/>
          </p:nvPr>
        </p:nvSpPr>
        <p:spPr/>
        <p:txBody>
          <a:bodyPr/>
          <a:lstStyle/>
          <a:p>
            <a:r>
              <a:rPr lang="ja-JP" altLang="en-US" dirty="0"/>
              <a:t>工程</a:t>
            </a:r>
            <a:r>
              <a:rPr lang="en-US" altLang="ja-JP" dirty="0"/>
              <a:t>3</a:t>
            </a:r>
            <a:r>
              <a:rPr lang="ja-JP" altLang="en-US" dirty="0"/>
              <a:t>です。</a:t>
            </a:r>
            <a:br>
              <a:rPr lang="en-US" altLang="ja-JP" dirty="0"/>
            </a:br>
            <a:r>
              <a:rPr lang="ja-JP" altLang="en-US" dirty="0"/>
              <a:t>拡張後の追加学習済みのモデルで、推定した例が左の画像になります。</a:t>
            </a:r>
            <a:br>
              <a:rPr lang="en-US" altLang="ja-JP" dirty="0"/>
            </a:br>
            <a:r>
              <a:rPr lang="ja-JP" altLang="en-US" dirty="0"/>
              <a:t>右に示す、テスト用のデータセットを対象に評価を行いました。</a:t>
            </a:r>
            <a:endParaRPr dirty="0"/>
          </a:p>
        </p:txBody>
      </p:sp>
      <p:sp>
        <p:nvSpPr>
          <p:cNvPr id="4" name="スライド番号プレースホルダー 3">
            <a:extLst>
              <a:ext uri="{FF2B5EF4-FFF2-40B4-BE49-F238E27FC236}">
                <a16:creationId xmlns:a16="http://schemas.microsoft.com/office/drawing/2014/main" id="{C66E0617-FEE7-0D63-DD7E-D93013BC72CD}"/>
              </a:ext>
            </a:extLst>
          </p:cNvPr>
          <p:cNvSpPr>
            <a:spLocks noGrp="1"/>
          </p:cNvSpPr>
          <p:nvPr>
            <p:ph type="sldNum" sz="quarter" idx="5"/>
          </p:nvPr>
        </p:nvSpPr>
        <p:spPr/>
        <p:txBody>
          <a:bodyPr/>
          <a:lstStyle/>
          <a:p>
            <a:fld id="{66CECCAB-B8BF-44D0-8687-F9EB53B32FC9}" type="slidenum">
              <a:rPr lang="en-US" smtClean="0"/>
              <a:t>9</a:t>
            </a:fld>
            <a:endParaRPr lang="en-US"/>
          </a:p>
        </p:txBody>
      </p:sp>
    </p:spTree>
    <p:extLst>
      <p:ext uri="{BB962C8B-B14F-4D97-AF65-F5344CB8AC3E}">
        <p14:creationId xmlns:p14="http://schemas.microsoft.com/office/powerpoint/2010/main" val="1611313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81B7F-1ED6-F7AE-6EBE-6E36E4B10D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3CF1B92-C5A9-51C8-C227-AAA246E1C1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C57A05-E7D7-756B-D16C-B5A74ABDB58F}"/>
              </a:ext>
            </a:extLst>
          </p:cNvPr>
          <p:cNvSpPr>
            <a:spLocks noGrp="1"/>
          </p:cNvSpPr>
          <p:nvPr>
            <p:ph type="body" idx="1"/>
          </p:nvPr>
        </p:nvSpPr>
        <p:spPr/>
        <p:txBody>
          <a:bodyPr/>
          <a:lstStyle/>
          <a:p>
            <a:r>
              <a:rPr lang="ja-JP" altLang="en-US" dirty="0"/>
              <a:t>恒常性の評価では、カメラ</a:t>
            </a:r>
            <a:r>
              <a:rPr lang="en-US" altLang="ja-JP" dirty="0"/>
              <a:t>1</a:t>
            </a:r>
            <a:r>
              <a:rPr lang="ja-JP" altLang="en-US" dirty="0"/>
              <a:t>の</a:t>
            </a:r>
            <a:r>
              <a:rPr dirty="0"/>
              <a:t>386フレームを対象に、</a:t>
            </a:r>
            <a:r>
              <a:rPr lang="ja-JP" altLang="en-US" dirty="0"/>
              <a:t>首から腰に掛けての</a:t>
            </a:r>
            <a:r>
              <a:rPr lang="en-US" altLang="ja-JP" dirty="0"/>
              <a:t>4</a:t>
            </a:r>
            <a:r>
              <a:rPr dirty="0"/>
              <a:t>区間の長さの変動係数を、拡張前</a:t>
            </a:r>
            <a:r>
              <a:rPr lang="ja-JP" altLang="en-US" dirty="0"/>
              <a:t>と</a:t>
            </a:r>
            <a:r>
              <a:rPr dirty="0"/>
              <a:t>後</a:t>
            </a:r>
            <a:r>
              <a:rPr lang="ja-JP" altLang="en-US" dirty="0"/>
              <a:t>の</a:t>
            </a:r>
            <a:r>
              <a:rPr dirty="0" err="1"/>
              <a:t>モデル</a:t>
            </a:r>
            <a:r>
              <a:rPr lang="ja-JP" altLang="en-US" dirty="0"/>
              <a:t>の</a:t>
            </a:r>
            <a:r>
              <a:rPr dirty="0" err="1"/>
              <a:t>推定結果と真値を比較し</a:t>
            </a:r>
            <a:r>
              <a:rPr lang="ja-JP" altLang="en-US" dirty="0"/>
              <a:t>ました</a:t>
            </a:r>
            <a:r>
              <a:rPr dirty="0"/>
              <a:t>。</a:t>
            </a:r>
            <a:endParaRPr lang="en-US" dirty="0"/>
          </a:p>
          <a:p>
            <a:r>
              <a:rPr lang="ja-JP" altLang="en-US" dirty="0"/>
              <a:t>変動係数は理想の値は</a:t>
            </a:r>
            <a:r>
              <a:rPr dirty="0"/>
              <a:t>0</a:t>
            </a:r>
            <a:r>
              <a:rPr lang="ja-JP" altLang="en-US" dirty="0"/>
              <a:t>となります。</a:t>
            </a:r>
            <a:endParaRPr lang="en-US" altLang="ja-JP" dirty="0"/>
          </a:p>
          <a:p>
            <a:r>
              <a:rPr dirty="0"/>
              <a:t>推定結果は拡張前で0.26〜0.45、拡張後で0.42〜0.75とばらついています。</a:t>
            </a:r>
            <a:endParaRPr lang="en-US" dirty="0"/>
          </a:p>
          <a:p>
            <a:r>
              <a:rPr dirty="0" err="1"/>
              <a:t>拡張前・後で</a:t>
            </a:r>
            <a:r>
              <a:rPr lang="ja-JP" altLang="en-US" dirty="0"/>
              <a:t>変動係数</a:t>
            </a:r>
            <a:r>
              <a:rPr dirty="0" err="1"/>
              <a:t>の水準に大きな差はなく</a:t>
            </a:r>
            <a:r>
              <a:rPr lang="ja-JP" altLang="en-US" dirty="0"/>
              <a:t>、一連の動作全体では同程度の精度で推定ができていると考えます。</a:t>
            </a:r>
            <a:endParaRPr dirty="0"/>
          </a:p>
        </p:txBody>
      </p:sp>
      <p:sp>
        <p:nvSpPr>
          <p:cNvPr id="4" name="スライド番号プレースホルダー 3">
            <a:extLst>
              <a:ext uri="{FF2B5EF4-FFF2-40B4-BE49-F238E27FC236}">
                <a16:creationId xmlns:a16="http://schemas.microsoft.com/office/drawing/2014/main" id="{A880E689-9F48-99C9-3071-7E41AABDA11D}"/>
              </a:ext>
            </a:extLst>
          </p:cNvPr>
          <p:cNvSpPr>
            <a:spLocks noGrp="1"/>
          </p:cNvSpPr>
          <p:nvPr>
            <p:ph type="sldNum" sz="quarter" idx="5"/>
          </p:nvPr>
        </p:nvSpPr>
        <p:spPr/>
        <p:txBody>
          <a:bodyPr/>
          <a:lstStyle/>
          <a:p>
            <a:fld id="{66CECCAB-B8BF-44D0-8687-F9EB53B32FC9}" type="slidenum">
              <a:rPr lang="en-US" smtClean="0"/>
              <a:t>10</a:t>
            </a:fld>
            <a:endParaRPr lang="en-US"/>
          </a:p>
        </p:txBody>
      </p:sp>
    </p:spTree>
    <p:extLst>
      <p:ext uri="{BB962C8B-B14F-4D97-AF65-F5344CB8AC3E}">
        <p14:creationId xmlns:p14="http://schemas.microsoft.com/office/powerpoint/2010/main" val="4208305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55190-2F30-426D-F057-27B198F9F1A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745B2A-C0A6-BA98-9FE6-27B84B0404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A011148-FE65-773C-9143-5AC51AA34A3A}"/>
              </a:ext>
            </a:extLst>
          </p:cNvPr>
          <p:cNvSpPr>
            <a:spLocks noGrp="1"/>
          </p:cNvSpPr>
          <p:nvPr>
            <p:ph type="body" idx="1"/>
          </p:nvPr>
        </p:nvSpPr>
        <p:spPr/>
        <p:txBody>
          <a:bodyPr/>
          <a:lstStyle/>
          <a:p>
            <a:r>
              <a:rPr lang="ja-JP" altLang="en-US" dirty="0"/>
              <a:t>次に、</a:t>
            </a:r>
            <a:r>
              <a:rPr dirty="0" err="1"/>
              <a:t>背中が伸びた状態</a:t>
            </a:r>
            <a:r>
              <a:rPr dirty="0"/>
              <a:t>(frame</a:t>
            </a:r>
            <a:r>
              <a:rPr lang="en-US" dirty="0"/>
              <a:t>24</a:t>
            </a:r>
            <a:r>
              <a:rPr dirty="0"/>
              <a:t>)</a:t>
            </a:r>
            <a:r>
              <a:rPr lang="ja-JP" altLang="en-US" dirty="0"/>
              <a:t>と</a:t>
            </a:r>
            <a:r>
              <a:rPr dirty="0" err="1"/>
              <a:t>丸まった状態</a:t>
            </a:r>
            <a:r>
              <a:rPr dirty="0"/>
              <a:t>(frame1</a:t>
            </a:r>
            <a:r>
              <a:rPr lang="en-US" dirty="0"/>
              <a:t>49</a:t>
            </a:r>
            <a:r>
              <a:rPr dirty="0"/>
              <a:t>) </a:t>
            </a:r>
            <a:r>
              <a:rPr lang="ja-JP" altLang="en-US" dirty="0"/>
              <a:t>での推定結果を比較します。</a:t>
            </a:r>
            <a:endParaRPr lang="en-US" altLang="ja-JP" dirty="0"/>
          </a:p>
          <a:p>
            <a:r>
              <a:rPr lang="ja-JP" altLang="en-US" dirty="0"/>
              <a:t>拡張前のモデルの</a:t>
            </a:r>
            <a:r>
              <a:rPr lang="en-US" altLang="ja-JP" dirty="0"/>
              <a:t>2</a:t>
            </a:r>
            <a:r>
              <a:rPr lang="ja-JP" altLang="en-US" dirty="0"/>
              <a:t>区間、拡張後のモデルの</a:t>
            </a:r>
            <a:r>
              <a:rPr lang="en-US" altLang="ja-JP" dirty="0"/>
              <a:t>4</a:t>
            </a:r>
            <a:r>
              <a:rPr lang="ja-JP" altLang="en-US" dirty="0"/>
              <a:t>区間の長さを算出しその合計値の変化率を出しました。</a:t>
            </a:r>
            <a:endParaRPr lang="en-US" altLang="ja-JP" dirty="0"/>
          </a:p>
          <a:p>
            <a:r>
              <a:rPr lang="ja-JP" altLang="en-US" dirty="0"/>
              <a:t>拡張前のモデルは</a:t>
            </a:r>
            <a:r>
              <a:rPr lang="en-US" altLang="ja-JP" dirty="0"/>
              <a:t>-22.46</a:t>
            </a:r>
            <a:r>
              <a:rPr lang="ja-JP" altLang="en-US" dirty="0"/>
              <a:t>、拡張後のモデルでは</a:t>
            </a:r>
            <a:r>
              <a:rPr lang="en-US" altLang="ja-JP" dirty="0"/>
              <a:t>-0.02</a:t>
            </a:r>
            <a:r>
              <a:rPr lang="ja-JP" altLang="en-US" dirty="0"/>
              <a:t>と変化率は小さな値になりました。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拡張後のモデルでは、</a:t>
            </a:r>
            <a:r>
              <a:rPr lang="en-US" altLang="ja-JP" sz="1200" dirty="0">
                <a:solidFill>
                  <a:srgbClr val="222222"/>
                </a:solidFill>
                <a:latin typeface="Noto Sans JP"/>
              </a:rPr>
              <a:t>L3</a:t>
            </a:r>
            <a:r>
              <a:rPr lang="ja-JP" altLang="en-US" sz="1200" dirty="0">
                <a:solidFill>
                  <a:srgbClr val="222222"/>
                </a:solidFill>
                <a:latin typeface="Noto Sans JP"/>
              </a:rPr>
              <a:t>が縮み、</a:t>
            </a:r>
            <a:r>
              <a:rPr lang="en-US" altLang="ja-JP" sz="1200" dirty="0">
                <a:solidFill>
                  <a:srgbClr val="222222"/>
                </a:solidFill>
                <a:latin typeface="Noto Sans JP"/>
              </a:rPr>
              <a:t>L1</a:t>
            </a:r>
            <a:r>
              <a:rPr lang="ja-JP" altLang="en-US" sz="1200" dirty="0">
                <a:solidFill>
                  <a:srgbClr val="222222"/>
                </a:solidFill>
                <a:latin typeface="Noto Sans JP"/>
              </a:rPr>
              <a:t>が伸びることで全区間では恒常性が保たれたという結果になりました。</a:t>
            </a:r>
          </a:p>
          <a:p>
            <a:r>
              <a:rPr lang="ja-JP" altLang="en-US" dirty="0"/>
              <a:t>同じように背中を曲げ伸ばししている複数のフレーム間でも同様の比較を行いましたが、多くのデータで同様の傾向が得られました。</a:t>
            </a:r>
            <a:endParaRPr dirty="0"/>
          </a:p>
        </p:txBody>
      </p:sp>
      <p:sp>
        <p:nvSpPr>
          <p:cNvPr id="4" name="スライド番号プレースホルダー 3">
            <a:extLst>
              <a:ext uri="{FF2B5EF4-FFF2-40B4-BE49-F238E27FC236}">
                <a16:creationId xmlns:a16="http://schemas.microsoft.com/office/drawing/2014/main" id="{F41395C9-A5B2-71F5-9E8F-0D2D986B06CD}"/>
              </a:ext>
            </a:extLst>
          </p:cNvPr>
          <p:cNvSpPr>
            <a:spLocks noGrp="1"/>
          </p:cNvSpPr>
          <p:nvPr>
            <p:ph type="sldNum" sz="quarter" idx="5"/>
          </p:nvPr>
        </p:nvSpPr>
        <p:spPr/>
        <p:txBody>
          <a:bodyPr/>
          <a:lstStyle/>
          <a:p>
            <a:fld id="{66CECCAB-B8BF-44D0-8687-F9EB53B32FC9}" type="slidenum">
              <a:rPr lang="en-US" smtClean="0"/>
              <a:t>11</a:t>
            </a:fld>
            <a:endParaRPr lang="en-US"/>
          </a:p>
        </p:txBody>
      </p:sp>
    </p:spTree>
    <p:extLst>
      <p:ext uri="{BB962C8B-B14F-4D97-AF65-F5344CB8AC3E}">
        <p14:creationId xmlns:p14="http://schemas.microsoft.com/office/powerpoint/2010/main" val="2025147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F5A2-378D-DD2C-9A78-F6D645BABE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C916DC-C28C-24DF-BA8B-B45BE628AC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8AA8B89-69FA-20A1-7FBE-0A133301DEA7}"/>
              </a:ext>
            </a:extLst>
          </p:cNvPr>
          <p:cNvSpPr>
            <a:spLocks noGrp="1"/>
          </p:cNvSpPr>
          <p:nvPr>
            <p:ph type="body" idx="1"/>
          </p:nvPr>
        </p:nvSpPr>
        <p:spPr/>
        <p:txBody>
          <a:bodyPr/>
          <a:lstStyle/>
          <a:p>
            <a:r>
              <a:rPr lang="ja-JP" altLang="en-US" dirty="0"/>
              <a:t>柔軟性の評価です。</a:t>
            </a:r>
            <a:endParaRPr lang="en-US" altLang="ja-JP" dirty="0"/>
          </a:p>
          <a:p>
            <a:r>
              <a:rPr lang="ja-JP" altLang="en-US"/>
              <a:t>背中の動きに沿った推定ができているかを目視で確認します。</a:t>
            </a:r>
            <a:br>
              <a:rPr lang="en-US" altLang="ja-JP" dirty="0"/>
            </a:br>
            <a:r>
              <a:rPr lang="ja-JP" altLang="en-US" dirty="0"/>
              <a:t>まず、正面からの推定結果を目視で確認すると、首から腰に掛けておおよそ自然に推定ができています</a:t>
            </a:r>
            <a:endParaRPr dirty="0"/>
          </a:p>
        </p:txBody>
      </p:sp>
      <p:sp>
        <p:nvSpPr>
          <p:cNvPr id="4" name="スライド番号プレースホルダー 3">
            <a:extLst>
              <a:ext uri="{FF2B5EF4-FFF2-40B4-BE49-F238E27FC236}">
                <a16:creationId xmlns:a16="http://schemas.microsoft.com/office/drawing/2014/main" id="{C31809C5-56E4-E715-5633-E7CC651E45B4}"/>
              </a:ext>
            </a:extLst>
          </p:cNvPr>
          <p:cNvSpPr>
            <a:spLocks noGrp="1"/>
          </p:cNvSpPr>
          <p:nvPr>
            <p:ph type="sldNum" sz="quarter" idx="5"/>
          </p:nvPr>
        </p:nvSpPr>
        <p:spPr/>
        <p:txBody>
          <a:bodyPr/>
          <a:lstStyle/>
          <a:p>
            <a:fld id="{66CECCAB-B8BF-44D0-8687-F9EB53B32FC9}" type="slidenum">
              <a:rPr lang="en-US" smtClean="0"/>
              <a:t>12</a:t>
            </a:fld>
            <a:endParaRPr lang="en-US"/>
          </a:p>
        </p:txBody>
      </p:sp>
    </p:spTree>
    <p:extLst>
      <p:ext uri="{BB962C8B-B14F-4D97-AF65-F5344CB8AC3E}">
        <p14:creationId xmlns:p14="http://schemas.microsoft.com/office/powerpoint/2010/main" val="3134473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BB75E-BB29-7DDB-FAE7-0C3B52867BD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02FB78-9F27-C73C-ACDD-E4910DD524F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29AB658-1559-E7E1-AADC-C831C327E70C}"/>
              </a:ext>
            </a:extLst>
          </p:cNvPr>
          <p:cNvSpPr>
            <a:spLocks noGrp="1"/>
          </p:cNvSpPr>
          <p:nvPr>
            <p:ph type="body" idx="1"/>
          </p:nvPr>
        </p:nvSpPr>
        <p:spPr/>
        <p:txBody>
          <a:bodyPr/>
          <a:lstStyle/>
          <a:p>
            <a:r>
              <a:rPr lang="ja-JP" altLang="en-US" dirty="0"/>
              <a:t>次に、</a:t>
            </a:r>
            <a:r>
              <a:rPr lang="ja-JP" altLang="en-US" sz="1200" dirty="0">
                <a:solidFill>
                  <a:srgbClr val="222222"/>
                </a:solidFill>
                <a:latin typeface="Noto Sans JP"/>
              </a:rPr>
              <a:t>胴体が伸び縮みする場面の側面からの推定</a:t>
            </a:r>
            <a:r>
              <a:rPr lang="ja-JP" altLang="en-US" dirty="0"/>
              <a:t>結果を見てみると、キーポイントがジグザクになるようなフレームもあり、背中なの湾曲に沿った推定は十分にできていませんでした</a:t>
            </a:r>
            <a:endParaRPr dirty="0"/>
          </a:p>
        </p:txBody>
      </p:sp>
      <p:sp>
        <p:nvSpPr>
          <p:cNvPr id="4" name="スライド番号プレースホルダー 3">
            <a:extLst>
              <a:ext uri="{FF2B5EF4-FFF2-40B4-BE49-F238E27FC236}">
                <a16:creationId xmlns:a16="http://schemas.microsoft.com/office/drawing/2014/main" id="{DF96150A-4F40-BDB5-5348-D4F7E8224F6F}"/>
              </a:ext>
            </a:extLst>
          </p:cNvPr>
          <p:cNvSpPr>
            <a:spLocks noGrp="1"/>
          </p:cNvSpPr>
          <p:nvPr>
            <p:ph type="sldNum" sz="quarter" idx="5"/>
          </p:nvPr>
        </p:nvSpPr>
        <p:spPr/>
        <p:txBody>
          <a:bodyPr/>
          <a:lstStyle/>
          <a:p>
            <a:fld id="{66CECCAB-B8BF-44D0-8687-F9EB53B32FC9}" type="slidenum">
              <a:rPr lang="en-US" smtClean="0"/>
              <a:t>13</a:t>
            </a:fld>
            <a:endParaRPr lang="en-US"/>
          </a:p>
        </p:txBody>
      </p:sp>
    </p:spTree>
    <p:extLst>
      <p:ext uri="{BB962C8B-B14F-4D97-AF65-F5344CB8AC3E}">
        <p14:creationId xmlns:p14="http://schemas.microsoft.com/office/powerpoint/2010/main" val="1826596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02ECD-04CD-D216-B81E-EFA542151E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855731-E6AE-1128-6968-9BAD0F021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32E1F2-0976-5CF0-C618-CDFA79225343}"/>
              </a:ext>
            </a:extLst>
          </p:cNvPr>
          <p:cNvSpPr>
            <a:spLocks noGrp="1"/>
          </p:cNvSpPr>
          <p:nvPr>
            <p:ph type="body" idx="1"/>
          </p:nvPr>
        </p:nvSpPr>
        <p:spPr/>
        <p:txBody>
          <a:bodyPr/>
          <a:lstStyle/>
          <a:p>
            <a:r>
              <a:rPr lang="ja-JP" altLang="en-US" dirty="0"/>
              <a:t>セルフオクルージョンの評価です。</a:t>
            </a:r>
            <a:endParaRPr lang="en-US" altLang="ja-JP" dirty="0"/>
          </a:p>
          <a:p>
            <a:r>
              <a:rPr lang="ja-JP" altLang="en-US" dirty="0"/>
              <a:t>左に示すような、両腕でセルフオクルージョンが生じるような</a:t>
            </a:r>
            <a:r>
              <a:rPr lang="en-US" altLang="ja-JP" dirty="0"/>
              <a:t>222</a:t>
            </a:r>
            <a:r>
              <a:rPr lang="ja-JP" altLang="en-US" dirty="0"/>
              <a:t>フレーム分を対象として評価しました。</a:t>
            </a:r>
            <a:br>
              <a:rPr lang="en-US" altLang="ja-JP" dirty="0"/>
            </a:br>
            <a:r>
              <a:rPr lang="en-US" altLang="ja-JP" dirty="0"/>
              <a:t>2D</a:t>
            </a:r>
            <a:r>
              <a:rPr lang="ja-JP" altLang="en-US" dirty="0"/>
              <a:t>モデルで推定されたキーポイントで、人物の領域内と背景で推定された場合の信頼度を比較しました。</a:t>
            </a:r>
            <a:endParaRPr lang="en-US" altLang="ja-JP" dirty="0"/>
          </a:p>
          <a:p>
            <a:r>
              <a:rPr lang="ja-JP" altLang="en-US" dirty="0"/>
              <a:t>拡張後のモデルでは、人物の領域内での信頼度は変わらず、背景で推定されたキーポイントの信頼度が下がったことから、精度の向上が確認できました。</a:t>
            </a:r>
            <a:endParaRPr lang="en-US" altLang="ja-JP" dirty="0"/>
          </a:p>
          <a:p>
            <a:r>
              <a:rPr lang="en-US" dirty="0"/>
              <a:t>3D</a:t>
            </a:r>
            <a:r>
              <a:rPr lang="ja-JP" altLang="en-US" dirty="0"/>
              <a:t>の推定結果では、推定結果と真値の距離の平均値を比較しました。</a:t>
            </a:r>
            <a:br>
              <a:rPr lang="en-US" altLang="ja-JP" dirty="0"/>
            </a:br>
            <a:r>
              <a:rPr lang="ja-JP" altLang="en-US" dirty="0"/>
              <a:t>拡張後のモデルで平均値が大きくなり精度が低下し、改善の用地が残りました。</a:t>
            </a:r>
            <a:endParaRPr lang="en-US" dirty="0"/>
          </a:p>
        </p:txBody>
      </p:sp>
      <p:sp>
        <p:nvSpPr>
          <p:cNvPr id="4" name="スライド番号プレースホルダー 3">
            <a:extLst>
              <a:ext uri="{FF2B5EF4-FFF2-40B4-BE49-F238E27FC236}">
                <a16:creationId xmlns:a16="http://schemas.microsoft.com/office/drawing/2014/main" id="{4ACD21EA-3342-FE04-6E2B-8C2F20496BF4}"/>
              </a:ext>
            </a:extLst>
          </p:cNvPr>
          <p:cNvSpPr>
            <a:spLocks noGrp="1"/>
          </p:cNvSpPr>
          <p:nvPr>
            <p:ph type="sldNum" sz="quarter" idx="5"/>
          </p:nvPr>
        </p:nvSpPr>
        <p:spPr/>
        <p:txBody>
          <a:bodyPr/>
          <a:lstStyle/>
          <a:p>
            <a:fld id="{66CECCAB-B8BF-44D0-8687-F9EB53B32FC9}" type="slidenum">
              <a:rPr lang="en-US" smtClean="0"/>
              <a:t>14</a:t>
            </a:fld>
            <a:endParaRPr lang="en-US"/>
          </a:p>
        </p:txBody>
      </p:sp>
    </p:spTree>
    <p:extLst>
      <p:ext uri="{BB962C8B-B14F-4D97-AF65-F5344CB8AC3E}">
        <p14:creationId xmlns:p14="http://schemas.microsoft.com/office/powerpoint/2010/main" val="1194900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C5AF2-ABF7-5FE6-85B8-C9681BF0C9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47B5F1-8FED-D3E8-8A60-5C427BB4FA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F6F059-0641-76EF-CEEF-FCF0CDBCE55B}"/>
              </a:ext>
            </a:extLst>
          </p:cNvPr>
          <p:cNvSpPr>
            <a:spLocks noGrp="1"/>
          </p:cNvSpPr>
          <p:nvPr>
            <p:ph type="body" idx="1"/>
          </p:nvPr>
        </p:nvSpPr>
        <p:spPr/>
        <p:txBody>
          <a:bodyPr/>
          <a:lstStyle/>
          <a:p>
            <a:pPr>
              <a:lnSpc>
                <a:spcPts val="2400"/>
              </a:lnSpc>
            </a:pPr>
            <a:r>
              <a:rPr lang="ja-JP" altLang="en-US" dirty="0"/>
              <a:t>まとめです。</a:t>
            </a:r>
            <a:br>
              <a:rPr lang="en-US" altLang="ja-JP" dirty="0"/>
            </a:br>
            <a:r>
              <a:rPr lang="ja-JP" altLang="en-US" dirty="0"/>
              <a:t>本研究では、</a:t>
            </a:r>
            <a:r>
              <a:rPr lang="ja-JP" altLang="ja-JP" sz="1200" dirty="0"/>
              <a:t>人体モデルの</a:t>
            </a:r>
            <a:r>
              <a:rPr lang="ja-JP" altLang="en-US" sz="1200" dirty="0"/>
              <a:t>拡張</a:t>
            </a:r>
            <a:r>
              <a:rPr lang="ja-JP" altLang="ja-JP" sz="1200" dirty="0"/>
              <a:t>手法</a:t>
            </a:r>
            <a:r>
              <a:rPr lang="ja-JP" altLang="en-US" sz="1200" dirty="0"/>
              <a:t>と</a:t>
            </a:r>
            <a:r>
              <a:rPr lang="en-US" altLang="ja-JP" sz="1200" dirty="0">
                <a:solidFill>
                  <a:srgbClr val="222222"/>
                </a:solidFill>
                <a:latin typeface="Noto Sans JP"/>
              </a:rPr>
              <a:t>3DCG</a:t>
            </a:r>
            <a:r>
              <a:rPr lang="ja-JP" altLang="en-US" sz="1200" dirty="0">
                <a:solidFill>
                  <a:srgbClr val="222222"/>
                </a:solidFill>
                <a:latin typeface="Noto Sans JP"/>
              </a:rPr>
              <a:t>を活用したデータセットの拡張手法と</a:t>
            </a:r>
            <a:r>
              <a:rPr lang="ja-JP" altLang="en-US" sz="1200" dirty="0"/>
              <a:t>提案</a:t>
            </a:r>
            <a:endParaRPr lang="en-US" altLang="ja-JP" sz="1200" dirty="0"/>
          </a:p>
          <a:p>
            <a:pPr>
              <a:lnSpc>
                <a:spcPts val="2400"/>
              </a:lnSpc>
            </a:pPr>
            <a:r>
              <a:rPr lang="ja-JP" altLang="en-US" sz="1200" dirty="0">
                <a:solidFill>
                  <a:srgbClr val="222222"/>
                </a:solidFill>
                <a:latin typeface="Noto Sans JP"/>
              </a:rPr>
              <a:t>　　→ </a:t>
            </a:r>
            <a:r>
              <a:rPr lang="en-US" altLang="ja-JP" sz="1200" dirty="0">
                <a:solidFill>
                  <a:srgbClr val="222222"/>
                </a:solidFill>
                <a:latin typeface="Noto Sans JP"/>
              </a:rPr>
              <a:t>19</a:t>
            </a:r>
            <a:r>
              <a:rPr lang="ja-JP" altLang="en-US" sz="1200" dirty="0">
                <a:solidFill>
                  <a:srgbClr val="222222"/>
                </a:solidFill>
                <a:latin typeface="Noto Sans JP"/>
              </a:rPr>
              <a:t>点のキーポイントを持つモデルを作成し、データセットの拡張と追加学習を実施した</a:t>
            </a:r>
            <a:endParaRPr lang="en-US" altLang="ja-JP" sz="1200" dirty="0">
              <a:solidFill>
                <a:srgbClr val="222222"/>
              </a:solidFill>
              <a:latin typeface="Noto Sans JP"/>
            </a:endParaRPr>
          </a:p>
          <a:p>
            <a:pPr>
              <a:lnSpc>
                <a:spcPts val="2400"/>
              </a:lnSpc>
            </a:pPr>
            <a:endParaRPr lang="en-US" altLang="ja-JP" sz="1200" dirty="0">
              <a:solidFill>
                <a:srgbClr val="222222"/>
              </a:solidFill>
              <a:latin typeface="Noto Sans JP"/>
            </a:endParaRPr>
          </a:p>
          <a:p>
            <a:pPr>
              <a:lnSpc>
                <a:spcPts val="2400"/>
              </a:lnSpc>
            </a:pPr>
            <a:r>
              <a:rPr lang="en-US" altLang="ja-JP" sz="1200" dirty="0">
                <a:solidFill>
                  <a:srgbClr val="FF0000"/>
                </a:solidFill>
                <a:latin typeface="Noto Sans JP"/>
              </a:rPr>
              <a:t> - </a:t>
            </a:r>
            <a:r>
              <a:rPr lang="ja-JP" altLang="en-US" sz="1200" dirty="0">
                <a:solidFill>
                  <a:srgbClr val="FF0000"/>
                </a:solidFill>
                <a:latin typeface="Noto Sans JP"/>
              </a:rPr>
              <a:t>本手法により短時間で大量のデータセットを作成できた</a:t>
            </a:r>
            <a:endParaRPr lang="en-US" altLang="ja-JP" sz="1200" dirty="0">
              <a:solidFill>
                <a:srgbClr val="222222"/>
              </a:solidFill>
              <a:latin typeface="Noto Sans JP"/>
            </a:endParaRPr>
          </a:p>
          <a:p>
            <a:pPr>
              <a:lnSpc>
                <a:spcPts val="2400"/>
              </a:lnSpc>
            </a:pPr>
            <a:r>
              <a:rPr lang="en-US" altLang="ja-JP" sz="1200" dirty="0">
                <a:solidFill>
                  <a:srgbClr val="FF0000"/>
                </a:solidFill>
                <a:latin typeface="Noto Sans JP"/>
              </a:rPr>
              <a:t> - 3DCG</a:t>
            </a:r>
            <a:r>
              <a:rPr lang="ja-JP" altLang="en-US" sz="1200" dirty="0">
                <a:solidFill>
                  <a:srgbClr val="FF0000"/>
                </a:solidFill>
                <a:latin typeface="Noto Sans JP"/>
              </a:rPr>
              <a:t>で作成したデータセットでも有効な追加学習が行える　</a:t>
            </a:r>
            <a:endParaRPr lang="en-US" altLang="ja-JP" sz="1200" dirty="0">
              <a:solidFill>
                <a:srgbClr val="FF0000"/>
              </a:solidFill>
              <a:latin typeface="Noto Sans JP"/>
            </a:endParaRPr>
          </a:p>
          <a:p>
            <a:pPr>
              <a:lnSpc>
                <a:spcPts val="2400"/>
              </a:lnSpc>
            </a:pPr>
            <a:r>
              <a:rPr lang="en-US" altLang="ja-JP" sz="1200" dirty="0">
                <a:solidFill>
                  <a:srgbClr val="FF0000"/>
                </a:solidFill>
                <a:latin typeface="Noto Sans JP"/>
              </a:rPr>
              <a:t> - </a:t>
            </a:r>
            <a:r>
              <a:rPr lang="ja-JP" altLang="en-US" sz="1200" dirty="0">
                <a:solidFill>
                  <a:srgbClr val="FF0000"/>
                </a:solidFill>
                <a:latin typeface="Noto Sans JP"/>
              </a:rPr>
              <a:t>拡張前のモデルに比べて、恒常性を再現した推定が可能となった</a:t>
            </a:r>
            <a:endParaRPr lang="en-US" altLang="ja-JP" sz="1200" dirty="0">
              <a:solidFill>
                <a:srgbClr val="FF0000"/>
              </a:solidFill>
              <a:latin typeface="Noto Sans JP"/>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ja-JP" altLang="en-US" dirty="0"/>
              <a:t>今後の研究内容として、一巡目で精度向上がなされなかった原因の解析を行い、その結果を踏まえて、</a:t>
            </a:r>
            <a:r>
              <a:rPr lang="ja-JP" altLang="en-US" sz="1200" dirty="0">
                <a:solidFill>
                  <a:srgbClr val="222222"/>
                </a:solidFill>
                <a:latin typeface="Noto Sans JP"/>
              </a:rPr>
              <a:t>データセット、モデルを拡張する適切な観点を検討し、</a:t>
            </a:r>
            <a:r>
              <a:rPr lang="en-US" altLang="ja-JP" sz="1200" dirty="0">
                <a:solidFill>
                  <a:srgbClr val="222222"/>
                </a:solidFill>
                <a:latin typeface="Noto Sans JP"/>
              </a:rPr>
              <a:t>2</a:t>
            </a:r>
            <a:r>
              <a:rPr lang="ja-JP" altLang="en-US" sz="1200" dirty="0">
                <a:solidFill>
                  <a:srgbClr val="222222"/>
                </a:solidFill>
                <a:latin typeface="Noto Sans JP"/>
              </a:rPr>
              <a:t>巡目以降を実施する予定です。</a:t>
            </a:r>
            <a:endParaRPr dirty="0"/>
          </a:p>
        </p:txBody>
      </p:sp>
      <p:sp>
        <p:nvSpPr>
          <p:cNvPr id="4" name="スライド番号プレースホルダー 3">
            <a:extLst>
              <a:ext uri="{FF2B5EF4-FFF2-40B4-BE49-F238E27FC236}">
                <a16:creationId xmlns:a16="http://schemas.microsoft.com/office/drawing/2014/main" id="{DE076797-3F16-6A73-B520-55A56A4F4373}"/>
              </a:ext>
            </a:extLst>
          </p:cNvPr>
          <p:cNvSpPr>
            <a:spLocks noGrp="1"/>
          </p:cNvSpPr>
          <p:nvPr>
            <p:ph type="sldNum" sz="quarter" idx="5"/>
          </p:nvPr>
        </p:nvSpPr>
        <p:spPr/>
        <p:txBody>
          <a:bodyPr/>
          <a:lstStyle/>
          <a:p>
            <a:fld id="{66CECCAB-B8BF-44D0-8687-F9EB53B32FC9}" type="slidenum">
              <a:rPr lang="en-US" smtClean="0"/>
              <a:t>15</a:t>
            </a:fld>
            <a:endParaRPr lang="en-US"/>
          </a:p>
        </p:txBody>
      </p:sp>
    </p:spTree>
    <p:extLst>
      <p:ext uri="{BB962C8B-B14F-4D97-AF65-F5344CB8AC3E}">
        <p14:creationId xmlns:p14="http://schemas.microsoft.com/office/powerpoint/2010/main" val="2267605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17B5-E745-403C-A81E-DC7A81DAFEE1}"/>
              </a:ext>
            </a:extLst>
          </p:cNvPr>
          <p:cNvSpPr>
            <a:spLocks noGrp="1"/>
          </p:cNvSpPr>
          <p:nvPr>
            <p:ph type="ctrTitle"/>
          </p:nvPr>
        </p:nvSpPr>
        <p:spPr>
          <a:xfrm>
            <a:off x="381000" y="1582886"/>
            <a:ext cx="11430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093FFDF0-4360-4670-91D6-6E96E3810D98}"/>
              </a:ext>
            </a:extLst>
          </p:cNvPr>
          <p:cNvSpPr>
            <a:spLocks noGrp="1"/>
          </p:cNvSpPr>
          <p:nvPr>
            <p:ph type="subTitle" idx="1"/>
          </p:nvPr>
        </p:nvSpPr>
        <p:spPr>
          <a:xfrm>
            <a:off x="381000" y="4090049"/>
            <a:ext cx="11430000" cy="1097280"/>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19AFC8-F24F-4D0C-B975-A44E8EC86B2B}"/>
              </a:ext>
            </a:extLst>
          </p:cNvPr>
          <p:cNvSpPr>
            <a:spLocks noGrp="1"/>
          </p:cNvSpPr>
          <p:nvPr>
            <p:ph type="dt" sz="half" idx="10"/>
          </p:nvPr>
        </p:nvSpPr>
        <p:spPr/>
        <p:txBody>
          <a:bodyPr/>
          <a:lstStyle/>
          <a:p>
            <a:r>
              <a:rPr lang="en-US"/>
              <a:t>2022/2/2</a:t>
            </a:r>
          </a:p>
        </p:txBody>
      </p:sp>
      <p:sp>
        <p:nvSpPr>
          <p:cNvPr id="5" name="Footer Placeholder 4">
            <a:extLst>
              <a:ext uri="{FF2B5EF4-FFF2-40B4-BE49-F238E27FC236}">
                <a16:creationId xmlns:a16="http://schemas.microsoft.com/office/drawing/2014/main" id="{7AB59C4E-7348-4813-AADC-FA8A4D1486EC}"/>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05C0982F-AE8B-48F3-9C42-7FAA729E4923}"/>
              </a:ext>
            </a:extLst>
          </p:cNvPr>
          <p:cNvSpPr>
            <a:spLocks noGrp="1"/>
          </p:cNvSpPr>
          <p:nvPr>
            <p:ph type="sldNum" sz="quarter" idx="12"/>
          </p:nvPr>
        </p:nvSpPr>
        <p:spPr/>
        <p:txBody>
          <a:bodyPr/>
          <a:lstStyle/>
          <a:p>
            <a:fld id="{465F6A33-8929-41AA-8A25-00E3AA79F1EE}" type="slidenum">
              <a:rPr lang="en-US" smtClean="0"/>
              <a:t>‹#›</a:t>
            </a:fld>
            <a:endParaRPr lang="en-US"/>
          </a:p>
        </p:txBody>
      </p:sp>
    </p:spTree>
    <p:extLst>
      <p:ext uri="{BB962C8B-B14F-4D97-AF65-F5344CB8AC3E}">
        <p14:creationId xmlns:p14="http://schemas.microsoft.com/office/powerpoint/2010/main" val="4066627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6364-DCD0-4250-8A7F-E750FE0A11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7C357-6372-41C1-906C-9CAB252E96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33E2A7-94B0-4E29-9040-8B08783FAD6D}"/>
              </a:ext>
            </a:extLst>
          </p:cNvPr>
          <p:cNvSpPr>
            <a:spLocks noGrp="1"/>
          </p:cNvSpPr>
          <p:nvPr>
            <p:ph type="dt" sz="half" idx="10"/>
          </p:nvPr>
        </p:nvSpPr>
        <p:spPr/>
        <p:txBody>
          <a:bodyPr/>
          <a:lstStyle/>
          <a:p>
            <a:r>
              <a:rPr lang="en-US"/>
              <a:t>2022/2/2</a:t>
            </a:r>
          </a:p>
        </p:txBody>
      </p:sp>
      <p:sp>
        <p:nvSpPr>
          <p:cNvPr id="5" name="Footer Placeholder 4">
            <a:extLst>
              <a:ext uri="{FF2B5EF4-FFF2-40B4-BE49-F238E27FC236}">
                <a16:creationId xmlns:a16="http://schemas.microsoft.com/office/drawing/2014/main" id="{49ADF9C4-902D-46EF-820A-3E13EB5A0DDF}"/>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215D7F3C-7375-40C4-968D-67E0D1B787F1}"/>
              </a:ext>
            </a:extLst>
          </p:cNvPr>
          <p:cNvSpPr>
            <a:spLocks noGrp="1"/>
          </p:cNvSpPr>
          <p:nvPr>
            <p:ph type="sldNum" sz="quarter" idx="12"/>
          </p:nvPr>
        </p:nvSpPr>
        <p:spPr/>
        <p:txBody>
          <a:bodyPr/>
          <a:lstStyle/>
          <a:p>
            <a:fld id="{465F6A33-8929-41AA-8A25-00E3AA79F1EE}" type="slidenum">
              <a:rPr lang="en-US" smtClean="0"/>
              <a:t>‹#›</a:t>
            </a:fld>
            <a:endParaRPr lang="en-US"/>
          </a:p>
        </p:txBody>
      </p:sp>
      <p:cxnSp>
        <p:nvCxnSpPr>
          <p:cNvPr id="10" name="Straight Connector 9">
            <a:extLst>
              <a:ext uri="{FF2B5EF4-FFF2-40B4-BE49-F238E27FC236}">
                <a16:creationId xmlns:a16="http://schemas.microsoft.com/office/drawing/2014/main" id="{435093DD-376A-404C-8AE6-507AB6F738F8}"/>
              </a:ext>
            </a:extLst>
          </p:cNvPr>
          <p:cNvCxnSpPr>
            <a:cxnSpLocks/>
          </p:cNvCxnSpPr>
          <p:nvPr userDrawn="1"/>
        </p:nvCxnSpPr>
        <p:spPr>
          <a:xfrm>
            <a:off x="381000" y="1184990"/>
            <a:ext cx="11430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6662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F58244-A5E0-4273-995C-75CE0C07ED94}"/>
              </a:ext>
            </a:extLst>
          </p:cNvPr>
          <p:cNvSpPr>
            <a:spLocks noGrp="1"/>
          </p:cNvSpPr>
          <p:nvPr>
            <p:ph type="dt" sz="half" idx="10"/>
          </p:nvPr>
        </p:nvSpPr>
        <p:spPr/>
        <p:txBody>
          <a:bodyPr/>
          <a:lstStyle/>
          <a:p>
            <a:r>
              <a:rPr lang="en-US"/>
              <a:t>2022/2/2</a:t>
            </a:r>
          </a:p>
        </p:txBody>
      </p:sp>
      <p:sp>
        <p:nvSpPr>
          <p:cNvPr id="3" name="Footer Placeholder 2">
            <a:extLst>
              <a:ext uri="{FF2B5EF4-FFF2-40B4-BE49-F238E27FC236}">
                <a16:creationId xmlns:a16="http://schemas.microsoft.com/office/drawing/2014/main" id="{B8A61F9C-4731-41F1-9A0D-475B501062AF}"/>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4" name="Slide Number Placeholder 3">
            <a:extLst>
              <a:ext uri="{FF2B5EF4-FFF2-40B4-BE49-F238E27FC236}">
                <a16:creationId xmlns:a16="http://schemas.microsoft.com/office/drawing/2014/main" id="{215B7A6E-1AAC-4091-BFF0-33DE352CFA47}"/>
              </a:ext>
            </a:extLst>
          </p:cNvPr>
          <p:cNvSpPr>
            <a:spLocks noGrp="1"/>
          </p:cNvSpPr>
          <p:nvPr>
            <p:ph type="sldNum" sz="quarter" idx="12"/>
          </p:nvPr>
        </p:nvSpPr>
        <p:spPr/>
        <p:txBody>
          <a:bodyPr/>
          <a:lstStyle/>
          <a:p>
            <a:fld id="{465F6A33-8929-41AA-8A25-00E3AA79F1EE}" type="slidenum">
              <a:rPr lang="en-US" smtClean="0"/>
              <a:t>‹#›</a:t>
            </a:fld>
            <a:endParaRPr lang="en-US"/>
          </a:p>
        </p:txBody>
      </p:sp>
    </p:spTree>
    <p:extLst>
      <p:ext uri="{BB962C8B-B14F-4D97-AF65-F5344CB8AC3E}">
        <p14:creationId xmlns:p14="http://schemas.microsoft.com/office/powerpoint/2010/main" val="24341998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BEB463-F310-470B-93F4-0BF45A4C2A44}"/>
              </a:ext>
            </a:extLst>
          </p:cNvPr>
          <p:cNvSpPr/>
          <p:nvPr userDrawn="1"/>
        </p:nvSpPr>
        <p:spPr>
          <a:xfrm>
            <a:off x="1" y="64008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8" name="Rectangle 7">
            <a:extLst>
              <a:ext uri="{FF2B5EF4-FFF2-40B4-BE49-F238E27FC236}">
                <a16:creationId xmlns:a16="http://schemas.microsoft.com/office/drawing/2014/main" id="{BF7F69EA-30F6-41D4-9283-D6FDDB055AD0}"/>
              </a:ext>
            </a:extLst>
          </p:cNvPr>
          <p:cNvSpPr/>
          <p:nvPr userDrawn="1"/>
        </p:nvSpPr>
        <p:spPr>
          <a:xfrm>
            <a:off x="0" y="6334316"/>
            <a:ext cx="12192001" cy="659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Placeholder 1">
            <a:extLst>
              <a:ext uri="{FF2B5EF4-FFF2-40B4-BE49-F238E27FC236}">
                <a16:creationId xmlns:a16="http://schemas.microsoft.com/office/drawing/2014/main" id="{E246F3BB-5894-4878-B5EE-D47216F22D0B}"/>
              </a:ext>
            </a:extLst>
          </p:cNvPr>
          <p:cNvSpPr>
            <a:spLocks noGrp="1"/>
          </p:cNvSpPr>
          <p:nvPr>
            <p:ph type="title"/>
          </p:nvPr>
        </p:nvSpPr>
        <p:spPr>
          <a:xfrm>
            <a:off x="381000" y="179150"/>
            <a:ext cx="11430000" cy="100584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8CD3CD5E-CD44-4996-811B-5703AA43728B}"/>
              </a:ext>
            </a:extLst>
          </p:cNvPr>
          <p:cNvSpPr>
            <a:spLocks noGrp="1"/>
          </p:cNvSpPr>
          <p:nvPr>
            <p:ph type="body" idx="1"/>
          </p:nvPr>
        </p:nvSpPr>
        <p:spPr>
          <a:xfrm>
            <a:off x="381000" y="1375279"/>
            <a:ext cx="11430000" cy="4846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41580-3E1A-4ED8-9D31-413ABD6A12E5}"/>
              </a:ext>
            </a:extLst>
          </p:cNvPr>
          <p:cNvSpPr>
            <a:spLocks noGrp="1"/>
          </p:cNvSpPr>
          <p:nvPr>
            <p:ph type="dt" sz="half" idx="2"/>
          </p:nvPr>
        </p:nvSpPr>
        <p:spPr>
          <a:xfrm>
            <a:off x="838200" y="6449338"/>
            <a:ext cx="2743200" cy="365125"/>
          </a:xfrm>
          <a:prstGeom prst="rect">
            <a:avLst/>
          </a:prstGeom>
        </p:spPr>
        <p:txBody>
          <a:bodyPr vert="horz" lIns="91440" tIns="45720" rIns="91440" bIns="45720" rtlCol="0" anchor="ctr"/>
          <a:lstStyle>
            <a:lvl1pPr algn="l">
              <a:defRPr sz="1200">
                <a:solidFill>
                  <a:schemeClr val="bg1"/>
                </a:solidFill>
              </a:defRPr>
            </a:lvl1pPr>
          </a:lstStyle>
          <a:p>
            <a:r>
              <a:rPr lang="en-US"/>
              <a:t>2022/2/2</a:t>
            </a:r>
          </a:p>
        </p:txBody>
      </p:sp>
      <p:sp>
        <p:nvSpPr>
          <p:cNvPr id="5" name="Footer Placeholder 4">
            <a:extLst>
              <a:ext uri="{FF2B5EF4-FFF2-40B4-BE49-F238E27FC236}">
                <a16:creationId xmlns:a16="http://schemas.microsoft.com/office/drawing/2014/main" id="{9FB587FC-8039-41F7-855C-D3E8F1B676D8}"/>
              </a:ext>
            </a:extLst>
          </p:cNvPr>
          <p:cNvSpPr>
            <a:spLocks noGrp="1"/>
          </p:cNvSpPr>
          <p:nvPr>
            <p:ph type="ftr" sz="quarter" idx="3"/>
          </p:nvPr>
        </p:nvSpPr>
        <p:spPr>
          <a:xfrm>
            <a:off x="4038600" y="6449338"/>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1A2568EF-5F67-4978-A93D-F45404C65A7C}"/>
              </a:ext>
            </a:extLst>
          </p:cNvPr>
          <p:cNvSpPr>
            <a:spLocks noGrp="1"/>
          </p:cNvSpPr>
          <p:nvPr>
            <p:ph type="sldNum" sz="quarter" idx="4"/>
          </p:nvPr>
        </p:nvSpPr>
        <p:spPr>
          <a:xfrm>
            <a:off x="8610600" y="6449338"/>
            <a:ext cx="2743200" cy="365125"/>
          </a:xfrm>
          <a:prstGeom prst="rect">
            <a:avLst/>
          </a:prstGeom>
        </p:spPr>
        <p:txBody>
          <a:bodyPr vert="horz" lIns="91440" tIns="45720" rIns="91440" bIns="45720" rtlCol="0" anchor="ctr"/>
          <a:lstStyle>
            <a:lvl1pPr algn="r">
              <a:defRPr sz="1200">
                <a:solidFill>
                  <a:schemeClr val="bg1"/>
                </a:solidFill>
              </a:defRPr>
            </a:lvl1pPr>
          </a:lstStyle>
          <a:p>
            <a:fld id="{465F6A33-8929-41AA-8A25-00E3AA79F1EE}" type="slidenum">
              <a:rPr lang="en-US" smtClean="0"/>
              <a:pPr/>
              <a:t>‹#›</a:t>
            </a:fld>
            <a:endParaRPr lang="en-US"/>
          </a:p>
        </p:txBody>
      </p:sp>
    </p:spTree>
    <p:extLst>
      <p:ext uri="{BB962C8B-B14F-4D97-AF65-F5344CB8AC3E}">
        <p14:creationId xmlns:p14="http://schemas.microsoft.com/office/powerpoint/2010/main" val="1825928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p:hf hdr="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vision.imar.ro/human3.6m/description.php"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github.com/Walter0807/MotionBERT" TargetMode="External"/><Relationship Id="rId5" Type="http://schemas.openxmlformats.org/officeDocument/2006/relationships/hyperlink" Target="https://docs.ultralytics.com/ja/datasets/pose/coco" TargetMode="External"/><Relationship Id="rId4" Type="http://schemas.openxmlformats.org/officeDocument/2006/relationships/hyperlink" Target="https://openaccess.thecvf.com/content_CVPR_2019/html/Sun_Deep_HighResolution_Representation_Learning_for_Human_Pose_Estimation_CVPR_2019_paper.html"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static.makehumancommunity.org/makehuman.html" TargetMode="External"/><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https://mmpose.readthedocs.io/en/latest/dataset_zoo/2d_body_keypoint.html" TargetMode="Externa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mixamo.com/#/"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media" Target="../media/media2.mp4"/><Relationship Id="rId7" Type="http://schemas.openxmlformats.org/officeDocument/2006/relationships/image" Target="../media/image12.png"/><Relationship Id="rId2" Type="http://schemas.microsoft.com/office/2007/relationships/media" Target="../media/media1.mp4"/><Relationship Id="rId1" Type="http://schemas.openxmlformats.org/officeDocument/2006/relationships/video" Target="NULL" TargetMode="External"/><Relationship Id="rId6" Type="http://schemas.openxmlformats.org/officeDocument/2006/relationships/image" Target="../media/image11.png"/><Relationship Id="rId5" Type="http://schemas.openxmlformats.org/officeDocument/2006/relationships/notesSlide" Target="../notesSlides/notesSlide9.xml"/><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microsoft.com/office/2007/relationships/media" Target="../media/media4.mp4"/><Relationship Id="rId7" Type="http://schemas.openxmlformats.org/officeDocument/2006/relationships/image" Target="../media/image17.png"/><Relationship Id="rId2" Type="http://schemas.microsoft.com/office/2007/relationships/media" Target="../media/media3.mp4"/><Relationship Id="rId1" Type="http://schemas.openxmlformats.org/officeDocument/2006/relationships/video" Target="NULL" TargetMode="External"/><Relationship Id="rId6" Type="http://schemas.openxmlformats.org/officeDocument/2006/relationships/image" Target="../media/image16.png"/><Relationship Id="rId5" Type="http://schemas.openxmlformats.org/officeDocument/2006/relationships/notesSlide" Target="../notesSlides/notesSlide12.xml"/><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07/relationships/media" Target="../media/media6.mp4"/><Relationship Id="rId7" Type="http://schemas.openxmlformats.org/officeDocument/2006/relationships/image" Target="../media/image19.png"/><Relationship Id="rId2" Type="http://schemas.microsoft.com/office/2007/relationships/media" Target="../media/media5.mp4"/><Relationship Id="rId1" Type="http://schemas.openxmlformats.org/officeDocument/2006/relationships/video" Target="NULL" TargetMode="External"/><Relationship Id="rId6" Type="http://schemas.openxmlformats.org/officeDocument/2006/relationships/image" Target="../media/image18.png"/><Relationship Id="rId5" Type="http://schemas.openxmlformats.org/officeDocument/2006/relationships/notesSlide" Target="../notesSlides/notesSlide13.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2.png"/><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517A19-D6AC-4410-95AD-6AB703636F6A}"/>
              </a:ext>
            </a:extLst>
          </p:cNvPr>
          <p:cNvSpPr>
            <a:spLocks noGrp="1"/>
          </p:cNvSpPr>
          <p:nvPr>
            <p:ph type="dt" sz="half" idx="10"/>
          </p:nvPr>
        </p:nvSpPr>
        <p:spPr/>
        <p:txBody>
          <a:bodyPr/>
          <a:lstStyle/>
          <a:p>
            <a:r>
              <a:rPr lang="en-US"/>
              <a:t>2026/9/24</a:t>
            </a:r>
          </a:p>
        </p:txBody>
      </p:sp>
      <p:sp>
        <p:nvSpPr>
          <p:cNvPr id="5" name="Footer Placeholder 4">
            <a:extLst>
              <a:ext uri="{FF2B5EF4-FFF2-40B4-BE49-F238E27FC236}">
                <a16:creationId xmlns:a16="http://schemas.microsoft.com/office/drawing/2014/main" id="{88920050-2E2D-4E56-80AB-39A6BC114275}"/>
              </a:ext>
            </a:extLst>
          </p:cNvPr>
          <p:cNvSpPr>
            <a:spLocks noGrp="1"/>
          </p:cNvSpPr>
          <p:nvPr>
            <p:ph type="ftr" sz="quarter" idx="11"/>
          </p:nvPr>
        </p:nvSpPr>
        <p:spPr/>
        <p:txBody>
          <a:bodyPr/>
          <a:lstStyle/>
          <a:p>
            <a:r>
              <a:rPr lang="en-US"/>
              <a:t>A-14-02</a:t>
            </a:r>
          </a:p>
        </p:txBody>
      </p:sp>
      <p:sp>
        <p:nvSpPr>
          <p:cNvPr id="6" name="Slide Number Placeholder 5">
            <a:extLst>
              <a:ext uri="{FF2B5EF4-FFF2-40B4-BE49-F238E27FC236}">
                <a16:creationId xmlns:a16="http://schemas.microsoft.com/office/drawing/2014/main" id="{B11F6BF4-AE6B-4046-B909-8EDB70C1E760}"/>
              </a:ext>
            </a:extLst>
          </p:cNvPr>
          <p:cNvSpPr>
            <a:spLocks noGrp="1"/>
          </p:cNvSpPr>
          <p:nvPr>
            <p:ph type="sldNum" sz="quarter" idx="12"/>
          </p:nvPr>
        </p:nvSpPr>
        <p:spPr/>
        <p:txBody>
          <a:bodyPr/>
          <a:lstStyle/>
          <a:p>
            <a:fld id="{465F6A33-8929-41AA-8A25-00E3AA79F1EE}" type="slidenum">
              <a:rPr lang="en-US" smtClean="0"/>
              <a:t>1</a:t>
            </a:fld>
            <a:endParaRPr lang="en-US"/>
          </a:p>
        </p:txBody>
      </p:sp>
      <p:sp>
        <p:nvSpPr>
          <p:cNvPr id="10" name="タイトル 1">
            <a:extLst>
              <a:ext uri="{FF2B5EF4-FFF2-40B4-BE49-F238E27FC236}">
                <a16:creationId xmlns:a16="http://schemas.microsoft.com/office/drawing/2014/main" id="{BDCB9B3E-E8EF-87AD-4F2A-83D18AA3AB24}"/>
              </a:ext>
            </a:extLst>
          </p:cNvPr>
          <p:cNvSpPr txBox="1">
            <a:spLocks/>
          </p:cNvSpPr>
          <p:nvPr/>
        </p:nvSpPr>
        <p:spPr>
          <a:xfrm>
            <a:off x="331047" y="617185"/>
            <a:ext cx="11529907" cy="3021829"/>
          </a:xfrm>
          <a:prstGeom prst="rect">
            <a:avLst/>
          </a:prstGeom>
        </p:spPr>
        <p:txBody>
          <a:bodyPr vert="horz" lIns="91440" tIns="45720" rIns="91440" bIns="45720" rtlCol="0" anchor="ctr" anchorCtr="1">
            <a:normAutofit/>
          </a:bodyPr>
          <a:lstStyle>
            <a:lvl1pPr algn="ctr" defTabSz="914400" rtl="0" eaLnBrk="1" latinLnBrk="0" hangingPunct="1">
              <a:lnSpc>
                <a:spcPct val="90000"/>
              </a:lnSpc>
              <a:spcBef>
                <a:spcPct val="0"/>
              </a:spcBef>
              <a:buNone/>
              <a:defRPr sz="5400" kern="1200">
                <a:solidFill>
                  <a:schemeClr val="tx1"/>
                </a:solidFill>
                <a:latin typeface="+mj-lt"/>
                <a:ea typeface="+mj-ea"/>
                <a:cs typeface="+mj-cs"/>
              </a:defRPr>
            </a:lvl1pPr>
          </a:lstStyle>
          <a:p>
            <a:r>
              <a:rPr kumimoji="1" lang="ja-JP" altLang="en-US" sz="4400"/>
              <a:t>スポーツの姿勢推定のための</a:t>
            </a:r>
            <a:br>
              <a:rPr kumimoji="1" lang="en-US" altLang="ja-JP" sz="4400"/>
            </a:br>
            <a:r>
              <a:rPr kumimoji="1" lang="ja-JP" altLang="en-US" sz="4400"/>
              <a:t>人体モデル拡張と追加学習</a:t>
            </a:r>
            <a:endParaRPr kumimoji="1" lang="ja-JP" altLang="en-US" sz="4200">
              <a:solidFill>
                <a:schemeClr val="tx1">
                  <a:lumMod val="85000"/>
                  <a:lumOff val="15000"/>
                </a:schemeClr>
              </a:solidFill>
              <a:latin typeface="ＭＳ Ｐゴシック" panose="020B0600070205080204" pitchFamily="50" charset="-128"/>
              <a:ea typeface="ＭＳ Ｐゴシック" panose="020B0600070205080204" pitchFamily="50" charset="-128"/>
            </a:endParaRPr>
          </a:p>
        </p:txBody>
      </p:sp>
      <p:sp>
        <p:nvSpPr>
          <p:cNvPr id="12" name="タイトル 1">
            <a:extLst>
              <a:ext uri="{FF2B5EF4-FFF2-40B4-BE49-F238E27FC236}">
                <a16:creationId xmlns:a16="http://schemas.microsoft.com/office/drawing/2014/main" id="{2DC126C8-0B32-25C6-EDF3-6494E50FC898}"/>
              </a:ext>
            </a:extLst>
          </p:cNvPr>
          <p:cNvSpPr txBox="1">
            <a:spLocks/>
          </p:cNvSpPr>
          <p:nvPr/>
        </p:nvSpPr>
        <p:spPr>
          <a:xfrm>
            <a:off x="1066800" y="3455771"/>
            <a:ext cx="10058400" cy="836139"/>
          </a:xfrm>
          <a:prstGeom prst="rect">
            <a:avLst/>
          </a:prstGeom>
        </p:spPr>
        <p:txBody>
          <a:bodyPr vert="horz" lIns="91440" tIns="45720" rIns="91440" bIns="45720" rtlCol="0" anchor="ctr" anchorCtr="1">
            <a:normAutofit/>
          </a:bodyPr>
          <a:lstStyle>
            <a:lvl1pPr algn="l" defTabSz="914400" rtl="0" eaLnBrk="1" latinLnBrk="0" hangingPunct="1">
              <a:lnSpc>
                <a:spcPct val="85000"/>
              </a:lnSpc>
              <a:spcBef>
                <a:spcPct val="0"/>
              </a:spcBef>
              <a:buNone/>
              <a:defRPr kumimoji="1" sz="8000" kern="1200" spc="-50" baseline="0">
                <a:solidFill>
                  <a:schemeClr val="tx1">
                    <a:lumMod val="85000"/>
                    <a:lumOff val="15000"/>
                  </a:schemeClr>
                </a:solidFill>
                <a:latin typeface="+mj-lt"/>
                <a:ea typeface="+mj-ea"/>
                <a:cs typeface="+mj-cs"/>
              </a:defRPr>
            </a:lvl1pPr>
          </a:lstStyle>
          <a:p>
            <a:pPr algn="ctr"/>
            <a:r>
              <a:rPr lang="ja-JP" altLang="en-US" sz="2800">
                <a:latin typeface="ＭＳ Ｐゴシック" panose="020B0600070205080204" pitchFamily="50" charset="-128"/>
                <a:ea typeface="ＭＳ Ｐゴシック" panose="020B0600070205080204" pitchFamily="50" charset="-128"/>
              </a:rPr>
              <a:t>野口　凜人　 　　　　上村　健二 　　　　　 高橋　章 </a:t>
            </a:r>
            <a:endParaRPr lang="en-US" altLang="ja-JP" sz="2800" baseline="30000">
              <a:latin typeface="ＭＳ Ｐゴシック" panose="020B0600070205080204" pitchFamily="50" charset="-128"/>
              <a:ea typeface="ＭＳ Ｐゴシック" panose="020B0600070205080204" pitchFamily="50" charset="-128"/>
            </a:endParaRPr>
          </a:p>
          <a:p>
            <a:pPr algn="ctr"/>
            <a:r>
              <a:rPr lang="ja-JP" altLang="en-US" sz="2400">
                <a:latin typeface="ＭＳ Ｐゴシック" panose="020B0600070205080204" pitchFamily="50" charset="-128"/>
                <a:ea typeface="ＭＳ Ｐゴシック" panose="020B0600070205080204" pitchFamily="50" charset="-128"/>
              </a:rPr>
              <a:t>　　</a:t>
            </a:r>
            <a:r>
              <a:rPr lang="en-US" altLang="ja-JP" sz="2400">
                <a:latin typeface="ＭＳ Ｐゴシック" panose="020B0600070205080204" pitchFamily="50" charset="-128"/>
                <a:ea typeface="ＭＳ Ｐゴシック" panose="020B0600070205080204" pitchFamily="50" charset="-128"/>
              </a:rPr>
              <a:t>Rito Noguchi</a:t>
            </a:r>
            <a:r>
              <a:rPr lang="ja-JP" altLang="en-US" sz="2400">
                <a:latin typeface="ＭＳ Ｐゴシック" panose="020B0600070205080204" pitchFamily="50" charset="-128"/>
                <a:ea typeface="ＭＳ Ｐゴシック" panose="020B0600070205080204" pitchFamily="50" charset="-128"/>
              </a:rPr>
              <a:t>　　　　　　</a:t>
            </a:r>
            <a:r>
              <a:rPr lang="en-US" altLang="ja-JP" sz="2400">
                <a:latin typeface="ＭＳ Ｐゴシック" panose="020B0600070205080204" pitchFamily="50" charset="-128"/>
                <a:ea typeface="ＭＳ Ｐゴシック" panose="020B0600070205080204" pitchFamily="50" charset="-128"/>
              </a:rPr>
              <a:t>Kenji Kamimura</a:t>
            </a:r>
            <a:r>
              <a:rPr lang="ja-JP" altLang="en-US" sz="2400">
                <a:latin typeface="ＭＳ Ｐゴシック" panose="020B0600070205080204" pitchFamily="50" charset="-128"/>
                <a:ea typeface="ＭＳ Ｐゴシック" panose="020B0600070205080204" pitchFamily="50" charset="-128"/>
              </a:rPr>
              <a:t>　　　　　</a:t>
            </a:r>
            <a:r>
              <a:rPr lang="en-US" altLang="ja-JP" sz="2400">
                <a:latin typeface="ＭＳ Ｐゴシック" panose="020B0600070205080204" pitchFamily="50" charset="-128"/>
                <a:ea typeface="ＭＳ Ｐゴシック" panose="020B0600070205080204" pitchFamily="50" charset="-128"/>
              </a:rPr>
              <a:t>Akira Takahashi</a:t>
            </a:r>
            <a:endParaRPr lang="ja-JP" altLang="en-US" sz="2800">
              <a:latin typeface="ＭＳ Ｐゴシック" panose="020B0600070205080204" pitchFamily="50" charset="-128"/>
              <a:ea typeface="ＭＳ Ｐゴシック" panose="020B0600070205080204" pitchFamily="50" charset="-128"/>
            </a:endParaRPr>
          </a:p>
        </p:txBody>
      </p:sp>
      <p:sp>
        <p:nvSpPr>
          <p:cNvPr id="14" name="コンテンツ プレースホルダー 14">
            <a:extLst>
              <a:ext uri="{FF2B5EF4-FFF2-40B4-BE49-F238E27FC236}">
                <a16:creationId xmlns:a16="http://schemas.microsoft.com/office/drawing/2014/main" id="{0893C410-0B30-4BAF-315E-4717B358C89A}"/>
              </a:ext>
            </a:extLst>
          </p:cNvPr>
          <p:cNvSpPr txBox="1">
            <a:spLocks/>
          </p:cNvSpPr>
          <p:nvPr/>
        </p:nvSpPr>
        <p:spPr>
          <a:xfrm>
            <a:off x="2549062" y="187310"/>
            <a:ext cx="9311891" cy="1328037"/>
          </a:xfrm>
          <a:prstGeom prst="rect">
            <a:avLst/>
          </a:prstGeom>
        </p:spPr>
        <p:txBody>
          <a:bodyPr vert="horz" lIns="91440" tIns="45720" rIns="91440" bIns="45720" rtlCol="0">
            <a:normAutofit/>
          </a:bodyPr>
          <a:lstStyle>
            <a:lvl1pPr marL="0" indent="0" algn="ctr"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ts val="0"/>
              </a:spcBef>
            </a:pPr>
            <a:r>
              <a:rPr lang="ja-JP" altLang="en-US" sz="2400">
                <a:latin typeface="ＭＳ Ｐゴシック" panose="020B0600070205080204" pitchFamily="50" charset="-128"/>
                <a:ea typeface="ＭＳ Ｐゴシック" panose="020B0600070205080204" pitchFamily="50" charset="-128"/>
              </a:rPr>
              <a:t>電子情報通信学会　ソサイエティ大会</a:t>
            </a:r>
            <a:endParaRPr lang="en-US" altLang="ja-JP" sz="2400">
              <a:latin typeface="ＭＳ Ｐゴシック" panose="020B0600070205080204" pitchFamily="50" charset="-128"/>
              <a:ea typeface="ＭＳ Ｐゴシック" panose="020B0600070205080204" pitchFamily="50" charset="-128"/>
            </a:endParaRPr>
          </a:p>
        </p:txBody>
      </p:sp>
      <p:sp>
        <p:nvSpPr>
          <p:cNvPr id="16" name="タイトル 1">
            <a:extLst>
              <a:ext uri="{FF2B5EF4-FFF2-40B4-BE49-F238E27FC236}">
                <a16:creationId xmlns:a16="http://schemas.microsoft.com/office/drawing/2014/main" id="{89D46182-A1DD-17B1-1736-89D29DBBA6FD}"/>
              </a:ext>
            </a:extLst>
          </p:cNvPr>
          <p:cNvSpPr txBox="1">
            <a:spLocks/>
          </p:cNvSpPr>
          <p:nvPr/>
        </p:nvSpPr>
        <p:spPr>
          <a:xfrm>
            <a:off x="1066799" y="4205167"/>
            <a:ext cx="10058400" cy="1522235"/>
          </a:xfrm>
          <a:prstGeom prst="rect">
            <a:avLst/>
          </a:prstGeom>
        </p:spPr>
        <p:txBody>
          <a:bodyPr vert="horz" lIns="91440" tIns="45720" rIns="91440" bIns="45720" rtlCol="0" anchor="ctr" anchorCtr="1">
            <a:normAutofit/>
          </a:bodyPr>
          <a:lstStyle>
            <a:lvl1pPr algn="l" defTabSz="914400" rtl="0" eaLnBrk="1" latinLnBrk="0" hangingPunct="1">
              <a:lnSpc>
                <a:spcPct val="85000"/>
              </a:lnSpc>
              <a:spcBef>
                <a:spcPct val="0"/>
              </a:spcBef>
              <a:buNone/>
              <a:defRPr kumimoji="1" sz="8000" kern="1200" spc="-50" baseline="0">
                <a:solidFill>
                  <a:schemeClr val="tx1">
                    <a:lumMod val="85000"/>
                    <a:lumOff val="15000"/>
                  </a:schemeClr>
                </a:solidFill>
                <a:latin typeface="+mj-lt"/>
                <a:ea typeface="+mj-ea"/>
                <a:cs typeface="+mj-cs"/>
              </a:defRPr>
            </a:lvl1pPr>
          </a:lstStyle>
          <a:p>
            <a:pPr algn="ctr"/>
            <a:r>
              <a:rPr lang="ja-JP" altLang="en-US" sz="2800">
                <a:latin typeface="ＭＳ Ｐゴシック" panose="020B0600070205080204" pitchFamily="50" charset="-128"/>
                <a:ea typeface="ＭＳ Ｐゴシック" panose="020B0600070205080204" pitchFamily="50" charset="-128"/>
              </a:rPr>
              <a:t>長岡工業高等専門学校</a:t>
            </a:r>
            <a:endParaRPr lang="en-US" altLang="ja-JP" sz="2800">
              <a:latin typeface="ＭＳ Ｐゴシック" panose="020B0600070205080204" pitchFamily="50" charset="-128"/>
              <a:ea typeface="ＭＳ Ｐゴシック" panose="020B0600070205080204" pitchFamily="50" charset="-128"/>
            </a:endParaRPr>
          </a:p>
          <a:p>
            <a:pPr algn="ctr"/>
            <a:r>
              <a:rPr lang="en-US" altLang="ja-JP" sz="2400"/>
              <a:t>National Institute of Technology, Nagaoka College</a:t>
            </a:r>
            <a:endParaRPr lang="ja-JP" altLang="en-US" sz="700">
              <a:latin typeface="ＭＳ Ｐゴシック" panose="020B0600070205080204" pitchFamily="50" charset="-128"/>
              <a:ea typeface="ＭＳ Ｐゴシック" panose="020B0600070205080204" pitchFamily="50" charset="-128"/>
            </a:endParaRPr>
          </a:p>
        </p:txBody>
      </p:sp>
      <p:sp>
        <p:nvSpPr>
          <p:cNvPr id="18" name="楕円 17">
            <a:extLst>
              <a:ext uri="{FF2B5EF4-FFF2-40B4-BE49-F238E27FC236}">
                <a16:creationId xmlns:a16="http://schemas.microsoft.com/office/drawing/2014/main" id="{3D1E5A2F-67E8-C076-A2AE-10742F6C91B7}"/>
              </a:ext>
            </a:extLst>
          </p:cNvPr>
          <p:cNvSpPr/>
          <p:nvPr/>
        </p:nvSpPr>
        <p:spPr>
          <a:xfrm>
            <a:off x="2209800" y="3579190"/>
            <a:ext cx="209915" cy="2286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39511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EE71F-CDF7-094B-23C2-38F9CE0286A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4A95FE9-F388-A9E7-F886-050CDF5DD081}"/>
              </a:ext>
            </a:extLst>
          </p:cNvPr>
          <p:cNvSpPr>
            <a:spLocks noGrp="1"/>
          </p:cNvSpPr>
          <p:nvPr>
            <p:ph type="sldNum" sz="quarter" idx="12"/>
          </p:nvPr>
        </p:nvSpPr>
        <p:spPr/>
        <p:txBody>
          <a:bodyPr/>
          <a:lstStyle/>
          <a:p>
            <a:fld id="{465F6A33-8929-41AA-8A25-00E3AA79F1EE}" type="slidenum">
              <a:rPr lang="en-US" smtClean="0"/>
              <a:t>2</a:t>
            </a:fld>
            <a:endParaRPr lang="en-US"/>
          </a:p>
        </p:txBody>
      </p:sp>
      <p:sp>
        <p:nvSpPr>
          <p:cNvPr id="11" name="テキスト ボックス 10">
            <a:extLst>
              <a:ext uri="{FF2B5EF4-FFF2-40B4-BE49-F238E27FC236}">
                <a16:creationId xmlns:a16="http://schemas.microsoft.com/office/drawing/2014/main" id="{B171C714-A3D1-7EBD-3E35-C3D40A04CFCC}"/>
              </a:ext>
            </a:extLst>
          </p:cNvPr>
          <p:cNvSpPr txBox="1"/>
          <p:nvPr/>
        </p:nvSpPr>
        <p:spPr>
          <a:xfrm>
            <a:off x="277091" y="258618"/>
            <a:ext cx="6465454" cy="646331"/>
          </a:xfrm>
          <a:prstGeom prst="rect">
            <a:avLst/>
          </a:prstGeom>
          <a:noFill/>
        </p:spPr>
        <p:txBody>
          <a:bodyPr wrap="square" rtlCol="0">
            <a:spAutoFit/>
          </a:bodyPr>
          <a:lstStyle/>
          <a:p>
            <a:r>
              <a:rPr kumimoji="1" lang="ja-JP" altLang="en-US" sz="3600" dirty="0"/>
              <a:t>背景・目的</a:t>
            </a:r>
          </a:p>
        </p:txBody>
      </p:sp>
      <p:cxnSp>
        <p:nvCxnSpPr>
          <p:cNvPr id="10" name="直線コネクタ 9">
            <a:extLst>
              <a:ext uri="{FF2B5EF4-FFF2-40B4-BE49-F238E27FC236}">
                <a16:creationId xmlns:a16="http://schemas.microsoft.com/office/drawing/2014/main" id="{8A36B44A-39B8-6017-A578-58F85CFFA95D}"/>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3">
            <a:extLst>
              <a:ext uri="{FF2B5EF4-FFF2-40B4-BE49-F238E27FC236}">
                <a16:creationId xmlns:a16="http://schemas.microsoft.com/office/drawing/2014/main" id="{EF829B69-4BE3-6BE4-CA40-1DF293AB198C}"/>
              </a:ext>
            </a:extLst>
          </p:cNvPr>
          <p:cNvSpPr txBox="1"/>
          <p:nvPr/>
        </p:nvSpPr>
        <p:spPr>
          <a:xfrm>
            <a:off x="467436" y="1120411"/>
            <a:ext cx="11174248" cy="2204771"/>
          </a:xfrm>
          <a:prstGeom prst="rect">
            <a:avLst/>
          </a:prstGeom>
          <a:noFill/>
        </p:spPr>
        <p:txBody>
          <a:bodyPr wrap="square" lIns="0" tIns="0" rIns="0" bIns="0" anchor="t">
            <a:spAutoFit/>
          </a:bodyPr>
          <a:lstStyle/>
          <a:p>
            <a:pPr algn="l">
              <a:lnSpc>
                <a:spcPts val="2400"/>
              </a:lnSpc>
            </a:pPr>
            <a:r>
              <a:rPr sz="2000" i="0" u="none" dirty="0" err="1">
                <a:solidFill>
                  <a:srgbClr val="000000"/>
                </a:solidFill>
                <a:latin typeface="Noto Sans JP"/>
              </a:rPr>
              <a:t>スポーツにおける</a:t>
            </a:r>
            <a:r>
              <a:rPr lang="ja-JP" altLang="en-US" sz="2000" dirty="0">
                <a:solidFill>
                  <a:srgbClr val="222222"/>
                </a:solidFill>
                <a:latin typeface="Noto Sans JP"/>
              </a:rPr>
              <a:t>動画像からの姿勢推定</a:t>
            </a:r>
            <a:endParaRPr lang="en-US" altLang="ja-JP" sz="2000" dirty="0">
              <a:solidFill>
                <a:srgbClr val="222222"/>
              </a:solidFill>
              <a:latin typeface="Noto Sans JP"/>
            </a:endParaRPr>
          </a:p>
          <a:p>
            <a:pPr algn="l">
              <a:lnSpc>
                <a:spcPts val="2400"/>
              </a:lnSpc>
            </a:pPr>
            <a:endParaRPr lang="en-US" altLang="ja-JP" sz="2000" dirty="0">
              <a:solidFill>
                <a:srgbClr val="222222"/>
              </a:solidFill>
              <a:latin typeface="Noto Sans JP"/>
            </a:endParaRPr>
          </a:p>
          <a:p>
            <a:pPr algn="l">
              <a:lnSpc>
                <a:spcPts val="2400"/>
              </a:lnSpc>
            </a:pPr>
            <a:r>
              <a:rPr lang="ja-JP" altLang="en-US" sz="2000" dirty="0">
                <a:solidFill>
                  <a:srgbClr val="222222"/>
                </a:solidFill>
                <a:latin typeface="Noto Sans JP"/>
              </a:rPr>
              <a:t>　</a:t>
            </a:r>
            <a:r>
              <a:rPr lang="en-US" altLang="ja-JP" sz="2000" dirty="0">
                <a:solidFill>
                  <a:srgbClr val="222222"/>
                </a:solidFill>
                <a:latin typeface="Noto Sans JP"/>
              </a:rPr>
              <a:t>2</a:t>
            </a:r>
            <a:r>
              <a:rPr lang="ja-JP" altLang="en-US" sz="2000" dirty="0">
                <a:solidFill>
                  <a:srgbClr val="222222"/>
                </a:solidFill>
                <a:latin typeface="Noto Sans JP"/>
              </a:rPr>
              <a:t>次元画像　</a:t>
            </a:r>
            <a:r>
              <a:rPr lang="ja-JP" altLang="en-US" sz="2000" b="1" dirty="0">
                <a:solidFill>
                  <a:srgbClr val="222222"/>
                </a:solidFill>
                <a:latin typeface="Noto Sans JP"/>
              </a:rPr>
              <a:t>→</a:t>
            </a:r>
            <a:r>
              <a:rPr lang="ja-JP" altLang="en-US" sz="2000" dirty="0">
                <a:solidFill>
                  <a:srgbClr val="222222"/>
                </a:solidFill>
                <a:latin typeface="Noto Sans JP"/>
              </a:rPr>
              <a:t>　</a:t>
            </a:r>
            <a:r>
              <a:rPr lang="en-US" altLang="ja-JP" sz="2000" dirty="0">
                <a:solidFill>
                  <a:srgbClr val="222222"/>
                </a:solidFill>
                <a:latin typeface="Noto Sans JP"/>
              </a:rPr>
              <a:t>2</a:t>
            </a:r>
            <a:r>
              <a:rPr lang="ja-JP" altLang="en-US" sz="2000" dirty="0">
                <a:solidFill>
                  <a:srgbClr val="222222"/>
                </a:solidFill>
                <a:latin typeface="Noto Sans JP"/>
              </a:rPr>
              <a:t>次元の姿勢情報　</a:t>
            </a:r>
            <a:r>
              <a:rPr lang="ja-JP" altLang="en-US" sz="2000" b="1" dirty="0">
                <a:solidFill>
                  <a:srgbClr val="222222"/>
                </a:solidFill>
                <a:latin typeface="Noto Sans JP"/>
              </a:rPr>
              <a:t>→</a:t>
            </a:r>
            <a:r>
              <a:rPr lang="ja-JP" altLang="en-US" sz="2000" dirty="0">
                <a:solidFill>
                  <a:srgbClr val="222222"/>
                </a:solidFill>
                <a:latin typeface="Noto Sans JP"/>
              </a:rPr>
              <a:t>　</a:t>
            </a:r>
            <a:r>
              <a:rPr lang="en-US" altLang="ja-JP" sz="2000" dirty="0">
                <a:solidFill>
                  <a:srgbClr val="222222"/>
                </a:solidFill>
                <a:latin typeface="Noto Sans JP"/>
              </a:rPr>
              <a:t>3</a:t>
            </a:r>
            <a:r>
              <a:rPr lang="ja-JP" altLang="en-US" sz="2000" dirty="0">
                <a:solidFill>
                  <a:srgbClr val="222222"/>
                </a:solidFill>
                <a:latin typeface="Noto Sans JP"/>
              </a:rPr>
              <a:t>次元の姿勢情報</a:t>
            </a:r>
            <a:endParaRPr lang="en-US" altLang="ja-JP" sz="2000" dirty="0">
              <a:solidFill>
                <a:srgbClr val="222222"/>
              </a:solidFill>
              <a:latin typeface="Noto Sans JP"/>
            </a:endParaRPr>
          </a:p>
          <a:p>
            <a:pPr algn="l">
              <a:lnSpc>
                <a:spcPts val="2400"/>
              </a:lnSpc>
            </a:pPr>
            <a:endParaRPr lang="ja-JP" altLang="en-US" sz="2000" dirty="0">
              <a:solidFill>
                <a:srgbClr val="000000"/>
              </a:solidFill>
              <a:latin typeface="Noto Sans JP"/>
            </a:endParaRPr>
          </a:p>
          <a:p>
            <a:pPr>
              <a:lnSpc>
                <a:spcPts val="2550"/>
              </a:lnSpc>
            </a:pPr>
            <a:r>
              <a:rPr lang="ja-JP" altLang="en-US" sz="2000" dirty="0">
                <a:solidFill>
                  <a:srgbClr val="000000"/>
                </a:solidFill>
                <a:latin typeface="Noto Sans JP"/>
              </a:rPr>
              <a:t>・オクルージョン（遮蔽）</a:t>
            </a:r>
            <a:r>
              <a:rPr lang="ja-JP" altLang="en-US" sz="2000" dirty="0">
                <a:solidFill>
                  <a:srgbClr val="222222"/>
                </a:solidFill>
                <a:latin typeface="Noto Sans JP"/>
              </a:rPr>
              <a:t>により精度が大幅に低下する</a:t>
            </a:r>
          </a:p>
          <a:p>
            <a:pPr>
              <a:lnSpc>
                <a:spcPts val="2550"/>
              </a:lnSpc>
            </a:pPr>
            <a:r>
              <a:rPr lang="ja-JP" altLang="en-US" sz="2000" dirty="0">
                <a:solidFill>
                  <a:srgbClr val="000000"/>
                </a:solidFill>
                <a:latin typeface="Noto Sans JP"/>
              </a:rPr>
              <a:t>・</a:t>
            </a:r>
            <a:r>
              <a:rPr lang="ja-JP" altLang="en-US" sz="2000" dirty="0">
                <a:solidFill>
                  <a:srgbClr val="222222"/>
                </a:solidFill>
                <a:latin typeface="Noto Sans JP"/>
              </a:rPr>
              <a:t>既存データセットでは、人体の恒常性や柔軟性を再現できない</a:t>
            </a:r>
          </a:p>
          <a:p>
            <a:pPr>
              <a:lnSpc>
                <a:spcPts val="2550"/>
              </a:lnSpc>
            </a:pPr>
            <a:r>
              <a:rPr lang="ja-JP" altLang="en-US" sz="2000" dirty="0">
                <a:solidFill>
                  <a:srgbClr val="222222"/>
                </a:solidFill>
                <a:latin typeface="Noto Sans JP"/>
              </a:rPr>
              <a:t>　　　　</a:t>
            </a:r>
            <a:endParaRPr lang="ja-JP" altLang="en-US" sz="2000" b="1" dirty="0">
              <a:solidFill>
                <a:srgbClr val="222222"/>
              </a:solidFill>
              <a:latin typeface="Noto Sans JP"/>
            </a:endParaRPr>
          </a:p>
        </p:txBody>
      </p:sp>
      <p:sp>
        <p:nvSpPr>
          <p:cNvPr id="8" name="Footer Placeholder 4">
            <a:extLst>
              <a:ext uri="{FF2B5EF4-FFF2-40B4-BE49-F238E27FC236}">
                <a16:creationId xmlns:a16="http://schemas.microsoft.com/office/drawing/2014/main" id="{D9C44998-A6BB-6683-5482-E7B9211408C7}"/>
              </a:ext>
            </a:extLst>
          </p:cNvPr>
          <p:cNvSpPr>
            <a:spLocks noGrp="1"/>
          </p:cNvSpPr>
          <p:nvPr>
            <p:ph type="ftr" sz="quarter" idx="11"/>
          </p:nvPr>
        </p:nvSpPr>
        <p:spPr>
          <a:xfrm>
            <a:off x="4038600" y="6449338"/>
            <a:ext cx="4114800" cy="365125"/>
          </a:xfrm>
        </p:spPr>
        <p:txBody>
          <a:bodyPr/>
          <a:lstStyle/>
          <a:p>
            <a:r>
              <a:rPr lang="en-US"/>
              <a:t>A-14-02</a:t>
            </a:r>
          </a:p>
        </p:txBody>
      </p:sp>
      <p:sp>
        <p:nvSpPr>
          <p:cNvPr id="12" name="Date Placeholder 3">
            <a:extLst>
              <a:ext uri="{FF2B5EF4-FFF2-40B4-BE49-F238E27FC236}">
                <a16:creationId xmlns:a16="http://schemas.microsoft.com/office/drawing/2014/main" id="{3B673A7B-A2B6-248C-CC5F-AE7FA993CB52}"/>
              </a:ext>
            </a:extLst>
          </p:cNvPr>
          <p:cNvSpPr>
            <a:spLocks noGrp="1"/>
          </p:cNvSpPr>
          <p:nvPr>
            <p:ph type="dt" sz="half" idx="10"/>
          </p:nvPr>
        </p:nvSpPr>
        <p:spPr>
          <a:xfrm>
            <a:off x="838200" y="6449338"/>
            <a:ext cx="2743200" cy="365125"/>
          </a:xfrm>
        </p:spPr>
        <p:txBody>
          <a:bodyPr/>
          <a:lstStyle/>
          <a:p>
            <a:r>
              <a:rPr lang="en-US"/>
              <a:t>2026/9/24</a:t>
            </a:r>
          </a:p>
        </p:txBody>
      </p:sp>
      <p:sp>
        <p:nvSpPr>
          <p:cNvPr id="5" name="正方形/長方形 4">
            <a:extLst>
              <a:ext uri="{FF2B5EF4-FFF2-40B4-BE49-F238E27FC236}">
                <a16:creationId xmlns:a16="http://schemas.microsoft.com/office/drawing/2014/main" id="{9AFBE4A5-540F-DB94-200A-F3AB038EC9B7}"/>
              </a:ext>
            </a:extLst>
          </p:cNvPr>
          <p:cNvSpPr/>
          <p:nvPr/>
        </p:nvSpPr>
        <p:spPr>
          <a:xfrm>
            <a:off x="471367" y="3540643"/>
            <a:ext cx="10974399" cy="109874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DF309D7-8066-4BCF-F224-DD4B07D50978}"/>
              </a:ext>
            </a:extLst>
          </p:cNvPr>
          <p:cNvSpPr txBox="1"/>
          <p:nvPr/>
        </p:nvSpPr>
        <p:spPr>
          <a:xfrm>
            <a:off x="467436" y="3680030"/>
            <a:ext cx="10978330" cy="730200"/>
          </a:xfrm>
          <a:prstGeom prst="rect">
            <a:avLst/>
          </a:prstGeom>
          <a:noFill/>
        </p:spPr>
        <p:txBody>
          <a:bodyPr wrap="square">
            <a:spAutoFit/>
          </a:bodyPr>
          <a:lstStyle/>
          <a:p>
            <a:pPr>
              <a:lnSpc>
                <a:spcPts val="2550"/>
              </a:lnSpc>
            </a:pPr>
            <a:r>
              <a:rPr lang="ja-JP" altLang="ja-JP" sz="2000" dirty="0"/>
              <a:t>単一視点からの3次元姿勢推定における</a:t>
            </a:r>
            <a:endParaRPr lang="en-US" altLang="ja-JP" sz="2000" dirty="0"/>
          </a:p>
          <a:p>
            <a:pPr>
              <a:lnSpc>
                <a:spcPts val="2550"/>
              </a:lnSpc>
            </a:pPr>
            <a:r>
              <a:rPr lang="ja-JP" altLang="en-US" sz="2000" dirty="0">
                <a:solidFill>
                  <a:srgbClr val="FF0000"/>
                </a:solidFill>
              </a:rPr>
              <a:t>「</a:t>
            </a:r>
            <a:r>
              <a:rPr lang="ja-JP" altLang="ja-JP" sz="2000" b="1" dirty="0">
                <a:solidFill>
                  <a:srgbClr val="FF0000"/>
                </a:solidFill>
              </a:rPr>
              <a:t>人体の</a:t>
            </a:r>
            <a:r>
              <a:rPr lang="ja-JP" altLang="en-US" sz="2000" b="1" dirty="0">
                <a:solidFill>
                  <a:srgbClr val="FF0000"/>
                </a:solidFill>
              </a:rPr>
              <a:t>恒常性と</a:t>
            </a:r>
            <a:r>
              <a:rPr lang="ja-JP" altLang="ja-JP" sz="2000" b="1" dirty="0">
                <a:solidFill>
                  <a:srgbClr val="FF0000"/>
                </a:solidFill>
              </a:rPr>
              <a:t>柔軟性の再現</a:t>
            </a:r>
            <a:r>
              <a:rPr lang="ja-JP" altLang="en-US" sz="2000" b="1" dirty="0">
                <a:solidFill>
                  <a:srgbClr val="FF0000"/>
                </a:solidFill>
              </a:rPr>
              <a:t>」、「セルフオクルージョンに対する</a:t>
            </a:r>
            <a:r>
              <a:rPr lang="ja-JP" altLang="ja-JP" sz="2000" b="1" dirty="0">
                <a:solidFill>
                  <a:srgbClr val="FF0000"/>
                </a:solidFill>
              </a:rPr>
              <a:t>精度向上</a:t>
            </a:r>
            <a:r>
              <a:rPr lang="ja-JP" altLang="en-US" sz="2000" b="1" dirty="0">
                <a:solidFill>
                  <a:srgbClr val="FF0000"/>
                </a:solidFill>
              </a:rPr>
              <a:t>」</a:t>
            </a:r>
            <a:r>
              <a:rPr lang="ja-JP" altLang="ja-JP" sz="2000" dirty="0"/>
              <a:t>を目的とする</a:t>
            </a:r>
            <a:endParaRPr lang="en-US" altLang="ja-JP" sz="2000" dirty="0"/>
          </a:p>
        </p:txBody>
      </p:sp>
    </p:spTree>
    <p:extLst>
      <p:ext uri="{BB962C8B-B14F-4D97-AF65-F5344CB8AC3E}">
        <p14:creationId xmlns:p14="http://schemas.microsoft.com/office/powerpoint/2010/main" val="161453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ACD32-D27B-2814-2701-C53A886BE4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B2CAF96-E75D-7F5B-BB59-A69CE9A3367F}"/>
              </a:ext>
            </a:extLst>
          </p:cNvPr>
          <p:cNvSpPr>
            <a:spLocks noGrp="1"/>
          </p:cNvSpPr>
          <p:nvPr>
            <p:ph type="sldNum" sz="quarter" idx="12"/>
          </p:nvPr>
        </p:nvSpPr>
        <p:spPr/>
        <p:txBody>
          <a:bodyPr/>
          <a:lstStyle/>
          <a:p>
            <a:fld id="{465F6A33-8929-41AA-8A25-00E3AA79F1EE}" type="slidenum">
              <a:rPr lang="en-US" smtClean="0"/>
              <a:t>3</a:t>
            </a:fld>
            <a:endParaRPr lang="en-US"/>
          </a:p>
        </p:txBody>
      </p:sp>
      <p:sp>
        <p:nvSpPr>
          <p:cNvPr id="11" name="テキスト ボックス 10">
            <a:extLst>
              <a:ext uri="{FF2B5EF4-FFF2-40B4-BE49-F238E27FC236}">
                <a16:creationId xmlns:a16="http://schemas.microsoft.com/office/drawing/2014/main" id="{AC147638-74E8-83F2-096B-2869174298A2}"/>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研究手法</a:t>
            </a:r>
          </a:p>
        </p:txBody>
      </p:sp>
      <p:cxnSp>
        <p:nvCxnSpPr>
          <p:cNvPr id="10" name="直線コネクタ 9">
            <a:extLst>
              <a:ext uri="{FF2B5EF4-FFF2-40B4-BE49-F238E27FC236}">
                <a16:creationId xmlns:a16="http://schemas.microsoft.com/office/drawing/2014/main" id="{A1EA58B3-1B08-C4C7-CB42-6B1D72DF775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7">
            <a:extLst>
              <a:ext uri="{FF2B5EF4-FFF2-40B4-BE49-F238E27FC236}">
                <a16:creationId xmlns:a16="http://schemas.microsoft.com/office/drawing/2014/main" id="{56F4D455-195A-0CA6-59C6-FCEF7AB895E8}"/>
              </a:ext>
            </a:extLst>
          </p:cNvPr>
          <p:cNvSpPr txBox="1"/>
          <p:nvPr/>
        </p:nvSpPr>
        <p:spPr>
          <a:xfrm>
            <a:off x="692111" y="2843590"/>
            <a:ext cx="4655202" cy="923330"/>
          </a:xfrm>
          <a:prstGeom prst="rect">
            <a:avLst/>
          </a:prstGeom>
          <a:noFill/>
        </p:spPr>
        <p:txBody>
          <a:bodyPr wrap="square" lIns="0" tIns="0" rIns="0" bIns="0" anchor="t">
            <a:spAutoFit/>
          </a:bodyPr>
          <a:lstStyle/>
          <a:p>
            <a:pPr algn="l"/>
            <a:r>
              <a:rPr sz="2000" b="1" i="0" u="none" dirty="0" err="1">
                <a:solidFill>
                  <a:srgbClr val="000000"/>
                </a:solidFill>
                <a:latin typeface="Noto Sans JP"/>
              </a:rPr>
              <a:t>工程</a:t>
            </a:r>
            <a:r>
              <a:rPr sz="2000" b="1" i="0" u="none" dirty="0">
                <a:solidFill>
                  <a:srgbClr val="000000"/>
                </a:solidFill>
                <a:latin typeface="Noto Sans JP"/>
              </a:rPr>
              <a:t>① </a:t>
            </a:r>
            <a:r>
              <a:rPr sz="2000" b="1" i="0" u="none" dirty="0" err="1">
                <a:latin typeface="Noto Sans JP"/>
              </a:rPr>
              <a:t>人体モデル拡張</a:t>
            </a:r>
            <a:endParaRPr lang="en-US" sz="2000" b="1" i="0" u="none" dirty="0">
              <a:latin typeface="Noto Sans JP"/>
            </a:endParaRPr>
          </a:p>
          <a:p>
            <a:r>
              <a:rPr lang="ja-JP" altLang="en-US" sz="2000" dirty="0">
                <a:solidFill>
                  <a:srgbClr val="222222"/>
                </a:solidFill>
                <a:latin typeface="Noto Sans JP"/>
              </a:rPr>
              <a:t> </a:t>
            </a:r>
            <a:r>
              <a:rPr lang="en-US" altLang="ja-JP" sz="2000" dirty="0">
                <a:solidFill>
                  <a:srgbClr val="222222"/>
                </a:solidFill>
                <a:latin typeface="Noto Sans JP"/>
              </a:rPr>
              <a:t>- 2D</a:t>
            </a:r>
            <a:r>
              <a:rPr lang="ja-JP" altLang="en-US" sz="2000" dirty="0">
                <a:solidFill>
                  <a:srgbClr val="222222"/>
                </a:solidFill>
                <a:latin typeface="Noto Sans JP"/>
              </a:rPr>
              <a:t>推定モデル</a:t>
            </a:r>
            <a:endParaRPr lang="en-US" altLang="ja-JP" sz="2000" dirty="0">
              <a:solidFill>
                <a:srgbClr val="222222"/>
              </a:solidFill>
              <a:latin typeface="Noto Sans JP"/>
            </a:endParaRPr>
          </a:p>
          <a:p>
            <a:r>
              <a:rPr lang="ja-JP" altLang="en-US" sz="2000" dirty="0">
                <a:solidFill>
                  <a:srgbClr val="222222"/>
                </a:solidFill>
                <a:latin typeface="Noto Sans JP"/>
              </a:rPr>
              <a:t> </a:t>
            </a:r>
            <a:r>
              <a:rPr lang="en-US" altLang="ja-JP" sz="2000" dirty="0">
                <a:solidFill>
                  <a:srgbClr val="222222"/>
                </a:solidFill>
                <a:latin typeface="Noto Sans JP"/>
              </a:rPr>
              <a:t>- 3D</a:t>
            </a:r>
            <a:r>
              <a:rPr lang="ja-JP" altLang="en-US" sz="2000" dirty="0">
                <a:solidFill>
                  <a:srgbClr val="222222"/>
                </a:solidFill>
                <a:latin typeface="Noto Sans JP"/>
              </a:rPr>
              <a:t>推定モデル</a:t>
            </a:r>
            <a:endParaRPr sz="2000" b="1" i="0" u="none" dirty="0">
              <a:solidFill>
                <a:srgbClr val="FF0000"/>
              </a:solidFill>
              <a:latin typeface="Noto Sans JP"/>
            </a:endParaRPr>
          </a:p>
        </p:txBody>
      </p:sp>
      <p:sp>
        <p:nvSpPr>
          <p:cNvPr id="72" name="TextBox 10">
            <a:extLst>
              <a:ext uri="{FF2B5EF4-FFF2-40B4-BE49-F238E27FC236}">
                <a16:creationId xmlns:a16="http://schemas.microsoft.com/office/drawing/2014/main" id="{DA21506C-9B19-6490-A3A7-959C5053D192}"/>
              </a:ext>
            </a:extLst>
          </p:cNvPr>
          <p:cNvSpPr txBox="1"/>
          <p:nvPr/>
        </p:nvSpPr>
        <p:spPr>
          <a:xfrm>
            <a:off x="6593867" y="2919907"/>
            <a:ext cx="4878176" cy="923330"/>
          </a:xfrm>
          <a:prstGeom prst="rect">
            <a:avLst/>
          </a:prstGeom>
          <a:noFill/>
        </p:spPr>
        <p:txBody>
          <a:bodyPr wrap="square" lIns="0" tIns="0" rIns="0" bIns="0" anchor="t">
            <a:spAutoFit/>
          </a:bodyPr>
          <a:lstStyle/>
          <a:p>
            <a:r>
              <a:rPr sz="2000" b="1" i="0" u="none" dirty="0" err="1">
                <a:solidFill>
                  <a:srgbClr val="000000"/>
                </a:solidFill>
                <a:latin typeface="Noto Sans JP"/>
              </a:rPr>
              <a:t>工程</a:t>
            </a:r>
            <a:r>
              <a:rPr sz="2000" b="1" i="0" u="none" dirty="0">
                <a:latin typeface="Noto Sans JP"/>
              </a:rPr>
              <a:t>② </a:t>
            </a:r>
            <a:r>
              <a:rPr sz="2000" b="1" i="0" u="none" dirty="0" err="1">
                <a:latin typeface="Noto Sans JP"/>
              </a:rPr>
              <a:t>データ</a:t>
            </a:r>
            <a:r>
              <a:rPr lang="ja-JP" altLang="en-US" sz="2000" b="1" dirty="0">
                <a:latin typeface="Noto Sans JP"/>
              </a:rPr>
              <a:t>作成</a:t>
            </a:r>
            <a:r>
              <a:rPr sz="2000" b="1" i="0" u="none" dirty="0">
                <a:latin typeface="Noto Sans JP"/>
              </a:rPr>
              <a:t>・</a:t>
            </a:r>
            <a:r>
              <a:rPr sz="2000" b="1" i="0" u="none" dirty="0" err="1">
                <a:latin typeface="Noto Sans JP"/>
              </a:rPr>
              <a:t>追加学習</a:t>
            </a:r>
            <a:br>
              <a:rPr lang="en-US" sz="2000" b="1" i="0" u="none" dirty="0">
                <a:solidFill>
                  <a:srgbClr val="FF0000"/>
                </a:solidFill>
                <a:latin typeface="Noto Sans JP"/>
              </a:rPr>
            </a:br>
            <a:r>
              <a:rPr lang="en-US" sz="2000" b="1" i="0" u="none" dirty="0">
                <a:solidFill>
                  <a:srgbClr val="FF0000"/>
                </a:solidFill>
                <a:latin typeface="Noto Sans JP"/>
              </a:rPr>
              <a:t>  </a:t>
            </a:r>
            <a:r>
              <a:rPr lang="en-US" sz="2000" b="1" i="0" u="none" dirty="0">
                <a:latin typeface="Noto Sans JP"/>
              </a:rPr>
              <a:t>- </a:t>
            </a:r>
            <a:r>
              <a:rPr lang="en-US" altLang="ja-JP" sz="2000" dirty="0">
                <a:solidFill>
                  <a:srgbClr val="222222"/>
                </a:solidFill>
                <a:latin typeface="Noto Sans JP"/>
              </a:rPr>
              <a:t>3DCG</a:t>
            </a:r>
            <a:r>
              <a:rPr lang="ja-JP" altLang="en-US" sz="2000" dirty="0">
                <a:solidFill>
                  <a:srgbClr val="222222"/>
                </a:solidFill>
                <a:latin typeface="Noto Sans JP"/>
              </a:rPr>
              <a:t>を用いて、学習データを自動生成</a:t>
            </a:r>
            <a:endParaRPr lang="en-US" altLang="ja-JP" sz="2000" dirty="0">
              <a:solidFill>
                <a:srgbClr val="222222"/>
              </a:solidFill>
              <a:latin typeface="Noto Sans JP"/>
            </a:endParaRPr>
          </a:p>
          <a:p>
            <a:r>
              <a:rPr lang="ja-JP" altLang="en-US" sz="2000" dirty="0">
                <a:solidFill>
                  <a:srgbClr val="222222"/>
                </a:solidFill>
                <a:latin typeface="Noto Sans JP"/>
              </a:rPr>
              <a:t> </a:t>
            </a:r>
            <a:r>
              <a:rPr lang="en-US" altLang="ja-JP" sz="2000" b="1" dirty="0">
                <a:solidFill>
                  <a:srgbClr val="FF0000"/>
                </a:solidFill>
                <a:latin typeface="Noto Sans JP"/>
              </a:rPr>
              <a:t> </a:t>
            </a:r>
            <a:r>
              <a:rPr lang="en-US" altLang="ja-JP" sz="2000" b="1" dirty="0">
                <a:latin typeface="Noto Sans JP"/>
              </a:rPr>
              <a:t>- </a:t>
            </a:r>
            <a:r>
              <a:rPr lang="ja-JP" altLang="en-US" sz="2000" dirty="0">
                <a:solidFill>
                  <a:srgbClr val="222222"/>
                </a:solidFill>
                <a:latin typeface="Noto Sans JP"/>
              </a:rPr>
              <a:t>追加学習</a:t>
            </a:r>
          </a:p>
        </p:txBody>
      </p:sp>
      <p:sp>
        <p:nvSpPr>
          <p:cNvPr id="78" name="TextBox 13">
            <a:extLst>
              <a:ext uri="{FF2B5EF4-FFF2-40B4-BE49-F238E27FC236}">
                <a16:creationId xmlns:a16="http://schemas.microsoft.com/office/drawing/2014/main" id="{072A197C-73CE-E770-5CEC-2381075B62A7}"/>
              </a:ext>
            </a:extLst>
          </p:cNvPr>
          <p:cNvSpPr txBox="1"/>
          <p:nvPr/>
        </p:nvSpPr>
        <p:spPr>
          <a:xfrm>
            <a:off x="6555759" y="4903328"/>
            <a:ext cx="4722277" cy="615553"/>
          </a:xfrm>
          <a:prstGeom prst="rect">
            <a:avLst/>
          </a:prstGeom>
          <a:noFill/>
        </p:spPr>
        <p:txBody>
          <a:bodyPr wrap="square" lIns="0" tIns="0" rIns="0" bIns="0" anchor="t">
            <a:spAutoFit/>
          </a:bodyPr>
          <a:lstStyle/>
          <a:p>
            <a:r>
              <a:rPr sz="2000" b="1" i="0" u="none" dirty="0" err="1">
                <a:latin typeface="Noto Sans JP"/>
              </a:rPr>
              <a:t>工程</a:t>
            </a:r>
            <a:r>
              <a:rPr sz="2000" b="1" i="0" u="none" dirty="0">
                <a:latin typeface="Noto Sans JP"/>
              </a:rPr>
              <a:t>③ </a:t>
            </a:r>
            <a:r>
              <a:rPr sz="2000" b="1" i="0" u="none" dirty="0" err="1">
                <a:latin typeface="Noto Sans JP"/>
              </a:rPr>
              <a:t>精度評価</a:t>
            </a:r>
            <a:br>
              <a:rPr lang="en-US" sz="2000" b="1" i="0" u="none" dirty="0">
                <a:solidFill>
                  <a:srgbClr val="FF0000"/>
                </a:solidFill>
                <a:latin typeface="Noto Sans JP"/>
              </a:rPr>
            </a:br>
            <a:r>
              <a:rPr lang="en-US" altLang="ja-JP" sz="2000" b="1" dirty="0">
                <a:solidFill>
                  <a:srgbClr val="FF0000"/>
                </a:solidFill>
                <a:latin typeface="Noto Sans JP"/>
              </a:rPr>
              <a:t> </a:t>
            </a:r>
            <a:r>
              <a:rPr lang="en-US" altLang="ja-JP" sz="2000" b="1" dirty="0">
                <a:latin typeface="Noto Sans JP"/>
              </a:rPr>
              <a:t>- </a:t>
            </a:r>
            <a:r>
              <a:rPr lang="ja-JP" altLang="en-US" sz="2000" dirty="0">
                <a:solidFill>
                  <a:srgbClr val="222222"/>
                </a:solidFill>
                <a:latin typeface="Noto Sans JP"/>
              </a:rPr>
              <a:t>テスト用のデータセットで評価</a:t>
            </a:r>
          </a:p>
        </p:txBody>
      </p:sp>
      <p:sp>
        <p:nvSpPr>
          <p:cNvPr id="86" name="正方形/長方形 85">
            <a:extLst>
              <a:ext uri="{FF2B5EF4-FFF2-40B4-BE49-F238E27FC236}">
                <a16:creationId xmlns:a16="http://schemas.microsoft.com/office/drawing/2014/main" id="{8D5CE153-158C-57A3-368D-84BA713A93A3}"/>
              </a:ext>
            </a:extLst>
          </p:cNvPr>
          <p:cNvSpPr/>
          <p:nvPr/>
        </p:nvSpPr>
        <p:spPr>
          <a:xfrm>
            <a:off x="464567" y="2535358"/>
            <a:ext cx="5110290"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88" name="正方形/長方形 87">
            <a:extLst>
              <a:ext uri="{FF2B5EF4-FFF2-40B4-BE49-F238E27FC236}">
                <a16:creationId xmlns:a16="http://schemas.microsoft.com/office/drawing/2014/main" id="{42FC6FB7-167C-242D-6B35-98A9D310C231}"/>
              </a:ext>
            </a:extLst>
          </p:cNvPr>
          <p:cNvSpPr/>
          <p:nvPr/>
        </p:nvSpPr>
        <p:spPr>
          <a:xfrm>
            <a:off x="6361753" y="2535358"/>
            <a:ext cx="5110290"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AC000FBC-20D8-241D-5CC4-3AFAA158765F}"/>
              </a:ext>
            </a:extLst>
          </p:cNvPr>
          <p:cNvSpPr/>
          <p:nvPr/>
        </p:nvSpPr>
        <p:spPr>
          <a:xfrm>
            <a:off x="6361753" y="4552361"/>
            <a:ext cx="5110290"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 name="Footer Placeholder 4">
            <a:extLst>
              <a:ext uri="{FF2B5EF4-FFF2-40B4-BE49-F238E27FC236}">
                <a16:creationId xmlns:a16="http://schemas.microsoft.com/office/drawing/2014/main" id="{35ED4072-AF16-FDB2-129E-DDBC8DA231BF}"/>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924003C7-F022-1A66-9B84-3F2CF60600D8}"/>
              </a:ext>
            </a:extLst>
          </p:cNvPr>
          <p:cNvSpPr>
            <a:spLocks noGrp="1"/>
          </p:cNvSpPr>
          <p:nvPr>
            <p:ph type="dt" sz="half" idx="10"/>
          </p:nvPr>
        </p:nvSpPr>
        <p:spPr>
          <a:xfrm>
            <a:off x="838200" y="6449338"/>
            <a:ext cx="2743200" cy="365125"/>
          </a:xfrm>
        </p:spPr>
        <p:txBody>
          <a:bodyPr/>
          <a:lstStyle/>
          <a:p>
            <a:r>
              <a:rPr lang="en-US"/>
              <a:t>2026/9/24</a:t>
            </a:r>
          </a:p>
        </p:txBody>
      </p:sp>
      <p:sp>
        <p:nvSpPr>
          <p:cNvPr id="7" name="四角形: 角を丸くする 6">
            <a:extLst>
              <a:ext uri="{FF2B5EF4-FFF2-40B4-BE49-F238E27FC236}">
                <a16:creationId xmlns:a16="http://schemas.microsoft.com/office/drawing/2014/main" id="{DC082922-1D49-FAC9-532D-7221F102641D}"/>
              </a:ext>
            </a:extLst>
          </p:cNvPr>
          <p:cNvSpPr/>
          <p:nvPr/>
        </p:nvSpPr>
        <p:spPr>
          <a:xfrm>
            <a:off x="464567" y="4552361"/>
            <a:ext cx="5110290" cy="1556022"/>
          </a:xfrm>
          <a:prstGeom prst="roundRect">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Box 15">
            <a:extLst>
              <a:ext uri="{FF2B5EF4-FFF2-40B4-BE49-F238E27FC236}">
                <a16:creationId xmlns:a16="http://schemas.microsoft.com/office/drawing/2014/main" id="{D97F9CAE-777A-5AF6-089E-173899D147A4}"/>
              </a:ext>
            </a:extLst>
          </p:cNvPr>
          <p:cNvSpPr txBox="1"/>
          <p:nvPr/>
        </p:nvSpPr>
        <p:spPr>
          <a:xfrm>
            <a:off x="716815" y="4868707"/>
            <a:ext cx="4605793" cy="923330"/>
          </a:xfrm>
          <a:prstGeom prst="rect">
            <a:avLst/>
          </a:prstGeom>
          <a:noFill/>
        </p:spPr>
        <p:txBody>
          <a:bodyPr wrap="square" lIns="0" tIns="0" rIns="0" bIns="0" anchor="t">
            <a:spAutoFit/>
          </a:bodyPr>
          <a:lstStyle/>
          <a:p>
            <a:pPr algn="l"/>
            <a:r>
              <a:rPr lang="ja-JP" altLang="en-US" sz="2000" b="1" i="0" u="none" dirty="0">
                <a:solidFill>
                  <a:srgbClr val="222222"/>
                </a:solidFill>
                <a:latin typeface="Noto Sans JP"/>
              </a:rPr>
              <a:t>データセット、モデルの条件を変更</a:t>
            </a:r>
            <a:endParaRPr lang="en-US" altLang="ja-JP" sz="2000" b="1" i="0" u="none" dirty="0">
              <a:solidFill>
                <a:srgbClr val="222222"/>
              </a:solidFill>
              <a:latin typeface="Noto Sans JP"/>
            </a:endParaRPr>
          </a:p>
          <a:p>
            <a:pPr algn="l"/>
            <a:r>
              <a:rPr lang="ja-JP" altLang="en-US" sz="2000" dirty="0">
                <a:solidFill>
                  <a:srgbClr val="222222"/>
                </a:solidFill>
                <a:latin typeface="Noto Sans JP"/>
              </a:rPr>
              <a:t> </a:t>
            </a:r>
            <a:r>
              <a:rPr lang="en-US" altLang="ja-JP" sz="2000" dirty="0">
                <a:solidFill>
                  <a:srgbClr val="222222"/>
                </a:solidFill>
                <a:latin typeface="Noto Sans JP"/>
              </a:rPr>
              <a:t>- </a:t>
            </a:r>
            <a:r>
              <a:rPr lang="ja-JP" altLang="en-US" sz="2000" dirty="0">
                <a:solidFill>
                  <a:srgbClr val="222222"/>
                </a:solidFill>
                <a:latin typeface="Noto Sans JP"/>
              </a:rPr>
              <a:t>人体モデル</a:t>
            </a:r>
            <a:endParaRPr lang="en-US" altLang="ja-JP" sz="2000" dirty="0">
              <a:solidFill>
                <a:srgbClr val="222222"/>
              </a:solidFill>
              <a:latin typeface="Noto Sans JP"/>
            </a:endParaRPr>
          </a:p>
          <a:p>
            <a:pPr algn="l"/>
            <a:r>
              <a:rPr lang="ja-JP" altLang="en-US" sz="2000" dirty="0">
                <a:solidFill>
                  <a:srgbClr val="222222"/>
                </a:solidFill>
                <a:latin typeface="Noto Sans JP"/>
              </a:rPr>
              <a:t> </a:t>
            </a:r>
            <a:r>
              <a:rPr lang="en-US" altLang="ja-JP" sz="2000" b="0" i="0" u="none" dirty="0">
                <a:solidFill>
                  <a:srgbClr val="222222"/>
                </a:solidFill>
                <a:latin typeface="Noto Sans JP"/>
              </a:rPr>
              <a:t>- </a:t>
            </a:r>
            <a:r>
              <a:rPr lang="ja-JP" altLang="en-US" sz="2000" b="0" i="0" u="none" dirty="0">
                <a:solidFill>
                  <a:srgbClr val="222222"/>
                </a:solidFill>
                <a:latin typeface="Noto Sans JP"/>
              </a:rPr>
              <a:t>データセットのモーションデータ</a:t>
            </a:r>
            <a:endParaRPr sz="2000" b="0" i="0" u="none" dirty="0">
              <a:solidFill>
                <a:srgbClr val="222222"/>
              </a:solidFill>
              <a:latin typeface="Noto Sans JP"/>
            </a:endParaRPr>
          </a:p>
        </p:txBody>
      </p:sp>
      <p:cxnSp>
        <p:nvCxnSpPr>
          <p:cNvPr id="13" name="直線矢印コネクタ 12">
            <a:extLst>
              <a:ext uri="{FF2B5EF4-FFF2-40B4-BE49-F238E27FC236}">
                <a16:creationId xmlns:a16="http://schemas.microsoft.com/office/drawing/2014/main" id="{60F486FD-DD1E-8CD1-F07F-4D40A0AA9D81}"/>
              </a:ext>
            </a:extLst>
          </p:cNvPr>
          <p:cNvCxnSpPr>
            <a:cxnSpLocks/>
            <a:stCxn id="86" idx="3"/>
            <a:endCxn id="88" idx="1"/>
          </p:cNvCxnSpPr>
          <p:nvPr/>
        </p:nvCxnSpPr>
        <p:spPr>
          <a:xfrm>
            <a:off x="5574857" y="3313369"/>
            <a:ext cx="78689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12D3D0BD-B094-F1DD-F1DB-2A8EFEEC92A4}"/>
              </a:ext>
            </a:extLst>
          </p:cNvPr>
          <p:cNvCxnSpPr>
            <a:cxnSpLocks/>
            <a:stCxn id="88" idx="2"/>
            <a:endCxn id="90" idx="0"/>
          </p:cNvCxnSpPr>
          <p:nvPr/>
        </p:nvCxnSpPr>
        <p:spPr>
          <a:xfrm>
            <a:off x="8916898" y="4091380"/>
            <a:ext cx="0" cy="46098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7E2F2DE5-7877-40E6-136B-F7285928ACE3}"/>
              </a:ext>
            </a:extLst>
          </p:cNvPr>
          <p:cNvCxnSpPr>
            <a:cxnSpLocks/>
          </p:cNvCxnSpPr>
          <p:nvPr/>
        </p:nvCxnSpPr>
        <p:spPr>
          <a:xfrm flipV="1">
            <a:off x="2899725" y="4074696"/>
            <a:ext cx="0" cy="47766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7AB91F90-6F37-05B3-A647-02083EF53F3D}"/>
              </a:ext>
            </a:extLst>
          </p:cNvPr>
          <p:cNvCxnSpPr>
            <a:cxnSpLocks/>
            <a:stCxn id="90" idx="1"/>
            <a:endCxn id="7" idx="3"/>
          </p:cNvCxnSpPr>
          <p:nvPr/>
        </p:nvCxnSpPr>
        <p:spPr>
          <a:xfrm flipH="1">
            <a:off x="5574857" y="5330372"/>
            <a:ext cx="78689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0D4021FD-688D-344F-BDAC-AE8D41373DD6}"/>
              </a:ext>
            </a:extLst>
          </p:cNvPr>
          <p:cNvSpPr txBox="1"/>
          <p:nvPr/>
        </p:nvSpPr>
        <p:spPr>
          <a:xfrm>
            <a:off x="464567" y="1153092"/>
            <a:ext cx="11007476" cy="1041311"/>
          </a:xfrm>
          <a:prstGeom prst="rect">
            <a:avLst/>
          </a:prstGeom>
          <a:noFill/>
        </p:spPr>
        <p:txBody>
          <a:bodyPr wrap="square">
            <a:spAutoFit/>
          </a:bodyPr>
          <a:lstStyle/>
          <a:p>
            <a:r>
              <a:rPr lang="ja-JP" altLang="en-US" sz="2000" b="1" dirty="0"/>
              <a:t>深層学習モデルへの追加学習が有効　</a:t>
            </a:r>
            <a:r>
              <a:rPr lang="ja-JP" altLang="en-US" sz="2000" b="1" dirty="0">
                <a:latin typeface="Noto Sans JP"/>
              </a:rPr>
              <a:t> →</a:t>
            </a:r>
            <a:r>
              <a:rPr lang="ja-JP" altLang="en-US" sz="2000" b="1" dirty="0"/>
              <a:t>　正確なデータセットが大量に必要</a:t>
            </a:r>
            <a:endParaRPr lang="en-US" altLang="ja-JP" sz="2000" b="1" dirty="0"/>
          </a:p>
          <a:p>
            <a:pPr>
              <a:lnSpc>
                <a:spcPts val="2550"/>
              </a:lnSpc>
            </a:pPr>
            <a:r>
              <a:rPr lang="ja-JP" altLang="en-US" sz="2000" dirty="0">
                <a:solidFill>
                  <a:srgbClr val="FF0000"/>
                </a:solidFill>
              </a:rPr>
              <a:t>・</a:t>
            </a:r>
            <a:r>
              <a:rPr lang="ja-JP" altLang="ja-JP" sz="2000" dirty="0">
                <a:solidFill>
                  <a:srgbClr val="FF0000"/>
                </a:solidFill>
              </a:rPr>
              <a:t>3DCGを用いたデータセットの拡張手法</a:t>
            </a:r>
            <a:endParaRPr lang="en-US" altLang="ja-JP" sz="2000" dirty="0">
              <a:solidFill>
                <a:srgbClr val="FF0000"/>
              </a:solidFill>
            </a:endParaRPr>
          </a:p>
          <a:p>
            <a:r>
              <a:rPr lang="ja-JP" altLang="en-US" sz="2000" dirty="0">
                <a:solidFill>
                  <a:srgbClr val="FF0000"/>
                </a:solidFill>
              </a:rPr>
              <a:t>・</a:t>
            </a:r>
            <a:r>
              <a:rPr lang="ja-JP" altLang="ja-JP" sz="2000" dirty="0">
                <a:solidFill>
                  <a:srgbClr val="FF0000"/>
                </a:solidFill>
              </a:rPr>
              <a:t>人体の</a:t>
            </a:r>
            <a:r>
              <a:rPr lang="ja-JP" altLang="en-US" sz="2000" dirty="0">
                <a:solidFill>
                  <a:srgbClr val="FF0000"/>
                </a:solidFill>
              </a:rPr>
              <a:t>恒常性と</a:t>
            </a:r>
            <a:r>
              <a:rPr lang="ja-JP" altLang="ja-JP" sz="2000" dirty="0">
                <a:solidFill>
                  <a:srgbClr val="FF0000"/>
                </a:solidFill>
              </a:rPr>
              <a:t>柔軟性を再現するのに十分な関節点をもった人体モデルの実装手法</a:t>
            </a:r>
            <a:endParaRPr lang="en-US" altLang="ja-JP" sz="2000" dirty="0">
              <a:solidFill>
                <a:srgbClr val="FF0000"/>
              </a:solidFill>
            </a:endParaRPr>
          </a:p>
        </p:txBody>
      </p:sp>
    </p:spTree>
    <p:extLst>
      <p:ext uri="{BB962C8B-B14F-4D97-AF65-F5344CB8AC3E}">
        <p14:creationId xmlns:p14="http://schemas.microsoft.com/office/powerpoint/2010/main" val="1055157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F277C-C1C3-8BCF-B3F7-3AC6E159D2F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17BE49C-C1BF-D84D-FF8D-0D75F404D258}"/>
              </a:ext>
            </a:extLst>
          </p:cNvPr>
          <p:cNvSpPr>
            <a:spLocks noGrp="1"/>
          </p:cNvSpPr>
          <p:nvPr>
            <p:ph type="sldNum" sz="quarter" idx="12"/>
          </p:nvPr>
        </p:nvSpPr>
        <p:spPr/>
        <p:txBody>
          <a:bodyPr/>
          <a:lstStyle/>
          <a:p>
            <a:fld id="{465F6A33-8929-41AA-8A25-00E3AA79F1EE}" type="slidenum">
              <a:rPr lang="en-US" smtClean="0"/>
              <a:t>4</a:t>
            </a:fld>
            <a:endParaRPr lang="en-US"/>
          </a:p>
        </p:txBody>
      </p:sp>
      <p:sp>
        <p:nvSpPr>
          <p:cNvPr id="11" name="テキスト ボックス 10">
            <a:extLst>
              <a:ext uri="{FF2B5EF4-FFF2-40B4-BE49-F238E27FC236}">
                <a16:creationId xmlns:a16="http://schemas.microsoft.com/office/drawing/2014/main" id="{91B4097F-F4DE-7614-E244-523CB55123A3}"/>
              </a:ext>
            </a:extLst>
          </p:cNvPr>
          <p:cNvSpPr txBox="1"/>
          <p:nvPr/>
        </p:nvSpPr>
        <p:spPr>
          <a:xfrm>
            <a:off x="277090" y="258618"/>
            <a:ext cx="9622763" cy="646331"/>
          </a:xfrm>
          <a:prstGeom prst="rect">
            <a:avLst/>
          </a:prstGeom>
          <a:noFill/>
        </p:spPr>
        <p:txBody>
          <a:bodyPr wrap="square" rtlCol="0">
            <a:spAutoFit/>
          </a:bodyPr>
          <a:lstStyle/>
          <a:p>
            <a:r>
              <a:rPr kumimoji="1" lang="ja-JP" altLang="en-US" sz="3600" dirty="0"/>
              <a:t>研究手法　</a:t>
            </a:r>
            <a:r>
              <a:rPr lang="ja-JP" altLang="en-US" sz="3600" b="1" dirty="0">
                <a:solidFill>
                  <a:srgbClr val="222222"/>
                </a:solidFill>
                <a:latin typeface="Noto Sans JP"/>
              </a:rPr>
              <a:t>工程① 人体モデルの拡張</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A17394FF-A0C8-84E9-201D-7D4A8E67D0F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8" name="図 47">
            <a:extLst>
              <a:ext uri="{FF2B5EF4-FFF2-40B4-BE49-F238E27FC236}">
                <a16:creationId xmlns:a16="http://schemas.microsoft.com/office/drawing/2014/main" id="{C416D623-A2BA-BEBA-96D8-2B1DC9CEC280}"/>
              </a:ext>
            </a:extLst>
          </p:cNvPr>
          <p:cNvPicPr>
            <a:picLocks noChangeAspect="1"/>
          </p:cNvPicPr>
          <p:nvPr/>
        </p:nvPicPr>
        <p:blipFill>
          <a:blip r:embed="rId3">
            <a:extLst>
              <a:ext uri="{28A0092B-C50C-407E-A947-70E740481C1C}">
                <a14:useLocalDpi xmlns:a14="http://schemas.microsoft.com/office/drawing/2010/main" val="0"/>
              </a:ext>
            </a:extLst>
          </a:blip>
          <a:srcRect l="8225" t="3336" r="14394" b="2892"/>
          <a:stretch>
            <a:fillRect/>
          </a:stretch>
        </p:blipFill>
        <p:spPr>
          <a:xfrm>
            <a:off x="3039655" y="2726463"/>
            <a:ext cx="1374653" cy="2880464"/>
          </a:xfrm>
          <a:prstGeom prst="rect">
            <a:avLst/>
          </a:prstGeom>
        </p:spPr>
      </p:pic>
      <p:sp>
        <p:nvSpPr>
          <p:cNvPr id="50" name="テキスト ボックス 49">
            <a:extLst>
              <a:ext uri="{FF2B5EF4-FFF2-40B4-BE49-F238E27FC236}">
                <a16:creationId xmlns:a16="http://schemas.microsoft.com/office/drawing/2014/main" id="{52C0885E-08AB-E0F2-0C3F-D656F76CEB64}"/>
              </a:ext>
            </a:extLst>
          </p:cNvPr>
          <p:cNvSpPr txBox="1"/>
          <p:nvPr/>
        </p:nvSpPr>
        <p:spPr>
          <a:xfrm>
            <a:off x="3039655" y="5614497"/>
            <a:ext cx="1995786" cy="338554"/>
          </a:xfrm>
          <a:prstGeom prst="rect">
            <a:avLst/>
          </a:prstGeom>
          <a:noFill/>
        </p:spPr>
        <p:txBody>
          <a:bodyPr vert="horz" wrap="square" rtlCol="0">
            <a:spAutoFit/>
          </a:bodyPr>
          <a:lstStyle/>
          <a:p>
            <a:r>
              <a:rPr lang="ja-JP" altLang="en-US" sz="1600" dirty="0"/>
              <a:t>元の人体モデル</a:t>
            </a:r>
            <a:r>
              <a:rPr lang="en-US" altLang="ja-JP" sz="1100" dirty="0"/>
              <a:t>※5</a:t>
            </a:r>
            <a:endParaRPr lang="en-US" altLang="ja-JP" sz="1600" dirty="0"/>
          </a:p>
        </p:txBody>
      </p:sp>
      <p:sp>
        <p:nvSpPr>
          <p:cNvPr id="2" name="Footer Placeholder 4">
            <a:extLst>
              <a:ext uri="{FF2B5EF4-FFF2-40B4-BE49-F238E27FC236}">
                <a16:creationId xmlns:a16="http://schemas.microsoft.com/office/drawing/2014/main" id="{4C010968-A70A-6840-463C-91341CD1493D}"/>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AA3A0A67-C733-9F44-8C06-C6AB39D2A328}"/>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4" name="表 3">
            <a:extLst>
              <a:ext uri="{FF2B5EF4-FFF2-40B4-BE49-F238E27FC236}">
                <a16:creationId xmlns:a16="http://schemas.microsoft.com/office/drawing/2014/main" id="{5306B373-9934-7D67-33BB-3E29DF33BC98}"/>
              </a:ext>
            </a:extLst>
          </p:cNvPr>
          <p:cNvGraphicFramePr>
            <a:graphicFrameLocks noGrp="1"/>
          </p:cNvGraphicFramePr>
          <p:nvPr>
            <p:extLst>
              <p:ext uri="{D42A27DB-BD31-4B8C-83A1-F6EECF244321}">
                <p14:modId xmlns:p14="http://schemas.microsoft.com/office/powerpoint/2010/main" val="1185251234"/>
              </p:ext>
            </p:extLst>
          </p:nvPr>
        </p:nvGraphicFramePr>
        <p:xfrm>
          <a:off x="2032000" y="1363909"/>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009450688"/>
                    </a:ext>
                  </a:extLst>
                </a:gridCol>
                <a:gridCol w="2709333">
                  <a:extLst>
                    <a:ext uri="{9D8B030D-6E8A-4147-A177-3AD203B41FA5}">
                      <a16:colId xmlns:a16="http://schemas.microsoft.com/office/drawing/2014/main" val="1673789025"/>
                    </a:ext>
                  </a:extLst>
                </a:gridCol>
                <a:gridCol w="2709333">
                  <a:extLst>
                    <a:ext uri="{9D8B030D-6E8A-4147-A177-3AD203B41FA5}">
                      <a16:colId xmlns:a16="http://schemas.microsoft.com/office/drawing/2014/main" val="2862848803"/>
                    </a:ext>
                  </a:extLst>
                </a:gridCol>
              </a:tblGrid>
              <a:tr h="370840">
                <a:tc>
                  <a:txBody>
                    <a:bodyPr/>
                    <a:lstStyle/>
                    <a:p>
                      <a:endParaRPr kumimoji="1" lang="ja-JP" altLang="en-US" dirty="0"/>
                    </a:p>
                  </a:txBody>
                  <a:tcPr/>
                </a:tc>
                <a:tc>
                  <a:txBody>
                    <a:bodyPr/>
                    <a:lstStyle/>
                    <a:p>
                      <a:r>
                        <a:rPr kumimoji="1" lang="ja-JP" altLang="en-US" dirty="0"/>
                        <a:t>モデル</a:t>
                      </a:r>
                    </a:p>
                  </a:txBody>
                  <a:tcPr/>
                </a:tc>
                <a:tc>
                  <a:txBody>
                    <a:bodyPr/>
                    <a:lstStyle/>
                    <a:p>
                      <a:r>
                        <a:rPr kumimoji="1" lang="ja-JP" altLang="en-US" dirty="0"/>
                        <a:t>データセット</a:t>
                      </a:r>
                    </a:p>
                  </a:txBody>
                  <a:tcPr/>
                </a:tc>
                <a:extLst>
                  <a:ext uri="{0D108BD9-81ED-4DB2-BD59-A6C34878D82A}">
                    <a16:rowId xmlns:a16="http://schemas.microsoft.com/office/drawing/2014/main" val="2650576786"/>
                  </a:ext>
                </a:extLst>
              </a:tr>
              <a:tr h="370840">
                <a:tc>
                  <a:txBody>
                    <a:bodyPr/>
                    <a:lstStyle/>
                    <a:p>
                      <a:r>
                        <a:rPr kumimoji="1" lang="en-US" altLang="ja-JP" dirty="0"/>
                        <a:t>2</a:t>
                      </a:r>
                      <a:r>
                        <a:rPr kumimoji="1" lang="ja-JP" altLang="en-US" dirty="0"/>
                        <a:t>次元姿勢推定</a:t>
                      </a:r>
                    </a:p>
                  </a:txBody>
                  <a:tcPr/>
                </a:tc>
                <a:tc>
                  <a:txBody>
                    <a:bodyPr/>
                    <a:lstStyle/>
                    <a:p>
                      <a:r>
                        <a:rPr kumimoji="1" lang="en-US" altLang="ja-JP" dirty="0"/>
                        <a:t>HRNet</a:t>
                      </a:r>
                      <a:r>
                        <a:rPr kumimoji="1" lang="en-US" altLang="ja-JP" sz="1200" dirty="0"/>
                        <a:t>※1</a:t>
                      </a:r>
                      <a:endParaRPr kumimoji="1" lang="ja-JP" altLang="en-US" dirty="0"/>
                    </a:p>
                  </a:txBody>
                  <a:tcPr/>
                </a:tc>
                <a:tc>
                  <a:txBody>
                    <a:bodyPr/>
                    <a:lstStyle/>
                    <a:p>
                      <a:r>
                        <a:rPr kumimoji="1" lang="en-US" altLang="ja-JP" dirty="0"/>
                        <a:t>COCO dataset</a:t>
                      </a:r>
                      <a:r>
                        <a:rPr kumimoji="1" lang="en-US" altLang="ja-JP" sz="1200" dirty="0"/>
                        <a:t>※2</a:t>
                      </a:r>
                      <a:endParaRPr kumimoji="1" lang="ja-JP" altLang="en-US" dirty="0"/>
                    </a:p>
                  </a:txBody>
                  <a:tcPr/>
                </a:tc>
                <a:extLst>
                  <a:ext uri="{0D108BD9-81ED-4DB2-BD59-A6C34878D82A}">
                    <a16:rowId xmlns:a16="http://schemas.microsoft.com/office/drawing/2014/main" val="258276782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3</a:t>
                      </a:r>
                      <a:r>
                        <a:rPr kumimoji="1" lang="ja-JP" altLang="en-US" dirty="0"/>
                        <a:t>次元姿勢推定</a:t>
                      </a:r>
                    </a:p>
                  </a:txBody>
                  <a:tcPr/>
                </a:tc>
                <a:tc>
                  <a:txBody>
                    <a:bodyPr/>
                    <a:lstStyle/>
                    <a:p>
                      <a:r>
                        <a:rPr kumimoji="1" lang="en-US" altLang="ja-JP" dirty="0"/>
                        <a:t>MotionBERT</a:t>
                      </a:r>
                      <a:r>
                        <a:rPr kumimoji="1" lang="en-US" altLang="ja-JP" sz="1200" dirty="0"/>
                        <a:t>※3</a:t>
                      </a:r>
                      <a:endParaRPr kumimoji="1" lang="ja-JP" altLang="en-US" dirty="0"/>
                    </a:p>
                  </a:txBody>
                  <a:tcPr/>
                </a:tc>
                <a:tc>
                  <a:txBody>
                    <a:bodyPr/>
                    <a:lstStyle/>
                    <a:p>
                      <a:r>
                        <a:rPr kumimoji="1" lang="en-US" altLang="ja-JP" dirty="0"/>
                        <a:t>H36M</a:t>
                      </a:r>
                      <a:r>
                        <a:rPr kumimoji="1" lang="en-US" altLang="ja-JP" sz="1200" dirty="0"/>
                        <a:t>※4</a:t>
                      </a:r>
                      <a:endParaRPr kumimoji="1" lang="ja-JP" altLang="en-US" dirty="0"/>
                    </a:p>
                  </a:txBody>
                  <a:tcPr/>
                </a:tc>
                <a:extLst>
                  <a:ext uri="{0D108BD9-81ED-4DB2-BD59-A6C34878D82A}">
                    <a16:rowId xmlns:a16="http://schemas.microsoft.com/office/drawing/2014/main" val="354397012"/>
                  </a:ext>
                </a:extLst>
              </a:tr>
            </a:tbl>
          </a:graphicData>
        </a:graphic>
      </p:graphicFrame>
      <p:sp>
        <p:nvSpPr>
          <p:cNvPr id="8" name="矢印: 右 7">
            <a:extLst>
              <a:ext uri="{FF2B5EF4-FFF2-40B4-BE49-F238E27FC236}">
                <a16:creationId xmlns:a16="http://schemas.microsoft.com/office/drawing/2014/main" id="{321A5709-2A03-B45D-B666-1107244FD103}"/>
              </a:ext>
            </a:extLst>
          </p:cNvPr>
          <p:cNvSpPr/>
          <p:nvPr/>
        </p:nvSpPr>
        <p:spPr>
          <a:xfrm>
            <a:off x="5674853" y="3870273"/>
            <a:ext cx="814999" cy="604747"/>
          </a:xfrm>
          <a:prstGeom prst="rightArrow">
            <a:avLst>
              <a:gd name="adj1" fmla="val 50000"/>
              <a:gd name="adj2" fmla="val 6750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 name="グループ化 2">
            <a:extLst>
              <a:ext uri="{FF2B5EF4-FFF2-40B4-BE49-F238E27FC236}">
                <a16:creationId xmlns:a16="http://schemas.microsoft.com/office/drawing/2014/main" id="{52B91E11-3DBE-1299-B9B4-3918C016305E}"/>
              </a:ext>
            </a:extLst>
          </p:cNvPr>
          <p:cNvGrpSpPr>
            <a:grpSpLocks noChangeAspect="1"/>
          </p:cNvGrpSpPr>
          <p:nvPr/>
        </p:nvGrpSpPr>
        <p:grpSpPr>
          <a:xfrm>
            <a:off x="7468526" y="2804647"/>
            <a:ext cx="1342453" cy="2861041"/>
            <a:chOff x="9688657" y="2962363"/>
            <a:chExt cx="1673182" cy="3631314"/>
          </a:xfrm>
        </p:grpSpPr>
        <p:pic>
          <p:nvPicPr>
            <p:cNvPr id="5" name="図 4">
              <a:extLst>
                <a:ext uri="{FF2B5EF4-FFF2-40B4-BE49-F238E27FC236}">
                  <a16:creationId xmlns:a16="http://schemas.microsoft.com/office/drawing/2014/main" id="{0D1597FE-2D79-9E18-A7C2-B461BA23C598}"/>
                </a:ext>
              </a:extLst>
            </p:cNvPr>
            <p:cNvPicPr>
              <a:picLocks noChangeAspect="1"/>
            </p:cNvPicPr>
            <p:nvPr/>
          </p:nvPicPr>
          <p:blipFill>
            <a:blip r:embed="rId3">
              <a:extLst>
                <a:ext uri="{28A0092B-C50C-407E-A947-70E740481C1C}">
                  <a14:useLocalDpi xmlns:a14="http://schemas.microsoft.com/office/drawing/2010/main" val="0"/>
                </a:ext>
              </a:extLst>
            </a:blip>
            <a:srcRect l="8225" t="3337" r="14732" b="1708"/>
            <a:stretch>
              <a:fillRect/>
            </a:stretch>
          </p:blipFill>
          <p:spPr>
            <a:xfrm>
              <a:off x="9688657" y="2962363"/>
              <a:ext cx="1673182" cy="3631314"/>
            </a:xfrm>
            <a:prstGeom prst="rect">
              <a:avLst/>
            </a:prstGeom>
            <a:ln>
              <a:noFill/>
            </a:ln>
          </p:spPr>
        </p:pic>
        <p:sp>
          <p:nvSpPr>
            <p:cNvPr id="9" name="楕円 8">
              <a:extLst>
                <a:ext uri="{FF2B5EF4-FFF2-40B4-BE49-F238E27FC236}">
                  <a16:creationId xmlns:a16="http://schemas.microsoft.com/office/drawing/2014/main" id="{F4D79F60-C0B9-22AF-A434-5724FCFD29BD}"/>
                </a:ext>
              </a:extLst>
            </p:cNvPr>
            <p:cNvSpPr/>
            <p:nvPr/>
          </p:nvSpPr>
          <p:spPr>
            <a:xfrm>
              <a:off x="10528923" y="3760878"/>
              <a:ext cx="85725" cy="9048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3" name="楕円 12">
              <a:extLst>
                <a:ext uri="{FF2B5EF4-FFF2-40B4-BE49-F238E27FC236}">
                  <a16:creationId xmlns:a16="http://schemas.microsoft.com/office/drawing/2014/main" id="{2656E47B-B0B5-1DD9-CAAF-38FBC726FC4F}"/>
                </a:ext>
              </a:extLst>
            </p:cNvPr>
            <p:cNvSpPr/>
            <p:nvPr/>
          </p:nvSpPr>
          <p:spPr>
            <a:xfrm>
              <a:off x="10472516" y="4223060"/>
              <a:ext cx="85725" cy="9048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grpSp>
      <p:sp>
        <p:nvSpPr>
          <p:cNvPr id="17" name="テキスト ボックス 16">
            <a:extLst>
              <a:ext uri="{FF2B5EF4-FFF2-40B4-BE49-F238E27FC236}">
                <a16:creationId xmlns:a16="http://schemas.microsoft.com/office/drawing/2014/main" id="{E29B81A5-088C-6571-6F84-5584C9B4C311}"/>
              </a:ext>
            </a:extLst>
          </p:cNvPr>
          <p:cNvSpPr txBox="1"/>
          <p:nvPr/>
        </p:nvSpPr>
        <p:spPr>
          <a:xfrm>
            <a:off x="7129266" y="5614497"/>
            <a:ext cx="2519702" cy="338554"/>
          </a:xfrm>
          <a:prstGeom prst="rect">
            <a:avLst/>
          </a:prstGeom>
          <a:noFill/>
        </p:spPr>
        <p:txBody>
          <a:bodyPr vert="horz" wrap="square" rtlCol="0">
            <a:spAutoFit/>
          </a:bodyPr>
          <a:lstStyle/>
          <a:p>
            <a:r>
              <a:rPr lang="ja-JP" altLang="en-US" sz="1600" dirty="0"/>
              <a:t>拡張した人体モデル</a:t>
            </a:r>
            <a:r>
              <a:rPr lang="en-US" altLang="ja-JP" sz="1200" dirty="0"/>
              <a:t>※5</a:t>
            </a:r>
            <a:endParaRPr lang="en-US" altLang="ja-JP" sz="1600" dirty="0"/>
          </a:p>
        </p:txBody>
      </p:sp>
      <p:sp>
        <p:nvSpPr>
          <p:cNvPr id="29" name="テキスト ボックス 28">
            <a:extLst>
              <a:ext uri="{FF2B5EF4-FFF2-40B4-BE49-F238E27FC236}">
                <a16:creationId xmlns:a16="http://schemas.microsoft.com/office/drawing/2014/main" id="{56D8F76D-17BE-F86A-B2A2-7DFC2DBC5BF0}"/>
              </a:ext>
            </a:extLst>
          </p:cNvPr>
          <p:cNvSpPr txBox="1"/>
          <p:nvPr/>
        </p:nvSpPr>
        <p:spPr>
          <a:xfrm>
            <a:off x="0" y="5951924"/>
            <a:ext cx="11976135" cy="338554"/>
          </a:xfrm>
          <a:prstGeom prst="rect">
            <a:avLst/>
          </a:prstGeom>
          <a:noFill/>
        </p:spPr>
        <p:txBody>
          <a:bodyPr wrap="square">
            <a:spAutoFit/>
          </a:bodyPr>
          <a:lstStyle/>
          <a:p>
            <a:r>
              <a:rPr lang="en-US" altLang="ja-JP" sz="800" dirty="0"/>
              <a:t>※1 </a:t>
            </a:r>
            <a:r>
              <a:rPr lang="en-US" altLang="ja-JP" sz="800" dirty="0">
                <a:hlinkClick r:id="rId4"/>
              </a:rPr>
              <a:t>https://openaccess.thecvf.com/content_CVPR_2019/html/Sun_Deep_HighResolution_Representation_Learning_for_Human_Pose_Estimation_CVPR_2019_paper.html</a:t>
            </a:r>
            <a:endParaRPr lang="en-US" altLang="ja-JP" sz="800" dirty="0"/>
          </a:p>
          <a:p>
            <a:r>
              <a:rPr lang="en-US" altLang="ja-JP" sz="800" dirty="0"/>
              <a:t>※2 </a:t>
            </a:r>
            <a:r>
              <a:rPr lang="en-US" altLang="ja-JP" sz="800" dirty="0">
                <a:hlinkClick r:id="rId5"/>
              </a:rPr>
              <a:t>https://docs.ultralytics.com/ja/datasets/pose/coco</a:t>
            </a:r>
            <a:r>
              <a:rPr lang="ja-JP" altLang="en-US" sz="800" dirty="0"/>
              <a:t>　</a:t>
            </a:r>
            <a:r>
              <a:rPr lang="en-US" altLang="ja-JP" sz="800" dirty="0"/>
              <a:t>※3 </a:t>
            </a:r>
            <a:r>
              <a:rPr lang="en-US" altLang="ja-JP" sz="800" dirty="0">
                <a:hlinkClick r:id="rId6"/>
              </a:rPr>
              <a:t>https://github.com/Walter0807/MotionBERT</a:t>
            </a:r>
            <a:r>
              <a:rPr lang="ja-JP" altLang="en-US" sz="800" dirty="0"/>
              <a:t>　</a:t>
            </a:r>
            <a:r>
              <a:rPr lang="en-US" altLang="ja-JP" sz="800" dirty="0"/>
              <a:t>※4 </a:t>
            </a:r>
            <a:r>
              <a:rPr lang="en-US" altLang="ja-JP" sz="800" dirty="0">
                <a:hlinkClick r:id="rId7"/>
              </a:rPr>
              <a:t>http://vision.imar.ro/human3.6m/description.php</a:t>
            </a:r>
            <a:r>
              <a:rPr lang="ja-JP" altLang="en-US" sz="800" dirty="0"/>
              <a:t>　</a:t>
            </a:r>
            <a:r>
              <a:rPr lang="en-US" altLang="ja-JP" sz="800" dirty="0"/>
              <a:t>※5 </a:t>
            </a:r>
            <a:r>
              <a:rPr lang="ja-JP" altLang="en-US" sz="800" dirty="0"/>
              <a:t>https://mmpose.readthedocs.io/en/latest/dataset_zoo/3d_body_keypoint.html</a:t>
            </a:r>
          </a:p>
        </p:txBody>
      </p:sp>
    </p:spTree>
    <p:extLst>
      <p:ext uri="{BB962C8B-B14F-4D97-AF65-F5344CB8AC3E}">
        <p14:creationId xmlns:p14="http://schemas.microsoft.com/office/powerpoint/2010/main" val="2712717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DEE84-7DB5-6FBF-6F72-44EB9302BE6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848730A-E6D6-919E-D12D-039E59F625A3}"/>
              </a:ext>
            </a:extLst>
          </p:cNvPr>
          <p:cNvSpPr>
            <a:spLocks noGrp="1"/>
          </p:cNvSpPr>
          <p:nvPr>
            <p:ph type="sldNum" sz="quarter" idx="12"/>
          </p:nvPr>
        </p:nvSpPr>
        <p:spPr/>
        <p:txBody>
          <a:bodyPr/>
          <a:lstStyle/>
          <a:p>
            <a:fld id="{465F6A33-8929-41AA-8A25-00E3AA79F1EE}" type="slidenum">
              <a:rPr lang="en-US" smtClean="0"/>
              <a:t>5</a:t>
            </a:fld>
            <a:endParaRPr lang="en-US"/>
          </a:p>
        </p:txBody>
      </p:sp>
      <p:sp>
        <p:nvSpPr>
          <p:cNvPr id="11" name="テキスト ボックス 10">
            <a:extLst>
              <a:ext uri="{FF2B5EF4-FFF2-40B4-BE49-F238E27FC236}">
                <a16:creationId xmlns:a16="http://schemas.microsoft.com/office/drawing/2014/main" id="{CF60603F-BF27-4045-80B3-94D352740838}"/>
              </a:ext>
            </a:extLst>
          </p:cNvPr>
          <p:cNvSpPr txBox="1"/>
          <p:nvPr/>
        </p:nvSpPr>
        <p:spPr>
          <a:xfrm>
            <a:off x="277090" y="258618"/>
            <a:ext cx="10352809" cy="646331"/>
          </a:xfrm>
          <a:prstGeom prst="rect">
            <a:avLst/>
          </a:prstGeom>
          <a:noFill/>
        </p:spPr>
        <p:txBody>
          <a:bodyPr wrap="square" rtlCol="0">
            <a:spAutoFit/>
          </a:bodyPr>
          <a:lstStyle/>
          <a:p>
            <a:r>
              <a:rPr kumimoji="1" lang="ja-JP" altLang="en-US" sz="3600" dirty="0"/>
              <a:t>研究手法　</a:t>
            </a:r>
            <a:r>
              <a:rPr lang="ja-JP" altLang="en-US" sz="3600" b="1" dirty="0">
                <a:solidFill>
                  <a:srgbClr val="222222"/>
                </a:solidFill>
                <a:latin typeface="Noto Sans JP"/>
              </a:rPr>
              <a:t>工程② データセットの拡張</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4C4B02A7-6D72-4096-40E5-B3BFC8527317}"/>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D63565B0-4E0E-B871-E93A-9E9732A001D1}"/>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1DDFEB0-3D53-0C61-DBC9-4631B49F9473}"/>
              </a:ext>
            </a:extLst>
          </p:cNvPr>
          <p:cNvSpPr>
            <a:spLocks noGrp="1"/>
          </p:cNvSpPr>
          <p:nvPr>
            <p:ph type="dt" sz="half" idx="10"/>
          </p:nvPr>
        </p:nvSpPr>
        <p:spPr>
          <a:xfrm>
            <a:off x="838200" y="6449338"/>
            <a:ext cx="2743200" cy="365125"/>
          </a:xfrm>
        </p:spPr>
        <p:txBody>
          <a:bodyPr/>
          <a:lstStyle/>
          <a:p>
            <a:r>
              <a:rPr lang="en-US"/>
              <a:t>2026/9/24</a:t>
            </a:r>
          </a:p>
        </p:txBody>
      </p:sp>
      <p:sp>
        <p:nvSpPr>
          <p:cNvPr id="26" name="TextBox 3">
            <a:extLst>
              <a:ext uri="{FF2B5EF4-FFF2-40B4-BE49-F238E27FC236}">
                <a16:creationId xmlns:a16="http://schemas.microsoft.com/office/drawing/2014/main" id="{AD4E38E4-0228-CFF2-5D46-559179356D63}"/>
              </a:ext>
            </a:extLst>
          </p:cNvPr>
          <p:cNvSpPr txBox="1"/>
          <p:nvPr/>
        </p:nvSpPr>
        <p:spPr>
          <a:xfrm>
            <a:off x="414275" y="1059654"/>
            <a:ext cx="4418858" cy="307777"/>
          </a:xfrm>
          <a:prstGeom prst="rect">
            <a:avLst/>
          </a:prstGeom>
          <a:noFill/>
        </p:spPr>
        <p:txBody>
          <a:bodyPr wrap="square" lIns="0" tIns="0" rIns="0" bIns="0" anchor="t">
            <a:spAutoFit/>
          </a:bodyPr>
          <a:lstStyle/>
          <a:p>
            <a:pPr>
              <a:lnSpc>
                <a:spcPts val="2400"/>
              </a:lnSpc>
            </a:pPr>
            <a:r>
              <a:rPr lang="en-US" altLang="ja-JP" sz="2000" b="1" dirty="0">
                <a:solidFill>
                  <a:srgbClr val="222222"/>
                </a:solidFill>
                <a:latin typeface="Noto Sans JP"/>
              </a:rPr>
              <a:t>3DCG</a:t>
            </a:r>
            <a:r>
              <a:rPr lang="ja-JP" altLang="en-US" sz="2000" b="1" dirty="0">
                <a:solidFill>
                  <a:srgbClr val="222222"/>
                </a:solidFill>
                <a:latin typeface="Noto Sans JP"/>
              </a:rPr>
              <a:t>を用いたデータセット作成手法</a:t>
            </a:r>
            <a:endParaRPr lang="en-US" altLang="ja-JP" sz="2000" b="1" dirty="0">
              <a:solidFill>
                <a:srgbClr val="222222"/>
              </a:solidFill>
              <a:latin typeface="Noto Sans JP"/>
            </a:endParaRPr>
          </a:p>
        </p:txBody>
      </p:sp>
      <p:sp>
        <p:nvSpPr>
          <p:cNvPr id="28" name="TextBox 3">
            <a:extLst>
              <a:ext uri="{FF2B5EF4-FFF2-40B4-BE49-F238E27FC236}">
                <a16:creationId xmlns:a16="http://schemas.microsoft.com/office/drawing/2014/main" id="{638ED28B-B87D-DD00-8299-22FE24B65FAF}"/>
              </a:ext>
            </a:extLst>
          </p:cNvPr>
          <p:cNvSpPr txBox="1"/>
          <p:nvPr/>
        </p:nvSpPr>
        <p:spPr>
          <a:xfrm>
            <a:off x="573919" y="5530356"/>
            <a:ext cx="10997587" cy="615553"/>
          </a:xfrm>
          <a:prstGeom prst="rect">
            <a:avLst/>
          </a:prstGeom>
          <a:noFill/>
        </p:spPr>
        <p:txBody>
          <a:bodyPr wrap="square" lIns="0" tIns="0" rIns="0" bIns="0" anchor="t">
            <a:spAutoFit/>
          </a:bodyPr>
          <a:lstStyle/>
          <a:p>
            <a:pPr>
              <a:lnSpc>
                <a:spcPts val="2400"/>
              </a:lnSpc>
            </a:pPr>
            <a:r>
              <a:rPr lang="ja-JP" altLang="en-US" sz="2000" dirty="0"/>
              <a:t>「アバターのバリエーション増やす」、「同じポーズを複数の視点から撮影する」</a:t>
            </a:r>
            <a:endParaRPr lang="en-US" altLang="ja-JP" sz="2000" dirty="0"/>
          </a:p>
          <a:p>
            <a:pPr>
              <a:lnSpc>
                <a:spcPts val="2400"/>
              </a:lnSpc>
            </a:pPr>
            <a:r>
              <a:rPr lang="en-US" altLang="ja-JP" sz="2000" dirty="0"/>
              <a:t>1</a:t>
            </a:r>
            <a:r>
              <a:rPr lang="ja-JP" altLang="en-US" sz="2000" dirty="0"/>
              <a:t>つのポーズから</a:t>
            </a:r>
            <a:r>
              <a:rPr lang="ja-JP" altLang="en-US" sz="2000" dirty="0">
                <a:solidFill>
                  <a:srgbClr val="FF0000"/>
                </a:solidFill>
              </a:rPr>
              <a:t>セルフオクルージョンに対応した大量のアノテーションデータ</a:t>
            </a:r>
            <a:r>
              <a:rPr lang="ja-JP" altLang="en-US" sz="2000" dirty="0"/>
              <a:t>を作成できる</a:t>
            </a:r>
            <a:endParaRPr lang="en-US" altLang="ja-JP" sz="2000" dirty="0"/>
          </a:p>
        </p:txBody>
      </p:sp>
      <p:sp>
        <p:nvSpPr>
          <p:cNvPr id="99" name="テキスト ボックス 98">
            <a:extLst>
              <a:ext uri="{FF2B5EF4-FFF2-40B4-BE49-F238E27FC236}">
                <a16:creationId xmlns:a16="http://schemas.microsoft.com/office/drawing/2014/main" id="{318C0A35-861A-B5C2-3E5D-532A9D151D64}"/>
              </a:ext>
            </a:extLst>
          </p:cNvPr>
          <p:cNvSpPr txBox="1"/>
          <p:nvPr/>
        </p:nvSpPr>
        <p:spPr>
          <a:xfrm>
            <a:off x="10662251" y="2527518"/>
            <a:ext cx="1549384" cy="523220"/>
          </a:xfrm>
          <a:prstGeom prst="rect">
            <a:avLst/>
          </a:prstGeom>
          <a:noFill/>
        </p:spPr>
        <p:txBody>
          <a:bodyPr wrap="square">
            <a:spAutoFit/>
          </a:bodyPr>
          <a:lstStyle/>
          <a:p>
            <a:r>
              <a:rPr kumimoji="1" lang="en-US" altLang="ja-JP" sz="1400" b="1" dirty="0">
                <a:solidFill>
                  <a:srgbClr val="FF0000"/>
                </a:solidFill>
              </a:rPr>
              <a:t>2</a:t>
            </a:r>
            <a:r>
              <a:rPr kumimoji="1" lang="ja-JP" altLang="en-US" sz="1400" b="1" dirty="0">
                <a:solidFill>
                  <a:srgbClr val="FF0000"/>
                </a:solidFill>
              </a:rPr>
              <a:t>次元座標</a:t>
            </a:r>
            <a:br>
              <a:rPr kumimoji="1" lang="en-US" altLang="ja-JP" sz="1400" b="1" dirty="0">
                <a:solidFill>
                  <a:srgbClr val="FF0000"/>
                </a:solidFill>
              </a:rPr>
            </a:br>
            <a:r>
              <a:rPr kumimoji="1" lang="ja-JP" altLang="en-US" sz="1400" b="1" dirty="0">
                <a:solidFill>
                  <a:srgbClr val="FF0000"/>
                </a:solidFill>
              </a:rPr>
              <a:t>画像</a:t>
            </a:r>
            <a:endParaRPr lang="ja-JP" altLang="en-US" dirty="0">
              <a:solidFill>
                <a:srgbClr val="FF0000"/>
              </a:solidFill>
            </a:endParaRPr>
          </a:p>
        </p:txBody>
      </p:sp>
      <p:grpSp>
        <p:nvGrpSpPr>
          <p:cNvPr id="30" name="グループ化 29">
            <a:extLst>
              <a:ext uri="{FF2B5EF4-FFF2-40B4-BE49-F238E27FC236}">
                <a16:creationId xmlns:a16="http://schemas.microsoft.com/office/drawing/2014/main" id="{1DF0B4A0-F1A1-189F-6ABB-031C18CB4CC1}"/>
              </a:ext>
            </a:extLst>
          </p:cNvPr>
          <p:cNvGrpSpPr/>
          <p:nvPr/>
        </p:nvGrpSpPr>
        <p:grpSpPr>
          <a:xfrm>
            <a:off x="885619" y="1282363"/>
            <a:ext cx="10774568" cy="4183627"/>
            <a:chOff x="893028" y="1396255"/>
            <a:chExt cx="10774568" cy="4183627"/>
          </a:xfrm>
        </p:grpSpPr>
        <p:pic>
          <p:nvPicPr>
            <p:cNvPr id="66" name="図 65">
              <a:extLst>
                <a:ext uri="{FF2B5EF4-FFF2-40B4-BE49-F238E27FC236}">
                  <a16:creationId xmlns:a16="http://schemas.microsoft.com/office/drawing/2014/main" id="{847FA6EB-4D42-7299-4FE5-59FBC2C18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651" y="1609724"/>
              <a:ext cx="495161" cy="821156"/>
            </a:xfrm>
            <a:prstGeom prst="rect">
              <a:avLst/>
            </a:prstGeom>
          </p:spPr>
        </p:pic>
        <p:pic>
          <p:nvPicPr>
            <p:cNvPr id="70" name="図 69">
              <a:extLst>
                <a:ext uri="{FF2B5EF4-FFF2-40B4-BE49-F238E27FC236}">
                  <a16:creationId xmlns:a16="http://schemas.microsoft.com/office/drawing/2014/main" id="{0791AE75-7C6B-5FC3-45E2-82D30B6A1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4697" y="2538878"/>
              <a:ext cx="495161" cy="821156"/>
            </a:xfrm>
            <a:prstGeom prst="rect">
              <a:avLst/>
            </a:prstGeom>
          </p:spPr>
        </p:pic>
        <p:pic>
          <p:nvPicPr>
            <p:cNvPr id="73" name="図 72">
              <a:extLst>
                <a:ext uri="{FF2B5EF4-FFF2-40B4-BE49-F238E27FC236}">
                  <a16:creationId xmlns:a16="http://schemas.microsoft.com/office/drawing/2014/main" id="{27793490-7E8D-C7A5-63DF-EA50A0C320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6459" y="3469677"/>
              <a:ext cx="495161" cy="821156"/>
            </a:xfrm>
            <a:prstGeom prst="rect">
              <a:avLst/>
            </a:prstGeom>
          </p:spPr>
        </p:pic>
        <p:pic>
          <p:nvPicPr>
            <p:cNvPr id="93" name="図 92">
              <a:extLst>
                <a:ext uri="{FF2B5EF4-FFF2-40B4-BE49-F238E27FC236}">
                  <a16:creationId xmlns:a16="http://schemas.microsoft.com/office/drawing/2014/main" id="{274A83DD-5784-4494-72A6-6E15228479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3385" y="4406373"/>
              <a:ext cx="495161" cy="821156"/>
            </a:xfrm>
            <a:prstGeom prst="rect">
              <a:avLst/>
            </a:prstGeom>
          </p:spPr>
        </p:pic>
        <p:pic>
          <p:nvPicPr>
            <p:cNvPr id="29" name="図 28">
              <a:extLst>
                <a:ext uri="{FF2B5EF4-FFF2-40B4-BE49-F238E27FC236}">
                  <a16:creationId xmlns:a16="http://schemas.microsoft.com/office/drawing/2014/main" id="{673B2667-5D4F-3ED4-7064-8DED66D8905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5902006" y="2012118"/>
              <a:ext cx="1066220" cy="1554020"/>
            </a:xfrm>
            <a:prstGeom prst="rect">
              <a:avLst/>
            </a:prstGeom>
          </p:spPr>
        </p:pic>
        <p:pic>
          <p:nvPicPr>
            <p:cNvPr id="33" name="図 32">
              <a:extLst>
                <a:ext uri="{FF2B5EF4-FFF2-40B4-BE49-F238E27FC236}">
                  <a16:creationId xmlns:a16="http://schemas.microsoft.com/office/drawing/2014/main" id="{12B680F2-F234-772A-57C4-6017D88A99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44903" y="2012118"/>
              <a:ext cx="822494" cy="1554022"/>
            </a:xfrm>
            <a:prstGeom prst="rect">
              <a:avLst/>
            </a:prstGeom>
          </p:spPr>
        </p:pic>
        <p:cxnSp>
          <p:nvCxnSpPr>
            <p:cNvPr id="38" name="直線矢印コネクタ 37">
              <a:extLst>
                <a:ext uri="{FF2B5EF4-FFF2-40B4-BE49-F238E27FC236}">
                  <a16:creationId xmlns:a16="http://schemas.microsoft.com/office/drawing/2014/main" id="{41207AE7-A7D0-D1D8-4B3A-9E94B9F25A54}"/>
                </a:ext>
              </a:extLst>
            </p:cNvPr>
            <p:cNvCxnSpPr>
              <a:cxnSpLocks/>
              <a:stCxn id="56" idx="3"/>
              <a:endCxn id="29" idx="1"/>
            </p:cNvCxnSpPr>
            <p:nvPr/>
          </p:nvCxnSpPr>
          <p:spPr>
            <a:xfrm flipV="1">
              <a:off x="4672161" y="2789128"/>
              <a:ext cx="1229845" cy="18339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A45B8006-B989-E037-00BD-D98E2F7E33E4}"/>
                </a:ext>
              </a:extLst>
            </p:cNvPr>
            <p:cNvCxnSpPr>
              <a:cxnSpLocks/>
              <a:stCxn id="56" idx="3"/>
            </p:cNvCxnSpPr>
            <p:nvPr/>
          </p:nvCxnSpPr>
          <p:spPr>
            <a:xfrm>
              <a:off x="4672161" y="2972519"/>
              <a:ext cx="1224437" cy="134326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7BC9B999-1DB1-C9A0-D6E0-267D43DA2328}"/>
                </a:ext>
              </a:extLst>
            </p:cNvPr>
            <p:cNvCxnSpPr>
              <a:cxnSpLocks/>
              <a:stCxn id="29" idx="3"/>
              <a:endCxn id="33" idx="1"/>
            </p:cNvCxnSpPr>
            <p:nvPr/>
          </p:nvCxnSpPr>
          <p:spPr>
            <a:xfrm>
              <a:off x="6968226" y="2789128"/>
              <a:ext cx="1576677"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F4D927FD-6893-2D32-54B2-E4DEAF05D9E6}"/>
                </a:ext>
              </a:extLst>
            </p:cNvPr>
            <p:cNvCxnSpPr>
              <a:cxnSpLocks/>
            </p:cNvCxnSpPr>
            <p:nvPr/>
          </p:nvCxnSpPr>
          <p:spPr>
            <a:xfrm>
              <a:off x="6968345" y="4448995"/>
              <a:ext cx="1574133" cy="240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01294DC9-39F3-F976-0059-771A8396CE45}"/>
                </a:ext>
              </a:extLst>
            </p:cNvPr>
            <p:cNvSpPr txBox="1"/>
            <p:nvPr/>
          </p:nvSpPr>
          <p:spPr>
            <a:xfrm>
              <a:off x="2637162" y="4141225"/>
              <a:ext cx="2993898" cy="307777"/>
            </a:xfrm>
            <a:prstGeom prst="rect">
              <a:avLst/>
            </a:prstGeom>
            <a:noFill/>
          </p:spPr>
          <p:txBody>
            <a:bodyPr wrap="square" rtlCol="0">
              <a:spAutoFit/>
            </a:bodyPr>
            <a:lstStyle/>
            <a:p>
              <a:pPr algn="ctr"/>
              <a:r>
                <a:rPr lang="ja-JP" altLang="en-US" sz="1400" dirty="0"/>
                <a:t>ポーズをとった</a:t>
              </a:r>
              <a:r>
                <a:rPr kumimoji="1" lang="ja-JP" altLang="en-US" sz="1400" dirty="0"/>
                <a:t>アーマチュア</a:t>
              </a:r>
            </a:p>
          </p:txBody>
        </p:sp>
        <p:sp>
          <p:nvSpPr>
            <p:cNvPr id="67" name="テキスト ボックス 66">
              <a:extLst>
                <a:ext uri="{FF2B5EF4-FFF2-40B4-BE49-F238E27FC236}">
                  <a16:creationId xmlns:a16="http://schemas.microsoft.com/office/drawing/2014/main" id="{00769347-FE31-F765-9ED5-83E9CD4A2EE5}"/>
                </a:ext>
              </a:extLst>
            </p:cNvPr>
            <p:cNvSpPr txBox="1"/>
            <p:nvPr/>
          </p:nvSpPr>
          <p:spPr>
            <a:xfrm>
              <a:off x="5902006" y="5269647"/>
              <a:ext cx="1066220" cy="307777"/>
            </a:xfrm>
            <a:prstGeom prst="rect">
              <a:avLst/>
            </a:prstGeom>
            <a:noFill/>
          </p:spPr>
          <p:txBody>
            <a:bodyPr wrap="square" rtlCol="0">
              <a:spAutoFit/>
            </a:bodyPr>
            <a:lstStyle/>
            <a:p>
              <a:pPr algn="ctr"/>
              <a:r>
                <a:rPr lang="ja-JP" altLang="en-US" sz="1400" dirty="0"/>
                <a:t>アバター</a:t>
              </a:r>
              <a:endParaRPr kumimoji="1" lang="ja-JP" altLang="en-US" sz="1400" dirty="0"/>
            </a:p>
          </p:txBody>
        </p:sp>
        <p:sp>
          <p:nvSpPr>
            <p:cNvPr id="69" name="テキスト ボックス 68">
              <a:extLst>
                <a:ext uri="{FF2B5EF4-FFF2-40B4-BE49-F238E27FC236}">
                  <a16:creationId xmlns:a16="http://schemas.microsoft.com/office/drawing/2014/main" id="{938CD6AE-C4FD-CC51-02FF-564BB2C918F2}"/>
                </a:ext>
              </a:extLst>
            </p:cNvPr>
            <p:cNvSpPr txBox="1"/>
            <p:nvPr/>
          </p:nvSpPr>
          <p:spPr>
            <a:xfrm>
              <a:off x="7384847" y="5272105"/>
              <a:ext cx="3204631" cy="307777"/>
            </a:xfrm>
            <a:prstGeom prst="rect">
              <a:avLst/>
            </a:prstGeom>
            <a:noFill/>
          </p:spPr>
          <p:txBody>
            <a:bodyPr wrap="square" rtlCol="0">
              <a:spAutoFit/>
            </a:bodyPr>
            <a:lstStyle/>
            <a:p>
              <a:pPr algn="ctr"/>
              <a:r>
                <a:rPr lang="ja-JP" altLang="en-US" sz="1400" dirty="0"/>
                <a:t>ポーズをとったアバター</a:t>
              </a:r>
              <a:endParaRPr kumimoji="1" lang="ja-JP" altLang="en-US" sz="1400" dirty="0"/>
            </a:p>
          </p:txBody>
        </p:sp>
        <p:grpSp>
          <p:nvGrpSpPr>
            <p:cNvPr id="77" name="グループ化 76">
              <a:extLst>
                <a:ext uri="{FF2B5EF4-FFF2-40B4-BE49-F238E27FC236}">
                  <a16:creationId xmlns:a16="http://schemas.microsoft.com/office/drawing/2014/main" id="{38628BBF-F850-AA2C-CD20-1BFC906895BB}"/>
                </a:ext>
              </a:extLst>
            </p:cNvPr>
            <p:cNvGrpSpPr/>
            <p:nvPr/>
          </p:nvGrpSpPr>
          <p:grpSpPr>
            <a:xfrm rot="20515507">
              <a:off x="9787018" y="2208012"/>
              <a:ext cx="475776" cy="276968"/>
              <a:chOff x="5647882" y="1854743"/>
              <a:chExt cx="508578" cy="276999"/>
            </a:xfrm>
          </p:grpSpPr>
          <p:sp>
            <p:nvSpPr>
              <p:cNvPr id="72" name="正方形/長方形 71">
                <a:extLst>
                  <a:ext uri="{FF2B5EF4-FFF2-40B4-BE49-F238E27FC236}">
                    <a16:creationId xmlns:a16="http://schemas.microsoft.com/office/drawing/2014/main" id="{B1D051E6-CEEE-A017-9C70-A8D3BE6738F1}"/>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二等辺三角形 73">
                <a:extLst>
                  <a:ext uri="{FF2B5EF4-FFF2-40B4-BE49-F238E27FC236}">
                    <a16:creationId xmlns:a16="http://schemas.microsoft.com/office/drawing/2014/main" id="{4E6BA175-743B-7068-4FFB-D3D51BBCC775}"/>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6" name="テキスト ボックス 75">
              <a:extLst>
                <a:ext uri="{FF2B5EF4-FFF2-40B4-BE49-F238E27FC236}">
                  <a16:creationId xmlns:a16="http://schemas.microsoft.com/office/drawing/2014/main" id="{30CC9629-0A8B-E18C-CE4E-805C78EC3171}"/>
                </a:ext>
              </a:extLst>
            </p:cNvPr>
            <p:cNvSpPr txBox="1"/>
            <p:nvPr/>
          </p:nvSpPr>
          <p:spPr>
            <a:xfrm>
              <a:off x="10305230" y="4944698"/>
              <a:ext cx="842687" cy="307777"/>
            </a:xfrm>
            <a:prstGeom prst="rect">
              <a:avLst/>
            </a:prstGeom>
            <a:noFill/>
          </p:spPr>
          <p:txBody>
            <a:bodyPr wrap="square" rtlCol="0">
              <a:spAutoFit/>
            </a:bodyPr>
            <a:lstStyle/>
            <a:p>
              <a:pPr algn="ctr"/>
              <a:r>
                <a:rPr lang="ja-JP" altLang="en-US" sz="1400" dirty="0"/>
                <a:t>カメラ</a:t>
              </a:r>
              <a:endParaRPr kumimoji="1" lang="ja-JP" altLang="en-US" sz="1400" dirty="0"/>
            </a:p>
          </p:txBody>
        </p:sp>
        <p:grpSp>
          <p:nvGrpSpPr>
            <p:cNvPr id="78" name="グループ化 77">
              <a:extLst>
                <a:ext uri="{FF2B5EF4-FFF2-40B4-BE49-F238E27FC236}">
                  <a16:creationId xmlns:a16="http://schemas.microsoft.com/office/drawing/2014/main" id="{AA47197B-65CB-76B0-B2FE-B3A4C7427568}"/>
                </a:ext>
              </a:extLst>
            </p:cNvPr>
            <p:cNvGrpSpPr/>
            <p:nvPr/>
          </p:nvGrpSpPr>
          <p:grpSpPr>
            <a:xfrm>
              <a:off x="9814595" y="2634236"/>
              <a:ext cx="475776" cy="276968"/>
              <a:chOff x="5647882" y="1854743"/>
              <a:chExt cx="508578" cy="276999"/>
            </a:xfrm>
          </p:grpSpPr>
          <p:sp>
            <p:nvSpPr>
              <p:cNvPr id="79" name="正方形/長方形 78">
                <a:extLst>
                  <a:ext uri="{FF2B5EF4-FFF2-40B4-BE49-F238E27FC236}">
                    <a16:creationId xmlns:a16="http://schemas.microsoft.com/office/drawing/2014/main" id="{F81BD582-6767-BDF1-861D-566910B3A7E3}"/>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二等辺三角形 79">
                <a:extLst>
                  <a:ext uri="{FF2B5EF4-FFF2-40B4-BE49-F238E27FC236}">
                    <a16:creationId xmlns:a16="http://schemas.microsoft.com/office/drawing/2014/main" id="{9E95D116-3624-52F4-1F78-4861E235C703}"/>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1" name="グループ化 80">
              <a:extLst>
                <a:ext uri="{FF2B5EF4-FFF2-40B4-BE49-F238E27FC236}">
                  <a16:creationId xmlns:a16="http://schemas.microsoft.com/office/drawing/2014/main" id="{0515AF8F-02B0-DC40-8233-0216DEDFD436}"/>
                </a:ext>
              </a:extLst>
            </p:cNvPr>
            <p:cNvGrpSpPr/>
            <p:nvPr/>
          </p:nvGrpSpPr>
          <p:grpSpPr>
            <a:xfrm rot="1369469">
              <a:off x="9816737" y="3119103"/>
              <a:ext cx="475776" cy="276968"/>
              <a:chOff x="5647882" y="1854743"/>
              <a:chExt cx="508578" cy="276999"/>
            </a:xfrm>
          </p:grpSpPr>
          <p:sp>
            <p:nvSpPr>
              <p:cNvPr id="82" name="正方形/長方形 81">
                <a:extLst>
                  <a:ext uri="{FF2B5EF4-FFF2-40B4-BE49-F238E27FC236}">
                    <a16:creationId xmlns:a16="http://schemas.microsoft.com/office/drawing/2014/main" id="{B52E83FD-8235-0391-2839-EAFF676E7D11}"/>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二等辺三角形 82">
                <a:extLst>
                  <a:ext uri="{FF2B5EF4-FFF2-40B4-BE49-F238E27FC236}">
                    <a16:creationId xmlns:a16="http://schemas.microsoft.com/office/drawing/2014/main" id="{A6A2A5EF-AA82-F512-CDDE-D47592AE0D6D}"/>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4" name="グループ化 83">
              <a:extLst>
                <a:ext uri="{FF2B5EF4-FFF2-40B4-BE49-F238E27FC236}">
                  <a16:creationId xmlns:a16="http://schemas.microsoft.com/office/drawing/2014/main" id="{C4B260DE-D704-DB58-F1F2-A7F621A31CED}"/>
                </a:ext>
              </a:extLst>
            </p:cNvPr>
            <p:cNvGrpSpPr/>
            <p:nvPr/>
          </p:nvGrpSpPr>
          <p:grpSpPr>
            <a:xfrm rot="20039560">
              <a:off x="9777961" y="3910416"/>
              <a:ext cx="475776" cy="276968"/>
              <a:chOff x="5647882" y="1854743"/>
              <a:chExt cx="508578" cy="276999"/>
            </a:xfrm>
          </p:grpSpPr>
          <p:sp>
            <p:nvSpPr>
              <p:cNvPr id="85" name="正方形/長方形 84">
                <a:extLst>
                  <a:ext uri="{FF2B5EF4-FFF2-40B4-BE49-F238E27FC236}">
                    <a16:creationId xmlns:a16="http://schemas.microsoft.com/office/drawing/2014/main" id="{B7F8957E-5BC7-0BE9-B34E-6AB10BC0F367}"/>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二等辺三角形 85">
                <a:extLst>
                  <a:ext uri="{FF2B5EF4-FFF2-40B4-BE49-F238E27FC236}">
                    <a16:creationId xmlns:a16="http://schemas.microsoft.com/office/drawing/2014/main" id="{5BC7F24A-DFFE-830E-3566-F8FFF7B2D649}"/>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7" name="グループ化 86">
              <a:extLst>
                <a:ext uri="{FF2B5EF4-FFF2-40B4-BE49-F238E27FC236}">
                  <a16:creationId xmlns:a16="http://schemas.microsoft.com/office/drawing/2014/main" id="{769F2000-1BAA-DAB2-FFF4-429EBB2A95BD}"/>
                </a:ext>
              </a:extLst>
            </p:cNvPr>
            <p:cNvGrpSpPr/>
            <p:nvPr/>
          </p:nvGrpSpPr>
          <p:grpSpPr>
            <a:xfrm>
              <a:off x="9814595" y="4388190"/>
              <a:ext cx="475776" cy="276968"/>
              <a:chOff x="5647882" y="1854743"/>
              <a:chExt cx="508578" cy="276999"/>
            </a:xfrm>
          </p:grpSpPr>
          <p:sp>
            <p:nvSpPr>
              <p:cNvPr id="88" name="正方形/長方形 87">
                <a:extLst>
                  <a:ext uri="{FF2B5EF4-FFF2-40B4-BE49-F238E27FC236}">
                    <a16:creationId xmlns:a16="http://schemas.microsoft.com/office/drawing/2014/main" id="{D365FB18-6D81-68EE-5193-3CE78F88E0CF}"/>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二等辺三角形 88">
                <a:extLst>
                  <a:ext uri="{FF2B5EF4-FFF2-40B4-BE49-F238E27FC236}">
                    <a16:creationId xmlns:a16="http://schemas.microsoft.com/office/drawing/2014/main" id="{97C96661-A4FD-2D15-7260-CE91ECCBCB9E}"/>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0" name="グループ化 89">
              <a:extLst>
                <a:ext uri="{FF2B5EF4-FFF2-40B4-BE49-F238E27FC236}">
                  <a16:creationId xmlns:a16="http://schemas.microsoft.com/office/drawing/2014/main" id="{5A7DCBFD-4A20-33D4-FE40-B8A306551009}"/>
                </a:ext>
              </a:extLst>
            </p:cNvPr>
            <p:cNvGrpSpPr/>
            <p:nvPr/>
          </p:nvGrpSpPr>
          <p:grpSpPr>
            <a:xfrm rot="1868186">
              <a:off x="9777258" y="4872450"/>
              <a:ext cx="475776" cy="276968"/>
              <a:chOff x="5647882" y="1854743"/>
              <a:chExt cx="508578" cy="276999"/>
            </a:xfrm>
          </p:grpSpPr>
          <p:sp>
            <p:nvSpPr>
              <p:cNvPr id="91" name="正方形/長方形 90">
                <a:extLst>
                  <a:ext uri="{FF2B5EF4-FFF2-40B4-BE49-F238E27FC236}">
                    <a16:creationId xmlns:a16="http://schemas.microsoft.com/office/drawing/2014/main" id="{CCC2F6D4-862D-8195-0D86-61568FA2F42E}"/>
                  </a:ext>
                </a:extLst>
              </p:cNvPr>
              <p:cNvSpPr/>
              <p:nvPr/>
            </p:nvSpPr>
            <p:spPr>
              <a:xfrm>
                <a:off x="5775517" y="1854743"/>
                <a:ext cx="380943" cy="276999"/>
              </a:xfrm>
              <a:prstGeom prst="rect">
                <a:avLst/>
              </a:prstGeom>
              <a:no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二等辺三角形 91">
                <a:extLst>
                  <a:ext uri="{FF2B5EF4-FFF2-40B4-BE49-F238E27FC236}">
                    <a16:creationId xmlns:a16="http://schemas.microsoft.com/office/drawing/2014/main" id="{3A706D4B-7D0C-61F8-A4CE-00B7DD056427}"/>
                  </a:ext>
                </a:extLst>
              </p:cNvPr>
              <p:cNvSpPr/>
              <p:nvPr/>
            </p:nvSpPr>
            <p:spPr>
              <a:xfrm rot="5400000">
                <a:off x="5596073" y="1948848"/>
                <a:ext cx="198288" cy="94669"/>
              </a:xfrm>
              <a:prstGeom prst="triangle">
                <a:avLst/>
              </a:prstGeom>
              <a:solidFill>
                <a:schemeClr val="bg1"/>
              </a:solidFill>
              <a:ln w="190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7" name="テキスト ボックス 96">
              <a:extLst>
                <a:ext uri="{FF2B5EF4-FFF2-40B4-BE49-F238E27FC236}">
                  <a16:creationId xmlns:a16="http://schemas.microsoft.com/office/drawing/2014/main" id="{66AAA418-8786-A21C-13C0-FCD69AA0CCE6}"/>
                </a:ext>
              </a:extLst>
            </p:cNvPr>
            <p:cNvSpPr txBox="1"/>
            <p:nvPr/>
          </p:nvSpPr>
          <p:spPr>
            <a:xfrm>
              <a:off x="3562454" y="4389369"/>
              <a:ext cx="1270679" cy="307777"/>
            </a:xfrm>
            <a:prstGeom prst="rect">
              <a:avLst/>
            </a:prstGeom>
            <a:noFill/>
          </p:spPr>
          <p:txBody>
            <a:bodyPr wrap="square">
              <a:spAutoFit/>
            </a:bodyPr>
            <a:lstStyle/>
            <a:p>
              <a:r>
                <a:rPr kumimoji="1" lang="en-US" altLang="ja-JP" sz="1400" b="1" dirty="0">
                  <a:solidFill>
                    <a:srgbClr val="FF0000"/>
                  </a:solidFill>
                </a:rPr>
                <a:t>3</a:t>
              </a:r>
              <a:r>
                <a:rPr kumimoji="1" lang="ja-JP" altLang="en-US" sz="1400" b="1" dirty="0">
                  <a:solidFill>
                    <a:srgbClr val="FF0000"/>
                  </a:solidFill>
                </a:rPr>
                <a:t>次元座標</a:t>
              </a:r>
              <a:endParaRPr lang="ja-JP" altLang="en-US" dirty="0">
                <a:solidFill>
                  <a:srgbClr val="FF0000"/>
                </a:solidFill>
              </a:endParaRPr>
            </a:p>
          </p:txBody>
        </p:sp>
        <p:sp>
          <p:nvSpPr>
            <p:cNvPr id="100" name="左中かっこ 99">
              <a:extLst>
                <a:ext uri="{FF2B5EF4-FFF2-40B4-BE49-F238E27FC236}">
                  <a16:creationId xmlns:a16="http://schemas.microsoft.com/office/drawing/2014/main" id="{62877359-955E-0412-171A-A27996778313}"/>
                </a:ext>
              </a:extLst>
            </p:cNvPr>
            <p:cNvSpPr/>
            <p:nvPr/>
          </p:nvSpPr>
          <p:spPr>
            <a:xfrm rot="5400000">
              <a:off x="9892238" y="94432"/>
              <a:ext cx="141852" cy="3408864"/>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04" name="テキスト ボックス 103">
              <a:extLst>
                <a:ext uri="{FF2B5EF4-FFF2-40B4-BE49-F238E27FC236}">
                  <a16:creationId xmlns:a16="http://schemas.microsoft.com/office/drawing/2014/main" id="{27E0CBDB-1F73-F8B6-AEBC-FCE6C8339E36}"/>
                </a:ext>
              </a:extLst>
            </p:cNvPr>
            <p:cNvSpPr txBox="1"/>
            <p:nvPr/>
          </p:nvSpPr>
          <p:spPr>
            <a:xfrm>
              <a:off x="9363770" y="1396255"/>
              <a:ext cx="1286687" cy="307777"/>
            </a:xfrm>
            <a:prstGeom prst="rect">
              <a:avLst/>
            </a:prstGeom>
            <a:noFill/>
          </p:spPr>
          <p:txBody>
            <a:bodyPr wrap="square" rtlCol="0">
              <a:spAutoFit/>
            </a:bodyPr>
            <a:lstStyle/>
            <a:p>
              <a:pPr algn="ctr"/>
              <a:r>
                <a:rPr lang="en-US" altLang="ja-JP" sz="1400" dirty="0"/>
                <a:t>Blender</a:t>
              </a:r>
              <a:r>
                <a:rPr lang="en-US" altLang="ja-JP" sz="1100" dirty="0"/>
                <a:t>※2</a:t>
              </a:r>
              <a:endParaRPr kumimoji="1" lang="ja-JP" altLang="en-US" sz="1400" dirty="0"/>
            </a:p>
          </p:txBody>
        </p:sp>
        <p:sp>
          <p:nvSpPr>
            <p:cNvPr id="125" name="テキスト ボックス 124">
              <a:extLst>
                <a:ext uri="{FF2B5EF4-FFF2-40B4-BE49-F238E27FC236}">
                  <a16:creationId xmlns:a16="http://schemas.microsoft.com/office/drawing/2014/main" id="{202E6560-2902-E3E5-9995-12E78E585D88}"/>
                </a:ext>
              </a:extLst>
            </p:cNvPr>
            <p:cNvSpPr txBox="1"/>
            <p:nvPr/>
          </p:nvSpPr>
          <p:spPr>
            <a:xfrm>
              <a:off x="5652408" y="1663050"/>
              <a:ext cx="1548548" cy="307777"/>
            </a:xfrm>
            <a:prstGeom prst="rect">
              <a:avLst/>
            </a:prstGeom>
            <a:noFill/>
          </p:spPr>
          <p:txBody>
            <a:bodyPr wrap="square" rtlCol="0">
              <a:spAutoFit/>
            </a:bodyPr>
            <a:lstStyle/>
            <a:p>
              <a:pPr algn="ctr"/>
              <a:r>
                <a:rPr lang="en-US" altLang="ja-JP" sz="1400" dirty="0"/>
                <a:t>MakeHuman</a:t>
              </a:r>
              <a:r>
                <a:rPr lang="en-US" altLang="ja-JP" sz="1100" dirty="0"/>
                <a:t>※1</a:t>
              </a:r>
              <a:endParaRPr kumimoji="1" lang="ja-JP" altLang="en-US" sz="1400" dirty="0"/>
            </a:p>
          </p:txBody>
        </p:sp>
        <p:sp>
          <p:nvSpPr>
            <p:cNvPr id="127" name="左中かっこ 126">
              <a:extLst>
                <a:ext uri="{FF2B5EF4-FFF2-40B4-BE49-F238E27FC236}">
                  <a16:creationId xmlns:a16="http://schemas.microsoft.com/office/drawing/2014/main" id="{C4F26478-BCE6-51E3-F6B0-380B67857CF2}"/>
                </a:ext>
              </a:extLst>
            </p:cNvPr>
            <p:cNvSpPr/>
            <p:nvPr/>
          </p:nvSpPr>
          <p:spPr>
            <a:xfrm>
              <a:off x="10520596" y="2567211"/>
              <a:ext cx="127356" cy="437002"/>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34" name="図 33">
              <a:extLst>
                <a:ext uri="{FF2B5EF4-FFF2-40B4-BE49-F238E27FC236}">
                  <a16:creationId xmlns:a16="http://schemas.microsoft.com/office/drawing/2014/main" id="{08735152-F0D5-8A7A-9E28-09B42E017252}"/>
                </a:ext>
              </a:extLst>
            </p:cNvPr>
            <p:cNvPicPr>
              <a:picLocks noChangeAspect="1"/>
            </p:cNvPicPr>
            <p:nvPr/>
          </p:nvPicPr>
          <p:blipFill>
            <a:blip r:embed="rId6">
              <a:extLst>
                <a:ext uri="{28A0092B-C50C-407E-A947-70E740481C1C}">
                  <a14:useLocalDpi xmlns:a14="http://schemas.microsoft.com/office/drawing/2010/main" val="0"/>
                </a:ext>
              </a:extLst>
            </a:blip>
            <a:srcRect t="4038"/>
            <a:stretch>
              <a:fillRect/>
            </a:stretch>
          </p:blipFill>
          <p:spPr>
            <a:xfrm>
              <a:off x="5906433" y="3708467"/>
              <a:ext cx="1086334" cy="1596279"/>
            </a:xfrm>
            <a:prstGeom prst="rect">
              <a:avLst/>
            </a:prstGeom>
          </p:spPr>
        </p:pic>
        <p:pic>
          <p:nvPicPr>
            <p:cNvPr id="39" name="図 38">
              <a:extLst>
                <a:ext uri="{FF2B5EF4-FFF2-40B4-BE49-F238E27FC236}">
                  <a16:creationId xmlns:a16="http://schemas.microsoft.com/office/drawing/2014/main" id="{8AAAB857-B26E-6C5F-7A67-E5B2A09671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55989" y="3721340"/>
              <a:ext cx="800322" cy="1489961"/>
            </a:xfrm>
            <a:prstGeom prst="rect">
              <a:avLst/>
            </a:prstGeom>
          </p:spPr>
        </p:pic>
        <p:sp>
          <p:nvSpPr>
            <p:cNvPr id="3" name="正方形/長方形 2">
              <a:extLst>
                <a:ext uri="{FF2B5EF4-FFF2-40B4-BE49-F238E27FC236}">
                  <a16:creationId xmlns:a16="http://schemas.microsoft.com/office/drawing/2014/main" id="{13AE2F88-C907-4D10-6740-BF639A4A7813}"/>
                </a:ext>
              </a:extLst>
            </p:cNvPr>
            <p:cNvSpPr/>
            <p:nvPr/>
          </p:nvSpPr>
          <p:spPr>
            <a:xfrm>
              <a:off x="1133631" y="1606548"/>
              <a:ext cx="1348295" cy="82115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正方形/長方形 30">
              <a:extLst>
                <a:ext uri="{FF2B5EF4-FFF2-40B4-BE49-F238E27FC236}">
                  <a16:creationId xmlns:a16="http://schemas.microsoft.com/office/drawing/2014/main" id="{8F577796-4BA6-ACF8-8642-2FC35DCCBAB0}"/>
                </a:ext>
              </a:extLst>
            </p:cNvPr>
            <p:cNvSpPr/>
            <p:nvPr/>
          </p:nvSpPr>
          <p:spPr>
            <a:xfrm>
              <a:off x="1133631" y="2532526"/>
              <a:ext cx="1348295" cy="82115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正方形/長方形 34">
              <a:extLst>
                <a:ext uri="{FF2B5EF4-FFF2-40B4-BE49-F238E27FC236}">
                  <a16:creationId xmlns:a16="http://schemas.microsoft.com/office/drawing/2014/main" id="{D177BF95-8BAC-5211-89D1-8D1844852C9F}"/>
                </a:ext>
              </a:extLst>
            </p:cNvPr>
            <p:cNvSpPr/>
            <p:nvPr/>
          </p:nvSpPr>
          <p:spPr>
            <a:xfrm>
              <a:off x="1129591" y="3463325"/>
              <a:ext cx="1348295" cy="82115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正方形/長方形 39">
              <a:extLst>
                <a:ext uri="{FF2B5EF4-FFF2-40B4-BE49-F238E27FC236}">
                  <a16:creationId xmlns:a16="http://schemas.microsoft.com/office/drawing/2014/main" id="{39E633EE-0D08-16EC-45AE-8B411E8EB09D}"/>
                </a:ext>
              </a:extLst>
            </p:cNvPr>
            <p:cNvSpPr/>
            <p:nvPr/>
          </p:nvSpPr>
          <p:spPr>
            <a:xfrm>
              <a:off x="1139426" y="4400021"/>
              <a:ext cx="1348295" cy="82115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42" name="直線矢印コネクタ 41">
              <a:extLst>
                <a:ext uri="{FF2B5EF4-FFF2-40B4-BE49-F238E27FC236}">
                  <a16:creationId xmlns:a16="http://schemas.microsoft.com/office/drawing/2014/main" id="{D8B85003-8A39-B4DD-5A9E-E92D8EAF404A}"/>
                </a:ext>
              </a:extLst>
            </p:cNvPr>
            <p:cNvCxnSpPr>
              <a:cxnSpLocks/>
              <a:stCxn id="31" idx="3"/>
              <a:endCxn id="56" idx="1"/>
            </p:cNvCxnSpPr>
            <p:nvPr/>
          </p:nvCxnSpPr>
          <p:spPr>
            <a:xfrm>
              <a:off x="2481926" y="2943104"/>
              <a:ext cx="943079" cy="2941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191BDBD0-1E6A-2294-29FE-F5214A48DCB2}"/>
                </a:ext>
              </a:extLst>
            </p:cNvPr>
            <p:cNvSpPr txBox="1"/>
            <p:nvPr/>
          </p:nvSpPr>
          <p:spPr>
            <a:xfrm>
              <a:off x="893028" y="5269870"/>
              <a:ext cx="1841089" cy="307777"/>
            </a:xfrm>
            <a:prstGeom prst="rect">
              <a:avLst/>
            </a:prstGeom>
            <a:noFill/>
          </p:spPr>
          <p:txBody>
            <a:bodyPr wrap="square" rtlCol="0">
              <a:spAutoFit/>
            </a:bodyPr>
            <a:lstStyle/>
            <a:p>
              <a:pPr algn="ctr"/>
              <a:r>
                <a:rPr kumimoji="1" lang="ja-JP" altLang="en-US" sz="1400" dirty="0"/>
                <a:t>モーションデータ</a:t>
              </a:r>
            </a:p>
          </p:txBody>
        </p:sp>
        <p:pic>
          <p:nvPicPr>
            <p:cNvPr id="56" name="図 55">
              <a:extLst>
                <a:ext uri="{FF2B5EF4-FFF2-40B4-BE49-F238E27FC236}">
                  <a16:creationId xmlns:a16="http://schemas.microsoft.com/office/drawing/2014/main" id="{19A2FAEE-20DF-E0E8-58C1-FFB000F2C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5005" y="1938401"/>
              <a:ext cx="1247156" cy="2068236"/>
            </a:xfrm>
            <a:prstGeom prst="rect">
              <a:avLst/>
            </a:prstGeom>
          </p:spPr>
        </p:pic>
      </p:grpSp>
      <p:sp>
        <p:nvSpPr>
          <p:cNvPr id="27" name="テキスト ボックス 26">
            <a:extLst>
              <a:ext uri="{FF2B5EF4-FFF2-40B4-BE49-F238E27FC236}">
                <a16:creationId xmlns:a16="http://schemas.microsoft.com/office/drawing/2014/main" id="{B33DC826-BD4B-E6B7-10EA-D55FA58CC795}"/>
              </a:ext>
            </a:extLst>
          </p:cNvPr>
          <p:cNvSpPr txBox="1"/>
          <p:nvPr/>
        </p:nvSpPr>
        <p:spPr>
          <a:xfrm>
            <a:off x="0" y="6121003"/>
            <a:ext cx="6726972" cy="215444"/>
          </a:xfrm>
          <a:prstGeom prst="rect">
            <a:avLst/>
          </a:prstGeom>
          <a:noFill/>
        </p:spPr>
        <p:txBody>
          <a:bodyPr wrap="square">
            <a:spAutoFit/>
          </a:bodyPr>
          <a:lstStyle/>
          <a:p>
            <a:r>
              <a:rPr lang="en-US" altLang="ja-JP" sz="800" dirty="0">
                <a:hlinkClick r:id="rId8"/>
              </a:rPr>
              <a:t>※1 </a:t>
            </a:r>
            <a:r>
              <a:rPr lang="ja-JP" altLang="en-US" sz="800" dirty="0">
                <a:hlinkClick r:id="rId8"/>
              </a:rPr>
              <a:t>https://static.makehumancommunity.org/makehuman.html</a:t>
            </a:r>
            <a:r>
              <a:rPr lang="ja-JP" altLang="en-US" sz="800" dirty="0"/>
              <a:t>  </a:t>
            </a:r>
            <a:r>
              <a:rPr lang="en-US" altLang="ja-JP" sz="800" dirty="0"/>
              <a:t>※2 https://www.blender.org/</a:t>
            </a:r>
            <a:endParaRPr lang="ja-JP" altLang="en-US" sz="800" dirty="0"/>
          </a:p>
        </p:txBody>
      </p:sp>
    </p:spTree>
    <p:extLst>
      <p:ext uri="{BB962C8B-B14F-4D97-AF65-F5344CB8AC3E}">
        <p14:creationId xmlns:p14="http://schemas.microsoft.com/office/powerpoint/2010/main" val="3400072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7D525-765A-80FC-B159-E63077719D4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58A0EF7-59EE-8850-FE1B-8249F4D7D6BC}"/>
              </a:ext>
            </a:extLst>
          </p:cNvPr>
          <p:cNvSpPr>
            <a:spLocks noGrp="1"/>
          </p:cNvSpPr>
          <p:nvPr>
            <p:ph type="sldNum" sz="quarter" idx="12"/>
          </p:nvPr>
        </p:nvSpPr>
        <p:spPr/>
        <p:txBody>
          <a:bodyPr/>
          <a:lstStyle/>
          <a:p>
            <a:fld id="{465F6A33-8929-41AA-8A25-00E3AA79F1EE}" type="slidenum">
              <a:rPr lang="en-US" smtClean="0"/>
              <a:t>6</a:t>
            </a:fld>
            <a:endParaRPr lang="en-US"/>
          </a:p>
        </p:txBody>
      </p:sp>
      <p:sp>
        <p:nvSpPr>
          <p:cNvPr id="11" name="テキスト ボックス 10">
            <a:extLst>
              <a:ext uri="{FF2B5EF4-FFF2-40B4-BE49-F238E27FC236}">
                <a16:creationId xmlns:a16="http://schemas.microsoft.com/office/drawing/2014/main" id="{64749310-A379-7006-3A07-15B9B2855B09}"/>
              </a:ext>
            </a:extLst>
          </p:cNvPr>
          <p:cNvSpPr txBox="1"/>
          <p:nvPr/>
        </p:nvSpPr>
        <p:spPr>
          <a:xfrm>
            <a:off x="277090" y="258618"/>
            <a:ext cx="10352809" cy="646331"/>
          </a:xfrm>
          <a:prstGeom prst="rect">
            <a:avLst/>
          </a:prstGeom>
          <a:noFill/>
        </p:spPr>
        <p:txBody>
          <a:bodyPr wrap="square" rtlCol="0">
            <a:spAutoFit/>
          </a:bodyPr>
          <a:lstStyle/>
          <a:p>
            <a:r>
              <a:rPr kumimoji="1" lang="ja-JP" altLang="en-US" sz="3600" dirty="0"/>
              <a:t>研究手法　</a:t>
            </a:r>
            <a:r>
              <a:rPr lang="ja-JP" altLang="en-US" sz="3600" b="1" dirty="0">
                <a:solidFill>
                  <a:srgbClr val="222222"/>
                </a:solidFill>
                <a:latin typeface="Noto Sans JP"/>
              </a:rPr>
              <a:t>工程③ 評価方法</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B60141B6-07A9-B93F-A664-A72AC93EFEEC}"/>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10A14F22-DC06-AEA8-BC4C-0C2299402F55}"/>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72F06B4F-DE64-88BA-F3BC-1625255E9147}"/>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4" name="表 3">
            <a:extLst>
              <a:ext uri="{FF2B5EF4-FFF2-40B4-BE49-F238E27FC236}">
                <a16:creationId xmlns:a16="http://schemas.microsoft.com/office/drawing/2014/main" id="{5986EC05-4A49-3537-3458-C002A9F60FD6}"/>
              </a:ext>
            </a:extLst>
          </p:cNvPr>
          <p:cNvGraphicFramePr>
            <a:graphicFrameLocks noGrp="1"/>
          </p:cNvGraphicFramePr>
          <p:nvPr/>
        </p:nvGraphicFramePr>
        <p:xfrm>
          <a:off x="12822816" y="1011692"/>
          <a:ext cx="1523214" cy="4568190"/>
        </p:xfrm>
        <a:graphic>
          <a:graphicData uri="http://schemas.openxmlformats.org/drawingml/2006/table">
            <a:tbl>
              <a:tblPr>
                <a:tableStyleId>{5C22544A-7EE6-4342-B048-85BDC9FD1C3A}</a:tableStyleId>
              </a:tblPr>
              <a:tblGrid>
                <a:gridCol w="761607">
                  <a:extLst>
                    <a:ext uri="{9D8B030D-6E8A-4147-A177-3AD203B41FA5}">
                      <a16:colId xmlns:a16="http://schemas.microsoft.com/office/drawing/2014/main" val="3360620907"/>
                    </a:ext>
                  </a:extLst>
                </a:gridCol>
                <a:gridCol w="761607">
                  <a:extLst>
                    <a:ext uri="{9D8B030D-6E8A-4147-A177-3AD203B41FA5}">
                      <a16:colId xmlns:a16="http://schemas.microsoft.com/office/drawing/2014/main" val="2452552071"/>
                    </a:ext>
                  </a:extLst>
                </a:gridCol>
              </a:tblGrid>
              <a:tr h="0">
                <a:tc>
                  <a:txBody>
                    <a:bodyPr/>
                    <a:lstStyle/>
                    <a:p>
                      <a:pPr algn="r">
                        <a:buNone/>
                      </a:pPr>
                      <a:r>
                        <a:rPr lang="ja-JP" sz="975">
                          <a:effectLst/>
                        </a:rPr>
                        <a:t>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head</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58795095"/>
                  </a:ext>
                </a:extLst>
              </a:tr>
              <a:tr h="0">
                <a:tc>
                  <a:txBody>
                    <a:bodyPr/>
                    <a:lstStyle/>
                    <a:p>
                      <a:pPr algn="r">
                        <a:buNone/>
                      </a:pPr>
                      <a:r>
                        <a:rPr lang="ja-JP" sz="975">
                          <a:effectLst/>
                        </a:rPr>
                        <a:t>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96491776"/>
                  </a:ext>
                </a:extLst>
              </a:tr>
              <a:tr h="0">
                <a:tc>
                  <a:txBody>
                    <a:bodyPr/>
                    <a:lstStyle/>
                    <a:p>
                      <a:pPr algn="r">
                        <a:buNone/>
                      </a:pPr>
                      <a:r>
                        <a:rPr lang="ja-JP" sz="975">
                          <a:effectLst/>
                        </a:rPr>
                        <a:t>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518065461"/>
                  </a:ext>
                </a:extLst>
              </a:tr>
              <a:tr h="0">
                <a:tc>
                  <a:txBody>
                    <a:bodyPr/>
                    <a:lstStyle/>
                    <a:p>
                      <a:pPr algn="r">
                        <a:buNone/>
                      </a:pPr>
                      <a:r>
                        <a:rPr lang="ja-JP" sz="975">
                          <a:effectLst/>
                        </a:rPr>
                        <a:t>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87937856"/>
                  </a:ext>
                </a:extLst>
              </a:tr>
              <a:tr h="0">
                <a:tc>
                  <a:txBody>
                    <a:bodyPr/>
                    <a:lstStyle/>
                    <a:p>
                      <a:pPr algn="r">
                        <a:buNone/>
                      </a:pPr>
                      <a:r>
                        <a:rPr lang="ja-JP" sz="975">
                          <a:effectLst/>
                        </a:rPr>
                        <a:t>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77558598"/>
                  </a:ext>
                </a:extLst>
              </a:tr>
              <a:tr h="0">
                <a:tc>
                  <a:txBody>
                    <a:bodyPr/>
                    <a:lstStyle/>
                    <a:p>
                      <a:pPr algn="r">
                        <a:buNone/>
                      </a:pPr>
                      <a:r>
                        <a:rPr lang="ja-JP" sz="975">
                          <a:effectLst/>
                        </a:rPr>
                        <a:t>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739542079"/>
                  </a:ext>
                </a:extLst>
              </a:tr>
              <a:tr h="0">
                <a:tc>
                  <a:txBody>
                    <a:bodyPr/>
                    <a:lstStyle/>
                    <a:p>
                      <a:pPr algn="r">
                        <a:buNone/>
                      </a:pPr>
                      <a:r>
                        <a:rPr lang="ja-JP" sz="975">
                          <a:effectLst/>
                        </a:rPr>
                        <a:t>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98690001"/>
                  </a:ext>
                </a:extLst>
              </a:tr>
              <a:tr h="0">
                <a:tc>
                  <a:txBody>
                    <a:bodyPr/>
                    <a:lstStyle/>
                    <a:p>
                      <a:pPr algn="r">
                        <a:buNone/>
                      </a:pPr>
                      <a:r>
                        <a:rPr lang="ja-JP" sz="975">
                          <a:effectLst/>
                        </a:rPr>
                        <a:t>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615444910"/>
                  </a:ext>
                </a:extLst>
              </a:tr>
              <a:tr h="0">
                <a:tc>
                  <a:txBody>
                    <a:bodyPr/>
                    <a:lstStyle/>
                    <a:p>
                      <a:pPr algn="r">
                        <a:buNone/>
                      </a:pPr>
                      <a:r>
                        <a:rPr lang="ja-JP" sz="975">
                          <a:effectLst/>
                        </a:rPr>
                        <a:t>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839181075"/>
                  </a:ext>
                </a:extLst>
              </a:tr>
              <a:tr h="0">
                <a:tc>
                  <a:txBody>
                    <a:bodyPr/>
                    <a:lstStyle/>
                    <a:p>
                      <a:pPr algn="r">
                        <a:buNone/>
                      </a:pPr>
                      <a:r>
                        <a:rPr lang="ja-JP" sz="975">
                          <a:effectLst/>
                        </a:rPr>
                        <a:t>9</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60034797"/>
                  </a:ext>
                </a:extLst>
              </a:tr>
              <a:tr h="0">
                <a:tc>
                  <a:txBody>
                    <a:bodyPr/>
                    <a:lstStyle/>
                    <a:p>
                      <a:pPr algn="r">
                        <a:buNone/>
                      </a:pPr>
                      <a:r>
                        <a:rPr lang="ja-JP" sz="975">
                          <a:effectLst/>
                        </a:rPr>
                        <a:t>10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68845344"/>
                  </a:ext>
                </a:extLst>
              </a:tr>
              <a:tr h="0">
                <a:tc>
                  <a:txBody>
                    <a:bodyPr/>
                    <a:lstStyle/>
                    <a:p>
                      <a:pPr algn="r">
                        <a:buNone/>
                      </a:pPr>
                      <a:r>
                        <a:rPr lang="ja-JP" sz="975">
                          <a:effectLst/>
                        </a:rPr>
                        <a:t>11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55635102"/>
                  </a:ext>
                </a:extLst>
              </a:tr>
              <a:tr h="0">
                <a:tc>
                  <a:txBody>
                    <a:bodyPr/>
                    <a:lstStyle/>
                    <a:p>
                      <a:pPr algn="r">
                        <a:buNone/>
                      </a:pPr>
                      <a:r>
                        <a:rPr lang="ja-JP" sz="975">
                          <a:effectLst/>
                        </a:rPr>
                        <a:t>12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264139350"/>
                  </a:ext>
                </a:extLst>
              </a:tr>
              <a:tr h="0">
                <a:tc>
                  <a:txBody>
                    <a:bodyPr/>
                    <a:lstStyle/>
                    <a:p>
                      <a:pPr algn="r">
                        <a:buNone/>
                      </a:pPr>
                      <a:r>
                        <a:rPr lang="ja-JP" sz="975">
                          <a:effectLst/>
                        </a:rPr>
                        <a:t>13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spine0</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060109477"/>
                  </a:ext>
                </a:extLst>
              </a:tr>
              <a:tr h="0">
                <a:tc>
                  <a:txBody>
                    <a:bodyPr/>
                    <a:lstStyle/>
                    <a:p>
                      <a:pPr algn="r">
                        <a:buNone/>
                      </a:pPr>
                      <a:r>
                        <a:rPr lang="ja-JP" sz="975">
                          <a:effectLst/>
                        </a:rPr>
                        <a:t>14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spine1</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31755842"/>
                  </a:ext>
                </a:extLst>
              </a:tr>
              <a:tr h="0">
                <a:tc>
                  <a:txBody>
                    <a:bodyPr/>
                    <a:lstStyle/>
                    <a:p>
                      <a:pPr algn="r">
                        <a:buNone/>
                      </a:pPr>
                      <a:r>
                        <a:rPr lang="ja-JP" sz="975">
                          <a:effectLst/>
                        </a:rPr>
                        <a:t>15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spine2</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56477390"/>
                  </a:ext>
                </a:extLst>
              </a:tr>
              <a:tr h="0">
                <a:tc>
                  <a:txBody>
                    <a:bodyPr/>
                    <a:lstStyle/>
                    <a:p>
                      <a:pPr algn="r">
                        <a:buNone/>
                      </a:pPr>
                      <a:r>
                        <a:rPr lang="ja-JP" sz="975">
                          <a:effectLst/>
                        </a:rPr>
                        <a:t>16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spine3</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913122963"/>
                  </a:ext>
                </a:extLst>
              </a:tr>
              <a:tr h="0">
                <a:tc>
                  <a:txBody>
                    <a:bodyPr/>
                    <a:lstStyle/>
                    <a:p>
                      <a:pPr algn="r">
                        <a:buNone/>
                      </a:pPr>
                      <a:r>
                        <a:rPr lang="ja-JP" sz="975">
                          <a:effectLst/>
                        </a:rPr>
                        <a:t>17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spine4</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35353813"/>
                  </a:ext>
                </a:extLst>
              </a:tr>
              <a:tr h="0">
                <a:tc>
                  <a:txBody>
                    <a:bodyPr/>
                    <a:lstStyle/>
                    <a:p>
                      <a:pPr algn="r">
                        <a:buNone/>
                      </a:pPr>
                      <a:r>
                        <a:rPr lang="ja-JP" sz="975">
                          <a:effectLst/>
                        </a:rPr>
                        <a:t>18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spine5</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29390938"/>
                  </a:ext>
                </a:extLst>
              </a:tr>
            </a:tbl>
          </a:graphicData>
        </a:graphic>
      </p:graphicFrame>
      <p:grpSp>
        <p:nvGrpSpPr>
          <p:cNvPr id="25" name="グループ化 24">
            <a:extLst>
              <a:ext uri="{FF2B5EF4-FFF2-40B4-BE49-F238E27FC236}">
                <a16:creationId xmlns:a16="http://schemas.microsoft.com/office/drawing/2014/main" id="{B13E99FD-C325-F3EB-47C0-C4F6D987B5F8}"/>
              </a:ext>
            </a:extLst>
          </p:cNvPr>
          <p:cNvGrpSpPr/>
          <p:nvPr/>
        </p:nvGrpSpPr>
        <p:grpSpPr>
          <a:xfrm>
            <a:off x="12523549" y="4347366"/>
            <a:ext cx="6663699" cy="2239376"/>
            <a:chOff x="767805" y="2520809"/>
            <a:chExt cx="6663699" cy="2239376"/>
          </a:xfrm>
        </p:grpSpPr>
        <p:sp>
          <p:nvSpPr>
            <p:cNvPr id="5" name="テキスト ボックス 4">
              <a:extLst>
                <a:ext uri="{FF2B5EF4-FFF2-40B4-BE49-F238E27FC236}">
                  <a16:creationId xmlns:a16="http://schemas.microsoft.com/office/drawing/2014/main" id="{C191399F-9B8D-C5E7-A737-294848817206}"/>
                </a:ext>
              </a:extLst>
            </p:cNvPr>
            <p:cNvSpPr txBox="1"/>
            <p:nvPr/>
          </p:nvSpPr>
          <p:spPr>
            <a:xfrm>
              <a:off x="767805" y="4236965"/>
              <a:ext cx="1657823" cy="523220"/>
            </a:xfrm>
            <a:prstGeom prst="rect">
              <a:avLst/>
            </a:prstGeom>
            <a:noFill/>
          </p:spPr>
          <p:txBody>
            <a:bodyPr wrap="square" rtlCol="0">
              <a:spAutoFit/>
            </a:bodyPr>
            <a:lstStyle/>
            <a:p>
              <a:pPr algn="ctr"/>
              <a:r>
                <a:rPr lang="ja-JP" altLang="en-US" sz="1400" b="1" dirty="0"/>
                <a:t>ポーズ</a:t>
              </a:r>
              <a:endParaRPr lang="en-US" altLang="ja-JP" sz="1400" b="1" dirty="0"/>
            </a:p>
            <a:p>
              <a:pPr algn="ctr"/>
              <a:r>
                <a:rPr kumimoji="1" lang="en-US" altLang="ja-JP" sz="1400" b="1" dirty="0"/>
                <a:t>(a)3D </a:t>
              </a:r>
              <a:r>
                <a:rPr kumimoji="1" lang="en-US" altLang="ja-JP" sz="1400" b="1" dirty="0" err="1"/>
                <a:t>keypoints</a:t>
              </a:r>
              <a:endParaRPr kumimoji="1" lang="ja-JP" altLang="en-US" sz="1400" b="1" dirty="0"/>
            </a:p>
          </p:txBody>
        </p:sp>
        <p:sp>
          <p:nvSpPr>
            <p:cNvPr id="8" name="矢印: 右 7">
              <a:extLst>
                <a:ext uri="{FF2B5EF4-FFF2-40B4-BE49-F238E27FC236}">
                  <a16:creationId xmlns:a16="http://schemas.microsoft.com/office/drawing/2014/main" id="{839A36F6-06AC-FDFC-4828-8F977F2032D4}"/>
                </a:ext>
              </a:extLst>
            </p:cNvPr>
            <p:cNvSpPr/>
            <p:nvPr/>
          </p:nvSpPr>
          <p:spPr>
            <a:xfrm>
              <a:off x="3639672" y="3245346"/>
              <a:ext cx="417747" cy="21358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83487C72-A03F-8A4D-7A69-C1C77A9F0FA6}"/>
                </a:ext>
              </a:extLst>
            </p:cNvPr>
            <p:cNvGrpSpPr/>
            <p:nvPr/>
          </p:nvGrpSpPr>
          <p:grpSpPr>
            <a:xfrm>
              <a:off x="5219917" y="3362434"/>
              <a:ext cx="508577" cy="276999"/>
              <a:chOff x="5912544" y="1914879"/>
              <a:chExt cx="489274" cy="214193"/>
            </a:xfrm>
          </p:grpSpPr>
          <p:sp>
            <p:nvSpPr>
              <p:cNvPr id="13" name="正方形/長方形 12">
                <a:extLst>
                  <a:ext uri="{FF2B5EF4-FFF2-40B4-BE49-F238E27FC236}">
                    <a16:creationId xmlns:a16="http://schemas.microsoft.com/office/drawing/2014/main" id="{55572837-F34B-F5F2-1B12-E046A8808ADD}"/>
                  </a:ext>
                </a:extLst>
              </p:cNvPr>
              <p:cNvSpPr/>
              <p:nvPr/>
            </p:nvSpPr>
            <p:spPr>
              <a:xfrm>
                <a:off x="6035334" y="1914879"/>
                <a:ext cx="366484" cy="214193"/>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二等辺三角形 13">
                <a:extLst>
                  <a:ext uri="{FF2B5EF4-FFF2-40B4-BE49-F238E27FC236}">
                    <a16:creationId xmlns:a16="http://schemas.microsoft.com/office/drawing/2014/main" id="{BF529CE6-A830-C34B-C3AD-9721D4CD2C5F}"/>
                  </a:ext>
                </a:extLst>
              </p:cNvPr>
              <p:cNvSpPr/>
              <p:nvPr/>
            </p:nvSpPr>
            <p:spPr>
              <a:xfrm rot="5400000">
                <a:off x="5881417" y="1978711"/>
                <a:ext cx="153329" cy="91076"/>
              </a:xfrm>
              <a:prstGeom prst="triangle">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左中かっこ 14">
              <a:extLst>
                <a:ext uri="{FF2B5EF4-FFF2-40B4-BE49-F238E27FC236}">
                  <a16:creationId xmlns:a16="http://schemas.microsoft.com/office/drawing/2014/main" id="{B0397DF2-4A45-CA9F-04CA-6C3601D541AF}"/>
                </a:ext>
              </a:extLst>
            </p:cNvPr>
            <p:cNvSpPr/>
            <p:nvPr/>
          </p:nvSpPr>
          <p:spPr>
            <a:xfrm rot="5400000">
              <a:off x="5627033" y="1395488"/>
              <a:ext cx="224145" cy="308068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9BE05D8A-F760-9E26-B13B-640EBC24D210}"/>
                </a:ext>
              </a:extLst>
            </p:cNvPr>
            <p:cNvSpPr txBox="1"/>
            <p:nvPr/>
          </p:nvSpPr>
          <p:spPr>
            <a:xfrm>
              <a:off x="5313184" y="2520809"/>
              <a:ext cx="900786" cy="307777"/>
            </a:xfrm>
            <a:prstGeom prst="rect">
              <a:avLst/>
            </a:prstGeom>
            <a:noFill/>
          </p:spPr>
          <p:txBody>
            <a:bodyPr wrap="square" rtlCol="0">
              <a:spAutoFit/>
            </a:bodyPr>
            <a:lstStyle/>
            <a:p>
              <a:r>
                <a:rPr kumimoji="1" lang="en-US" altLang="ja-JP" sz="1400" b="1"/>
                <a:t>Blender</a:t>
              </a:r>
              <a:endParaRPr kumimoji="1" lang="ja-JP" altLang="en-US" sz="1400" b="1"/>
            </a:p>
          </p:txBody>
        </p:sp>
        <p:sp>
          <p:nvSpPr>
            <p:cNvPr id="17" name="テキスト ボックス 16">
              <a:extLst>
                <a:ext uri="{FF2B5EF4-FFF2-40B4-BE49-F238E27FC236}">
                  <a16:creationId xmlns:a16="http://schemas.microsoft.com/office/drawing/2014/main" id="{69735E45-3B71-33CA-28CB-4A54D72E6044}"/>
                </a:ext>
              </a:extLst>
            </p:cNvPr>
            <p:cNvSpPr txBox="1"/>
            <p:nvPr/>
          </p:nvSpPr>
          <p:spPr>
            <a:xfrm>
              <a:off x="5771409" y="3262417"/>
              <a:ext cx="1613589" cy="523220"/>
            </a:xfrm>
            <a:prstGeom prst="rect">
              <a:avLst/>
            </a:prstGeom>
            <a:noFill/>
          </p:spPr>
          <p:txBody>
            <a:bodyPr wrap="square" rtlCol="0">
              <a:spAutoFit/>
            </a:bodyPr>
            <a:lstStyle/>
            <a:p>
              <a:r>
                <a:rPr lang="en-US" altLang="ja-JP" sz="1400" b="1"/>
                <a:t>(b)2D </a:t>
              </a:r>
              <a:r>
                <a:rPr lang="en-US" altLang="ja-JP" sz="1400" b="1" err="1"/>
                <a:t>keypoints</a:t>
              </a:r>
              <a:endParaRPr lang="en-US" altLang="ja-JP" sz="1400" b="1"/>
            </a:p>
            <a:p>
              <a:r>
                <a:rPr kumimoji="1" lang="en-US" altLang="ja-JP" sz="1400" b="1"/>
                <a:t>(c)image</a:t>
              </a:r>
              <a:endParaRPr kumimoji="1" lang="ja-JP" altLang="en-US" sz="1400" b="1"/>
            </a:p>
          </p:txBody>
        </p:sp>
        <p:sp>
          <p:nvSpPr>
            <p:cNvPr id="18" name="テキスト ボックス 17">
              <a:extLst>
                <a:ext uri="{FF2B5EF4-FFF2-40B4-BE49-F238E27FC236}">
                  <a16:creationId xmlns:a16="http://schemas.microsoft.com/office/drawing/2014/main" id="{A8026775-121A-3F22-5092-C2F6A3EE8081}"/>
                </a:ext>
              </a:extLst>
            </p:cNvPr>
            <p:cNvSpPr txBox="1"/>
            <p:nvPr/>
          </p:nvSpPr>
          <p:spPr>
            <a:xfrm>
              <a:off x="5164239" y="4314615"/>
              <a:ext cx="2267265" cy="307777"/>
            </a:xfrm>
            <a:prstGeom prst="rect">
              <a:avLst/>
            </a:prstGeom>
            <a:noFill/>
          </p:spPr>
          <p:txBody>
            <a:bodyPr wrap="square" rtlCol="0">
              <a:spAutoFit/>
            </a:bodyPr>
            <a:lstStyle/>
            <a:p>
              <a:r>
                <a:rPr lang="ja-JP" altLang="en-US" sz="1400" b="1"/>
                <a:t>ポーズをとったアバター</a:t>
              </a:r>
              <a:endParaRPr kumimoji="1" lang="ja-JP" altLang="en-US" sz="1400" b="1"/>
            </a:p>
          </p:txBody>
        </p:sp>
        <p:sp>
          <p:nvSpPr>
            <p:cNvPr id="19" name="テキスト ボックス 18">
              <a:extLst>
                <a:ext uri="{FF2B5EF4-FFF2-40B4-BE49-F238E27FC236}">
                  <a16:creationId xmlns:a16="http://schemas.microsoft.com/office/drawing/2014/main" id="{E371765A-B7E3-8112-1CF2-5F46166E75EB}"/>
                </a:ext>
              </a:extLst>
            </p:cNvPr>
            <p:cNvSpPr txBox="1"/>
            <p:nvPr/>
          </p:nvSpPr>
          <p:spPr>
            <a:xfrm>
              <a:off x="5078723" y="3692305"/>
              <a:ext cx="900786" cy="307777"/>
            </a:xfrm>
            <a:prstGeom prst="rect">
              <a:avLst/>
            </a:prstGeom>
            <a:noFill/>
          </p:spPr>
          <p:txBody>
            <a:bodyPr wrap="square" rtlCol="0">
              <a:spAutoFit/>
            </a:bodyPr>
            <a:lstStyle/>
            <a:p>
              <a:pPr algn="ctr"/>
              <a:r>
                <a:rPr lang="ja-JP" altLang="en-US" sz="1400" b="1" dirty="0"/>
                <a:t>カメラ</a:t>
              </a:r>
              <a:endParaRPr kumimoji="1" lang="ja-JP" altLang="en-US" sz="1400" b="1" dirty="0"/>
            </a:p>
          </p:txBody>
        </p:sp>
        <p:sp>
          <p:nvSpPr>
            <p:cNvPr id="20" name="テキスト ボックス 19">
              <a:extLst>
                <a:ext uri="{FF2B5EF4-FFF2-40B4-BE49-F238E27FC236}">
                  <a16:creationId xmlns:a16="http://schemas.microsoft.com/office/drawing/2014/main" id="{7BDF8E19-598A-F15A-C4FF-0B6EE6C8EAE3}"/>
                </a:ext>
              </a:extLst>
            </p:cNvPr>
            <p:cNvSpPr txBox="1"/>
            <p:nvPr/>
          </p:nvSpPr>
          <p:spPr>
            <a:xfrm>
              <a:off x="2368409" y="4221576"/>
              <a:ext cx="1333500" cy="307777"/>
            </a:xfrm>
            <a:prstGeom prst="rect">
              <a:avLst/>
            </a:prstGeom>
            <a:noFill/>
          </p:spPr>
          <p:txBody>
            <a:bodyPr wrap="square" rtlCol="0">
              <a:spAutoFit/>
            </a:bodyPr>
            <a:lstStyle/>
            <a:p>
              <a:pPr algn="ctr"/>
              <a:r>
                <a:rPr kumimoji="1" lang="ja-JP" altLang="en-US" sz="1400" b="1"/>
                <a:t>アバター</a:t>
              </a:r>
            </a:p>
          </p:txBody>
        </p:sp>
        <p:sp>
          <p:nvSpPr>
            <p:cNvPr id="21" name="十字形 20">
              <a:extLst>
                <a:ext uri="{FF2B5EF4-FFF2-40B4-BE49-F238E27FC236}">
                  <a16:creationId xmlns:a16="http://schemas.microsoft.com/office/drawing/2014/main" id="{E975A616-6A69-BAB0-ACD9-C89254BA2141}"/>
                </a:ext>
              </a:extLst>
            </p:cNvPr>
            <p:cNvSpPr/>
            <p:nvPr/>
          </p:nvSpPr>
          <p:spPr>
            <a:xfrm>
              <a:off x="2048429" y="3180409"/>
              <a:ext cx="355352" cy="343454"/>
            </a:xfrm>
            <a:prstGeom prst="plus">
              <a:avLst>
                <a:gd name="adj" fmla="val 4025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図 21">
              <a:extLst>
                <a:ext uri="{FF2B5EF4-FFF2-40B4-BE49-F238E27FC236}">
                  <a16:creationId xmlns:a16="http://schemas.microsoft.com/office/drawing/2014/main" id="{F58E1705-F146-9535-99EE-AAFAE83A0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7262" y="3008437"/>
              <a:ext cx="936977" cy="1613955"/>
            </a:xfrm>
            <a:prstGeom prst="rect">
              <a:avLst/>
            </a:prstGeom>
          </p:spPr>
        </p:pic>
        <p:pic>
          <p:nvPicPr>
            <p:cNvPr id="23" name="図 22">
              <a:extLst>
                <a:ext uri="{FF2B5EF4-FFF2-40B4-BE49-F238E27FC236}">
                  <a16:creationId xmlns:a16="http://schemas.microsoft.com/office/drawing/2014/main" id="{C7D2B07F-E2BC-B701-F9E6-24C9B4FF3E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6669" y="2674698"/>
              <a:ext cx="932774" cy="1546877"/>
            </a:xfrm>
            <a:prstGeom prst="rect">
              <a:avLst/>
            </a:prstGeom>
          </p:spPr>
        </p:pic>
        <p:pic>
          <p:nvPicPr>
            <p:cNvPr id="24" name="図 23">
              <a:extLst>
                <a:ext uri="{FF2B5EF4-FFF2-40B4-BE49-F238E27FC236}">
                  <a16:creationId xmlns:a16="http://schemas.microsoft.com/office/drawing/2014/main" id="{3C0B7BCE-0B2D-0512-01BE-4A8C91B5B4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88699" y="2674698"/>
              <a:ext cx="1066055" cy="1580107"/>
            </a:xfrm>
            <a:prstGeom prst="rect">
              <a:avLst/>
            </a:prstGeom>
          </p:spPr>
        </p:pic>
      </p:grpSp>
      <p:sp>
        <p:nvSpPr>
          <p:cNvPr id="26" name="TextBox 3">
            <a:extLst>
              <a:ext uri="{FF2B5EF4-FFF2-40B4-BE49-F238E27FC236}">
                <a16:creationId xmlns:a16="http://schemas.microsoft.com/office/drawing/2014/main" id="{04FCA7A9-30C2-4C78-B6D9-B1D3BC34033D}"/>
              </a:ext>
            </a:extLst>
          </p:cNvPr>
          <p:cNvSpPr txBox="1"/>
          <p:nvPr/>
        </p:nvSpPr>
        <p:spPr>
          <a:xfrm>
            <a:off x="503546" y="1264771"/>
            <a:ext cx="9814466" cy="3385542"/>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テスト用のデータセットを作成し、拡張前と拡張後のモデルで推定</a:t>
            </a:r>
            <a:endParaRPr lang="en-US" altLang="ja-JP" sz="2000" b="1" dirty="0">
              <a:solidFill>
                <a:srgbClr val="222222"/>
              </a:solidFill>
              <a:latin typeface="Noto Sans JP"/>
            </a:endParaRPr>
          </a:p>
          <a:p>
            <a:pPr>
              <a:lnSpc>
                <a:spcPts val="2400"/>
              </a:lnSpc>
            </a:pPr>
            <a:r>
              <a:rPr lang="ja-JP" altLang="en-US" sz="2000" b="1" dirty="0">
                <a:solidFill>
                  <a:srgbClr val="FF0000"/>
                </a:solidFill>
                <a:latin typeface="Noto Sans JP"/>
              </a:rPr>
              <a:t>データセットに使用したポーズの真値と比較が可能</a:t>
            </a:r>
            <a:br>
              <a:rPr lang="en-US" altLang="ja-JP" sz="2000" b="1" dirty="0">
                <a:solidFill>
                  <a:srgbClr val="222222"/>
                </a:solidFill>
                <a:latin typeface="Noto Sans JP"/>
              </a:rPr>
            </a:br>
            <a:endParaRPr lang="en-US" altLang="ja-JP" sz="2000" b="1" dirty="0">
              <a:solidFill>
                <a:srgbClr val="222222"/>
              </a:solidFill>
              <a:latin typeface="Noto Sans JP"/>
            </a:endParaRPr>
          </a:p>
          <a:p>
            <a:pPr>
              <a:lnSpc>
                <a:spcPts val="2400"/>
              </a:lnSpc>
            </a:pPr>
            <a:r>
              <a:rPr lang="ja-JP" altLang="en-US" sz="2000" b="1" dirty="0">
                <a:solidFill>
                  <a:srgbClr val="222222"/>
                </a:solidFill>
                <a:latin typeface="Noto Sans JP"/>
              </a:rPr>
              <a:t>恒常性</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　首から腰にかけての人体の恒常性を再現した推定ができているかを評価</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r>
              <a:rPr lang="ja-JP" altLang="en-US" sz="2000" b="1" dirty="0">
                <a:solidFill>
                  <a:srgbClr val="222222"/>
                </a:solidFill>
                <a:latin typeface="Noto Sans JP"/>
              </a:rPr>
              <a:t>柔軟性</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　首から腰にかけての人体の柔軟性を再現した推定ができているかを評価</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r>
              <a:rPr lang="ja-JP" altLang="en-US" sz="2000" b="1" dirty="0">
                <a:solidFill>
                  <a:srgbClr val="222222"/>
                </a:solidFill>
                <a:latin typeface="Noto Sans JP"/>
              </a:rPr>
              <a:t>セルフオクルージョン</a:t>
            </a:r>
            <a:r>
              <a:rPr lang="ja-JP" altLang="en-US" sz="2000" dirty="0">
                <a:solidFill>
                  <a:srgbClr val="222222"/>
                </a:solidFill>
                <a:latin typeface="Noto Sans JP"/>
              </a:rPr>
              <a:t>（自身によるオクルージョン）</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腕や脚などにセルフオクルージョンが発生しているシーンでの推定精度を評価</a:t>
            </a:r>
            <a:endParaRPr lang="en-US" altLang="ja-JP" sz="2000" dirty="0">
              <a:solidFill>
                <a:srgbClr val="222222"/>
              </a:solidFill>
              <a:latin typeface="Noto Sans JP"/>
            </a:endParaRPr>
          </a:p>
        </p:txBody>
      </p:sp>
    </p:spTree>
    <p:extLst>
      <p:ext uri="{BB962C8B-B14F-4D97-AF65-F5344CB8AC3E}">
        <p14:creationId xmlns:p14="http://schemas.microsoft.com/office/powerpoint/2010/main" val="558206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38C32-AD94-3A5D-2F6B-2FFEF9DB977A}"/>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9CFC3F9-CCB5-5584-B967-CD700560BADC}"/>
              </a:ext>
            </a:extLst>
          </p:cNvPr>
          <p:cNvSpPr>
            <a:spLocks noGrp="1"/>
          </p:cNvSpPr>
          <p:nvPr>
            <p:ph type="sldNum" sz="quarter" idx="12"/>
          </p:nvPr>
        </p:nvSpPr>
        <p:spPr/>
        <p:txBody>
          <a:bodyPr/>
          <a:lstStyle/>
          <a:p>
            <a:fld id="{465F6A33-8929-41AA-8A25-00E3AA79F1EE}" type="slidenum">
              <a:rPr lang="en-US" smtClean="0"/>
              <a:t>7</a:t>
            </a:fld>
            <a:endParaRPr lang="en-US"/>
          </a:p>
        </p:txBody>
      </p:sp>
      <p:sp>
        <p:nvSpPr>
          <p:cNvPr id="11" name="テキスト ボックス 10">
            <a:extLst>
              <a:ext uri="{FF2B5EF4-FFF2-40B4-BE49-F238E27FC236}">
                <a16:creationId xmlns:a16="http://schemas.microsoft.com/office/drawing/2014/main" id="{77E1D361-1BC8-CF47-5AB8-FAF3AEC45ADE}"/>
              </a:ext>
            </a:extLst>
          </p:cNvPr>
          <p:cNvSpPr txBox="1"/>
          <p:nvPr/>
        </p:nvSpPr>
        <p:spPr>
          <a:xfrm>
            <a:off x="277090" y="258618"/>
            <a:ext cx="9622763" cy="646331"/>
          </a:xfrm>
          <a:prstGeom prst="rect">
            <a:avLst/>
          </a:prstGeom>
          <a:noFill/>
        </p:spPr>
        <p:txBody>
          <a:bodyPr wrap="square" rtlCol="0">
            <a:spAutoFit/>
          </a:bodyPr>
          <a:lstStyle/>
          <a:p>
            <a:r>
              <a:rPr lang="ja-JP" altLang="en-US" sz="3600" b="1" dirty="0">
                <a:solidFill>
                  <a:srgbClr val="222222"/>
                </a:solidFill>
                <a:latin typeface="Noto Sans JP"/>
              </a:rPr>
              <a:t>工程① 人体モデルの拡張</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6D98CA22-55E1-D7D2-FFEE-96E6885F3914}"/>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47736013-EC29-45F2-4B88-59816C99CA40}"/>
              </a:ext>
            </a:extLst>
          </p:cNvPr>
          <p:cNvSpPr txBox="1"/>
          <p:nvPr/>
        </p:nvSpPr>
        <p:spPr>
          <a:xfrm>
            <a:off x="581025" y="1161334"/>
            <a:ext cx="10772775"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関節点数：首から腰の間に新たに</a:t>
            </a:r>
            <a:r>
              <a:rPr lang="en-US" altLang="ja-JP" sz="2000" dirty="0">
                <a:solidFill>
                  <a:srgbClr val="FF0000"/>
                </a:solidFill>
                <a:latin typeface="Noto Sans JP"/>
              </a:rPr>
              <a:t>2</a:t>
            </a:r>
            <a:r>
              <a:rPr lang="ja-JP" altLang="en-US" sz="2000" dirty="0">
                <a:solidFill>
                  <a:srgbClr val="FF0000"/>
                </a:solidFill>
                <a:latin typeface="Noto Sans JP"/>
              </a:rPr>
              <a:t>つのキーポイント</a:t>
            </a:r>
            <a:r>
              <a:rPr lang="ja-JP" altLang="en-US" sz="2000" dirty="0">
                <a:solidFill>
                  <a:srgbClr val="222222"/>
                </a:solidFill>
                <a:latin typeface="Noto Sans JP"/>
              </a:rPr>
              <a:t>を追加（合計</a:t>
            </a:r>
            <a:r>
              <a:rPr lang="en-US" altLang="ja-JP" sz="2000" dirty="0">
                <a:solidFill>
                  <a:srgbClr val="222222"/>
                </a:solidFill>
                <a:latin typeface="Noto Sans JP"/>
              </a:rPr>
              <a:t>19</a:t>
            </a:r>
            <a:r>
              <a:rPr lang="ja-JP" altLang="en-US" sz="2000" dirty="0">
                <a:solidFill>
                  <a:srgbClr val="222222"/>
                </a:solidFill>
                <a:latin typeface="Noto Sans JP"/>
              </a:rPr>
              <a:t>点）</a:t>
            </a:r>
            <a:endParaRPr lang="en-US" altLang="ja-JP" sz="2000" dirty="0">
              <a:solidFill>
                <a:srgbClr val="222222"/>
              </a:solidFill>
              <a:latin typeface="Noto Sans JP"/>
            </a:endParaRPr>
          </a:p>
        </p:txBody>
      </p:sp>
      <p:sp>
        <p:nvSpPr>
          <p:cNvPr id="12" name="テキスト ボックス 11">
            <a:extLst>
              <a:ext uri="{FF2B5EF4-FFF2-40B4-BE49-F238E27FC236}">
                <a16:creationId xmlns:a16="http://schemas.microsoft.com/office/drawing/2014/main" id="{67966737-F337-D4D4-3EF2-4A02E113DA7A}"/>
              </a:ext>
            </a:extLst>
          </p:cNvPr>
          <p:cNvSpPr txBox="1"/>
          <p:nvPr/>
        </p:nvSpPr>
        <p:spPr>
          <a:xfrm>
            <a:off x="6509861" y="4937050"/>
            <a:ext cx="3724828" cy="338554"/>
          </a:xfrm>
          <a:prstGeom prst="rect">
            <a:avLst/>
          </a:prstGeom>
          <a:noFill/>
        </p:spPr>
        <p:txBody>
          <a:bodyPr vert="horz" wrap="square" rtlCol="0">
            <a:spAutoFit/>
          </a:bodyPr>
          <a:lstStyle/>
          <a:p>
            <a:r>
              <a:rPr lang="ja-JP" altLang="en-US" sz="1600" dirty="0"/>
              <a:t>拡張後のキーポイントの配置（</a:t>
            </a:r>
            <a:r>
              <a:rPr lang="en-US" altLang="ja-JP" sz="1600" dirty="0"/>
              <a:t>19</a:t>
            </a:r>
            <a:r>
              <a:rPr lang="ja-JP" altLang="en-US" sz="1600" dirty="0"/>
              <a:t>点）</a:t>
            </a:r>
            <a:endParaRPr lang="en-US" altLang="ja-JP" sz="1600" dirty="0"/>
          </a:p>
        </p:txBody>
      </p:sp>
      <p:pic>
        <p:nvPicPr>
          <p:cNvPr id="42" name="図 41">
            <a:extLst>
              <a:ext uri="{FF2B5EF4-FFF2-40B4-BE49-F238E27FC236}">
                <a16:creationId xmlns:a16="http://schemas.microsoft.com/office/drawing/2014/main" id="{3AAF145B-4685-04EB-BA51-3927294DED98}"/>
              </a:ext>
            </a:extLst>
          </p:cNvPr>
          <p:cNvPicPr>
            <a:picLocks noChangeAspect="1"/>
          </p:cNvPicPr>
          <p:nvPr/>
        </p:nvPicPr>
        <p:blipFill>
          <a:blip r:embed="rId3">
            <a:extLst>
              <a:ext uri="{28A0092B-C50C-407E-A947-70E740481C1C}">
                <a14:useLocalDpi xmlns:a14="http://schemas.microsoft.com/office/drawing/2010/main" val="0"/>
              </a:ext>
            </a:extLst>
          </a:blip>
          <a:srcRect l="8225" t="3337" r="14732" b="1708"/>
          <a:stretch>
            <a:fillRect/>
          </a:stretch>
        </p:blipFill>
        <p:spPr>
          <a:xfrm>
            <a:off x="6812285" y="1645591"/>
            <a:ext cx="1544413" cy="3291459"/>
          </a:xfrm>
          <a:prstGeom prst="rect">
            <a:avLst/>
          </a:prstGeom>
          <a:ln>
            <a:noFill/>
          </a:ln>
        </p:spPr>
      </p:pic>
      <p:pic>
        <p:nvPicPr>
          <p:cNvPr id="48" name="図 47">
            <a:extLst>
              <a:ext uri="{FF2B5EF4-FFF2-40B4-BE49-F238E27FC236}">
                <a16:creationId xmlns:a16="http://schemas.microsoft.com/office/drawing/2014/main" id="{14E7B116-845D-6ED4-508A-DE779D29657E}"/>
              </a:ext>
            </a:extLst>
          </p:cNvPr>
          <p:cNvPicPr>
            <a:picLocks noChangeAspect="1"/>
          </p:cNvPicPr>
          <p:nvPr/>
        </p:nvPicPr>
        <p:blipFill>
          <a:blip r:embed="rId3">
            <a:extLst>
              <a:ext uri="{28A0092B-C50C-407E-A947-70E740481C1C}">
                <a14:useLocalDpi xmlns:a14="http://schemas.microsoft.com/office/drawing/2010/main" val="0"/>
              </a:ext>
            </a:extLst>
          </a:blip>
          <a:srcRect l="8225" t="3336" r="14394" b="2892"/>
          <a:stretch>
            <a:fillRect/>
          </a:stretch>
        </p:blipFill>
        <p:spPr>
          <a:xfrm>
            <a:off x="3710917" y="1632473"/>
            <a:ext cx="1534292" cy="3214973"/>
          </a:xfrm>
          <a:prstGeom prst="rect">
            <a:avLst/>
          </a:prstGeom>
        </p:spPr>
      </p:pic>
      <p:sp>
        <p:nvSpPr>
          <p:cNvPr id="50" name="テキスト ボックス 49">
            <a:extLst>
              <a:ext uri="{FF2B5EF4-FFF2-40B4-BE49-F238E27FC236}">
                <a16:creationId xmlns:a16="http://schemas.microsoft.com/office/drawing/2014/main" id="{2E7441AC-ED2F-6D77-8C6E-4A0D7A12EBBF}"/>
              </a:ext>
            </a:extLst>
          </p:cNvPr>
          <p:cNvSpPr txBox="1"/>
          <p:nvPr/>
        </p:nvSpPr>
        <p:spPr>
          <a:xfrm>
            <a:off x="4149830" y="4863021"/>
            <a:ext cx="1233095" cy="338554"/>
          </a:xfrm>
          <a:prstGeom prst="rect">
            <a:avLst/>
          </a:prstGeom>
          <a:noFill/>
        </p:spPr>
        <p:txBody>
          <a:bodyPr vert="horz" wrap="square" rtlCol="0">
            <a:spAutoFit/>
          </a:bodyPr>
          <a:lstStyle/>
          <a:p>
            <a:r>
              <a:rPr lang="en-US" altLang="ja-JP" sz="1600" dirty="0"/>
              <a:t>H36M </a:t>
            </a:r>
            <a:r>
              <a:rPr lang="en-US" altLang="ja-JP" sz="1200" dirty="0"/>
              <a:t>※2</a:t>
            </a:r>
            <a:endParaRPr lang="en-US" altLang="ja-JP" sz="1600" dirty="0"/>
          </a:p>
        </p:txBody>
      </p:sp>
      <p:sp>
        <p:nvSpPr>
          <p:cNvPr id="2" name="Footer Placeholder 4">
            <a:extLst>
              <a:ext uri="{FF2B5EF4-FFF2-40B4-BE49-F238E27FC236}">
                <a16:creationId xmlns:a16="http://schemas.microsoft.com/office/drawing/2014/main" id="{F558A53F-6795-6D83-307F-99257F6EFC30}"/>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78AEA303-B1A6-D7BC-2B95-AC519E1BDBA9}"/>
              </a:ext>
            </a:extLst>
          </p:cNvPr>
          <p:cNvSpPr>
            <a:spLocks noGrp="1"/>
          </p:cNvSpPr>
          <p:nvPr>
            <p:ph type="dt" sz="half" idx="10"/>
          </p:nvPr>
        </p:nvSpPr>
        <p:spPr>
          <a:xfrm>
            <a:off x="838200" y="6449338"/>
            <a:ext cx="2743200" cy="365125"/>
          </a:xfrm>
        </p:spPr>
        <p:txBody>
          <a:bodyPr/>
          <a:lstStyle/>
          <a:p>
            <a:r>
              <a:rPr lang="en-US"/>
              <a:t>2026/9/24</a:t>
            </a:r>
          </a:p>
        </p:txBody>
      </p:sp>
      <p:pic>
        <p:nvPicPr>
          <p:cNvPr id="5" name="図 4">
            <a:extLst>
              <a:ext uri="{FF2B5EF4-FFF2-40B4-BE49-F238E27FC236}">
                <a16:creationId xmlns:a16="http://schemas.microsoft.com/office/drawing/2014/main" id="{BBEAD7E9-D11E-9038-31BB-946E5CC34D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5390" y="1775301"/>
            <a:ext cx="1375762" cy="3072145"/>
          </a:xfrm>
          <a:prstGeom prst="rect">
            <a:avLst/>
          </a:prstGeom>
        </p:spPr>
      </p:pic>
      <p:sp>
        <p:nvSpPr>
          <p:cNvPr id="9" name="テキスト ボックス 8">
            <a:extLst>
              <a:ext uri="{FF2B5EF4-FFF2-40B4-BE49-F238E27FC236}">
                <a16:creationId xmlns:a16="http://schemas.microsoft.com/office/drawing/2014/main" id="{5C844E02-3D25-8D63-7A14-4CF030F33D63}"/>
              </a:ext>
            </a:extLst>
          </p:cNvPr>
          <p:cNvSpPr txBox="1"/>
          <p:nvPr/>
        </p:nvSpPr>
        <p:spPr>
          <a:xfrm>
            <a:off x="1875607" y="4863021"/>
            <a:ext cx="1835309" cy="338554"/>
          </a:xfrm>
          <a:prstGeom prst="rect">
            <a:avLst/>
          </a:prstGeom>
          <a:noFill/>
        </p:spPr>
        <p:txBody>
          <a:bodyPr vert="horz" wrap="square" rtlCol="0">
            <a:spAutoFit/>
          </a:bodyPr>
          <a:lstStyle/>
          <a:p>
            <a:r>
              <a:rPr lang="en-US" altLang="ja-JP" sz="1600" dirty="0"/>
              <a:t>COCO</a:t>
            </a:r>
            <a:r>
              <a:rPr lang="ja-JP" altLang="en-US" sz="1600" dirty="0"/>
              <a:t> </a:t>
            </a:r>
            <a:r>
              <a:rPr lang="en-US" altLang="ja-JP" sz="1600" dirty="0"/>
              <a:t>dataset</a:t>
            </a:r>
            <a:r>
              <a:rPr lang="en-US" altLang="ja-JP" sz="1100" dirty="0"/>
              <a:t>※1</a:t>
            </a:r>
            <a:endParaRPr lang="en-US" altLang="ja-JP" sz="1600" dirty="0"/>
          </a:p>
        </p:txBody>
      </p:sp>
      <p:sp>
        <p:nvSpPr>
          <p:cNvPr id="14" name="矢印: 右 13">
            <a:extLst>
              <a:ext uri="{FF2B5EF4-FFF2-40B4-BE49-F238E27FC236}">
                <a16:creationId xmlns:a16="http://schemas.microsoft.com/office/drawing/2014/main" id="{7838825A-68C6-001E-AF71-2DC0B34F742B}"/>
              </a:ext>
            </a:extLst>
          </p:cNvPr>
          <p:cNvSpPr/>
          <p:nvPr/>
        </p:nvSpPr>
        <p:spPr>
          <a:xfrm>
            <a:off x="5789444" y="2996563"/>
            <a:ext cx="814999" cy="604747"/>
          </a:xfrm>
          <a:prstGeom prst="rightArrow">
            <a:avLst>
              <a:gd name="adj1" fmla="val 50000"/>
              <a:gd name="adj2" fmla="val 6750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7FE17043-6C88-7C7A-0568-58D0E8AA111D}"/>
              </a:ext>
            </a:extLst>
          </p:cNvPr>
          <p:cNvSpPr txBox="1"/>
          <p:nvPr/>
        </p:nvSpPr>
        <p:spPr>
          <a:xfrm>
            <a:off x="1821295" y="5274281"/>
            <a:ext cx="3779243" cy="338554"/>
          </a:xfrm>
          <a:prstGeom prst="rect">
            <a:avLst/>
          </a:prstGeom>
          <a:noFill/>
        </p:spPr>
        <p:txBody>
          <a:bodyPr vert="horz" wrap="square" rtlCol="0">
            <a:spAutoFit/>
          </a:bodyPr>
          <a:lstStyle/>
          <a:p>
            <a:r>
              <a:rPr lang="ja-JP" altLang="en-US" sz="1600" dirty="0"/>
              <a:t>拡張前のキーポイントの配置（</a:t>
            </a:r>
            <a:r>
              <a:rPr lang="en-US" altLang="ja-JP" sz="1600" dirty="0"/>
              <a:t>17</a:t>
            </a:r>
            <a:r>
              <a:rPr lang="ja-JP" altLang="en-US" sz="1600" dirty="0"/>
              <a:t>点）</a:t>
            </a:r>
            <a:endParaRPr lang="en-US" altLang="ja-JP" sz="1600" dirty="0"/>
          </a:p>
        </p:txBody>
      </p:sp>
      <p:sp>
        <p:nvSpPr>
          <p:cNvPr id="13" name="テキスト ボックス 12">
            <a:extLst>
              <a:ext uri="{FF2B5EF4-FFF2-40B4-BE49-F238E27FC236}">
                <a16:creationId xmlns:a16="http://schemas.microsoft.com/office/drawing/2014/main" id="{385A4821-7461-85CF-270E-DB96CC63B9A9}"/>
              </a:ext>
            </a:extLst>
          </p:cNvPr>
          <p:cNvSpPr txBox="1"/>
          <p:nvPr/>
        </p:nvSpPr>
        <p:spPr>
          <a:xfrm>
            <a:off x="8491207" y="3929046"/>
            <a:ext cx="3306542" cy="338554"/>
          </a:xfrm>
          <a:prstGeom prst="rect">
            <a:avLst/>
          </a:prstGeom>
          <a:noFill/>
        </p:spPr>
        <p:txBody>
          <a:bodyPr vert="horz" wrap="square" rtlCol="0">
            <a:spAutoFit/>
          </a:bodyPr>
          <a:lstStyle/>
          <a:p>
            <a:r>
              <a:rPr lang="en-US" altLang="ja-JP" sz="1600" b="1" dirty="0"/>
              <a:t>0-7</a:t>
            </a:r>
            <a:r>
              <a:rPr lang="ja-JP" altLang="en-US" sz="1600" b="1" dirty="0"/>
              <a:t>と</a:t>
            </a:r>
            <a:r>
              <a:rPr lang="en-US" altLang="ja-JP" sz="1600" b="1" dirty="0"/>
              <a:t>7-8</a:t>
            </a:r>
            <a:r>
              <a:rPr lang="ja-JP" altLang="en-US" sz="1600" b="1" dirty="0"/>
              <a:t>の間に</a:t>
            </a:r>
            <a:r>
              <a:rPr lang="en-US" altLang="ja-JP" sz="1600" b="1" dirty="0"/>
              <a:t>1</a:t>
            </a:r>
            <a:r>
              <a:rPr lang="ja-JP" altLang="en-US" sz="1600" b="1" dirty="0"/>
              <a:t>点ずつ追加</a:t>
            </a:r>
            <a:endParaRPr lang="en-US" altLang="ja-JP" sz="1600" b="1" dirty="0"/>
          </a:p>
        </p:txBody>
      </p:sp>
      <p:sp>
        <p:nvSpPr>
          <p:cNvPr id="20" name="テキスト ボックス 19">
            <a:extLst>
              <a:ext uri="{FF2B5EF4-FFF2-40B4-BE49-F238E27FC236}">
                <a16:creationId xmlns:a16="http://schemas.microsoft.com/office/drawing/2014/main" id="{A4E5335D-262A-8BA1-3147-32C69F458B89}"/>
              </a:ext>
            </a:extLst>
          </p:cNvPr>
          <p:cNvSpPr txBox="1"/>
          <p:nvPr/>
        </p:nvSpPr>
        <p:spPr>
          <a:xfrm>
            <a:off x="73926" y="6084909"/>
            <a:ext cx="7929348" cy="215444"/>
          </a:xfrm>
          <a:prstGeom prst="rect">
            <a:avLst/>
          </a:prstGeom>
          <a:noFill/>
        </p:spPr>
        <p:txBody>
          <a:bodyPr wrap="square">
            <a:spAutoFit/>
          </a:bodyPr>
          <a:lstStyle/>
          <a:p>
            <a:r>
              <a:rPr lang="en-US" altLang="ja-JP" sz="800" dirty="0"/>
              <a:t>※1 </a:t>
            </a:r>
            <a:r>
              <a:rPr lang="ja-JP" altLang="en-US" sz="800" dirty="0">
                <a:hlinkClick r:id="rId5"/>
              </a:rPr>
              <a:t>https://mmpose.readthedocs.io/en/latest/dataset_zoo/2d_body_keypoint.html</a:t>
            </a:r>
            <a:r>
              <a:rPr lang="ja-JP" altLang="en-US" sz="800" dirty="0"/>
              <a:t>　</a:t>
            </a:r>
            <a:r>
              <a:rPr lang="en-US" altLang="ja-JP" sz="800" dirty="0"/>
              <a:t>※2 </a:t>
            </a:r>
            <a:r>
              <a:rPr lang="ja-JP" altLang="en-US" sz="800" dirty="0"/>
              <a:t>https://mmpose.readthedocs.io/en/latest/dataset_zoo/3d_body_keypoint.html</a:t>
            </a:r>
          </a:p>
        </p:txBody>
      </p:sp>
      <p:sp>
        <p:nvSpPr>
          <p:cNvPr id="23" name="星: 5 pt 22">
            <a:extLst>
              <a:ext uri="{FF2B5EF4-FFF2-40B4-BE49-F238E27FC236}">
                <a16:creationId xmlns:a16="http://schemas.microsoft.com/office/drawing/2014/main" id="{4F695327-595C-5AC5-652D-942094C120D8}"/>
              </a:ext>
            </a:extLst>
          </p:cNvPr>
          <p:cNvSpPr/>
          <p:nvPr/>
        </p:nvSpPr>
        <p:spPr>
          <a:xfrm>
            <a:off x="7557208" y="2363377"/>
            <a:ext cx="127562" cy="131806"/>
          </a:xfrm>
          <a:prstGeom prst="star5">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星: 5 pt 24">
            <a:extLst>
              <a:ext uri="{FF2B5EF4-FFF2-40B4-BE49-F238E27FC236}">
                <a16:creationId xmlns:a16="http://schemas.microsoft.com/office/drawing/2014/main" id="{2B01851B-FD79-D62D-8614-6FCEE57942DC}"/>
              </a:ext>
            </a:extLst>
          </p:cNvPr>
          <p:cNvSpPr/>
          <p:nvPr/>
        </p:nvSpPr>
        <p:spPr>
          <a:xfrm>
            <a:off x="7520710" y="2768003"/>
            <a:ext cx="127562" cy="131806"/>
          </a:xfrm>
          <a:prstGeom prst="star5">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95901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F4BDC-1170-3F9C-0F69-DA3403FFAD5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7A3D32E-99FA-FB75-F1CF-026A5FF6BB77}"/>
              </a:ext>
            </a:extLst>
          </p:cNvPr>
          <p:cNvSpPr>
            <a:spLocks noGrp="1"/>
          </p:cNvSpPr>
          <p:nvPr>
            <p:ph type="sldNum" sz="quarter" idx="12"/>
          </p:nvPr>
        </p:nvSpPr>
        <p:spPr/>
        <p:txBody>
          <a:bodyPr/>
          <a:lstStyle/>
          <a:p>
            <a:fld id="{465F6A33-8929-41AA-8A25-00E3AA79F1EE}" type="slidenum">
              <a:rPr lang="en-US" smtClean="0"/>
              <a:t>8</a:t>
            </a:fld>
            <a:endParaRPr lang="en-US"/>
          </a:p>
        </p:txBody>
      </p:sp>
      <p:sp>
        <p:nvSpPr>
          <p:cNvPr id="11" name="テキスト ボックス 10">
            <a:extLst>
              <a:ext uri="{FF2B5EF4-FFF2-40B4-BE49-F238E27FC236}">
                <a16:creationId xmlns:a16="http://schemas.microsoft.com/office/drawing/2014/main" id="{925A6F93-345E-62C4-D547-0DEA1E33E939}"/>
              </a:ext>
            </a:extLst>
          </p:cNvPr>
          <p:cNvSpPr txBox="1"/>
          <p:nvPr/>
        </p:nvSpPr>
        <p:spPr>
          <a:xfrm>
            <a:off x="277090" y="258618"/>
            <a:ext cx="8483399" cy="646331"/>
          </a:xfrm>
          <a:prstGeom prst="rect">
            <a:avLst/>
          </a:prstGeom>
          <a:noFill/>
        </p:spPr>
        <p:txBody>
          <a:bodyPr wrap="square" rtlCol="0">
            <a:spAutoFit/>
          </a:bodyPr>
          <a:lstStyle/>
          <a:p>
            <a:r>
              <a:rPr lang="ja-JP" altLang="en-US" sz="3600" b="1" dirty="0">
                <a:solidFill>
                  <a:srgbClr val="222222"/>
                </a:solidFill>
                <a:latin typeface="Noto Sans JP"/>
              </a:rPr>
              <a:t>工程② データセットの拡張</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5E4A641F-392F-15F0-6978-57CBB0B98CC0}"/>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2BEC57A8-4736-419F-25BD-1E2C43CC8DD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E5E90DFB-2B03-E44D-E8E9-FCD08733D271}"/>
              </a:ext>
            </a:extLst>
          </p:cNvPr>
          <p:cNvSpPr>
            <a:spLocks noGrp="1"/>
          </p:cNvSpPr>
          <p:nvPr>
            <p:ph type="dt" sz="half" idx="10"/>
          </p:nvPr>
        </p:nvSpPr>
        <p:spPr>
          <a:xfrm>
            <a:off x="838200" y="6449338"/>
            <a:ext cx="2743200" cy="365125"/>
          </a:xfrm>
        </p:spPr>
        <p:txBody>
          <a:bodyPr/>
          <a:lstStyle/>
          <a:p>
            <a:r>
              <a:rPr lang="en-US"/>
              <a:t>2026/9/24</a:t>
            </a:r>
          </a:p>
        </p:txBody>
      </p:sp>
      <p:sp>
        <p:nvSpPr>
          <p:cNvPr id="16" name="テキスト ボックス 15">
            <a:extLst>
              <a:ext uri="{FF2B5EF4-FFF2-40B4-BE49-F238E27FC236}">
                <a16:creationId xmlns:a16="http://schemas.microsoft.com/office/drawing/2014/main" id="{9D5DB1AF-781A-949E-ABCF-DBFEAF0A8399}"/>
              </a:ext>
            </a:extLst>
          </p:cNvPr>
          <p:cNvSpPr txBox="1"/>
          <p:nvPr/>
        </p:nvSpPr>
        <p:spPr>
          <a:xfrm>
            <a:off x="-927652" y="3021496"/>
            <a:ext cx="184731" cy="369332"/>
          </a:xfrm>
          <a:prstGeom prst="rect">
            <a:avLst/>
          </a:prstGeom>
          <a:noFill/>
        </p:spPr>
        <p:txBody>
          <a:bodyPr wrap="none" rtlCol="0">
            <a:spAutoFit/>
          </a:bodyPr>
          <a:lstStyle/>
          <a:p>
            <a:endParaRPr kumimoji="1" lang="ja-JP" altLang="en-US"/>
          </a:p>
        </p:txBody>
      </p:sp>
      <p:sp>
        <p:nvSpPr>
          <p:cNvPr id="20" name="テキスト ボックス 19">
            <a:extLst>
              <a:ext uri="{FF2B5EF4-FFF2-40B4-BE49-F238E27FC236}">
                <a16:creationId xmlns:a16="http://schemas.microsoft.com/office/drawing/2014/main" id="{315A2C10-2280-32D9-BBAE-3414C8FFB4EC}"/>
              </a:ext>
            </a:extLst>
          </p:cNvPr>
          <p:cNvSpPr txBox="1"/>
          <p:nvPr/>
        </p:nvSpPr>
        <p:spPr>
          <a:xfrm>
            <a:off x="9113540" y="5783774"/>
            <a:ext cx="2546351" cy="338554"/>
          </a:xfrm>
          <a:prstGeom prst="rect">
            <a:avLst/>
          </a:prstGeom>
          <a:noFill/>
        </p:spPr>
        <p:txBody>
          <a:bodyPr vert="horz" wrap="square" rtlCol="0">
            <a:spAutoFit/>
          </a:bodyPr>
          <a:lstStyle/>
          <a:p>
            <a:r>
              <a:rPr lang="ja-JP" altLang="en-US" sz="1600" dirty="0"/>
              <a:t>データセットの画像の例</a:t>
            </a:r>
            <a:endParaRPr lang="en-US" altLang="ja-JP" sz="1600" dirty="0"/>
          </a:p>
        </p:txBody>
      </p:sp>
      <p:sp>
        <p:nvSpPr>
          <p:cNvPr id="13" name="TextBox 3">
            <a:extLst>
              <a:ext uri="{FF2B5EF4-FFF2-40B4-BE49-F238E27FC236}">
                <a16:creationId xmlns:a16="http://schemas.microsoft.com/office/drawing/2014/main" id="{44016B29-9E33-FA4F-24CA-782DF0DF2CE0}"/>
              </a:ext>
            </a:extLst>
          </p:cNvPr>
          <p:cNvSpPr txBox="1"/>
          <p:nvPr/>
        </p:nvSpPr>
        <p:spPr>
          <a:xfrm>
            <a:off x="12341407" y="1461780"/>
            <a:ext cx="8483399" cy="4616648"/>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データセット作成と追加学習</a:t>
            </a:r>
            <a:endParaRPr lang="en-US" altLang="ja-JP" sz="2000" b="1" dirty="0">
              <a:solidFill>
                <a:srgbClr val="222222"/>
              </a:solidFill>
              <a:latin typeface="Noto Sans JP"/>
            </a:endParaRPr>
          </a:p>
          <a:p>
            <a:pPr>
              <a:lnSpc>
                <a:spcPts val="2400"/>
              </a:lnSpc>
            </a:pP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・データセット</a:t>
            </a:r>
            <a:endParaRPr lang="en-US" altLang="ja-JP" sz="2000" dirty="0">
              <a:solidFill>
                <a:srgbClr val="222222"/>
              </a:solidFill>
              <a:latin typeface="Noto Sans JP"/>
            </a:endParaRPr>
          </a:p>
          <a:p>
            <a:pPr>
              <a:lnSpc>
                <a:spcPct val="100000"/>
              </a:lnSpc>
            </a:pPr>
            <a:r>
              <a:rPr lang="ja-JP" altLang="en-US" sz="2000" dirty="0">
                <a:solidFill>
                  <a:srgbClr val="222222"/>
                </a:solidFill>
                <a:latin typeface="Noto Sans JP"/>
              </a:rPr>
              <a:t>　モーションデータ：</a:t>
            </a:r>
            <a:r>
              <a:rPr lang="ja-JP" altLang="ja-JP" sz="2000" dirty="0"/>
              <a:t> 1083</a:t>
            </a:r>
            <a:r>
              <a:rPr lang="ja-JP" altLang="en-US" sz="2000" dirty="0">
                <a:solidFill>
                  <a:srgbClr val="222222"/>
                </a:solidFill>
                <a:latin typeface="Noto Sans JP"/>
              </a:rPr>
              <a:t>フレーム、アバター：</a:t>
            </a:r>
            <a:r>
              <a:rPr lang="en-US" altLang="ja-JP" sz="2000" dirty="0">
                <a:solidFill>
                  <a:srgbClr val="222222"/>
                </a:solidFill>
                <a:latin typeface="Noto Sans JP"/>
              </a:rPr>
              <a:t>2</a:t>
            </a:r>
            <a:r>
              <a:rPr lang="ja-JP" altLang="en-US" sz="2000" dirty="0">
                <a:solidFill>
                  <a:srgbClr val="222222"/>
                </a:solidFill>
                <a:latin typeface="Noto Sans JP"/>
              </a:rPr>
              <a:t>体、カメラ：</a:t>
            </a:r>
            <a:r>
              <a:rPr lang="en-US" altLang="ja-JP" sz="2000" dirty="0">
                <a:solidFill>
                  <a:srgbClr val="222222"/>
                </a:solidFill>
                <a:latin typeface="Noto Sans JP"/>
              </a:rPr>
              <a:t>12</a:t>
            </a:r>
            <a:r>
              <a:rPr lang="ja-JP" altLang="en-US" sz="2000" dirty="0">
                <a:solidFill>
                  <a:srgbClr val="222222"/>
                </a:solidFill>
                <a:latin typeface="Noto Sans JP"/>
              </a:rPr>
              <a:t>台</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a:t>
            </a:r>
            <a:r>
              <a:rPr lang="en-US" altLang="ja-JP" sz="2000" b="1" dirty="0">
                <a:solidFill>
                  <a:srgbClr val="222222"/>
                </a:solidFill>
                <a:latin typeface="Noto Sans JP"/>
              </a:rPr>
              <a:t>train</a:t>
            </a:r>
            <a:r>
              <a:rPr lang="ja-JP" altLang="en-US" sz="2000" b="1" dirty="0">
                <a:solidFill>
                  <a:srgbClr val="222222"/>
                </a:solidFill>
                <a:latin typeface="Noto Sans JP"/>
              </a:rPr>
              <a:t>：</a:t>
            </a:r>
            <a:r>
              <a:rPr lang="en-US" altLang="ja-JP" sz="2000" b="1" dirty="0">
                <a:solidFill>
                  <a:srgbClr val="222222"/>
                </a:solidFill>
                <a:latin typeface="Noto Sans JP"/>
              </a:rPr>
              <a:t>26464</a:t>
            </a:r>
            <a:r>
              <a:rPr lang="ja-JP" altLang="en-US" sz="2000" b="1" dirty="0">
                <a:solidFill>
                  <a:srgbClr val="222222"/>
                </a:solidFill>
                <a:latin typeface="Noto Sans JP"/>
              </a:rPr>
              <a:t>組、</a:t>
            </a:r>
            <a:r>
              <a:rPr lang="en-US" altLang="ja-JP" sz="2000" b="1" dirty="0">
                <a:solidFill>
                  <a:srgbClr val="222222"/>
                </a:solidFill>
                <a:latin typeface="Noto Sans JP"/>
              </a:rPr>
              <a:t>validation</a:t>
            </a:r>
            <a:r>
              <a:rPr lang="ja-JP" altLang="en-US" sz="2000" b="1" dirty="0">
                <a:solidFill>
                  <a:srgbClr val="222222"/>
                </a:solidFill>
                <a:latin typeface="Noto Sans JP"/>
              </a:rPr>
              <a:t>：</a:t>
            </a:r>
            <a:r>
              <a:rPr lang="en-US" altLang="ja-JP" sz="2000" b="1" dirty="0">
                <a:solidFill>
                  <a:srgbClr val="222222"/>
                </a:solidFill>
                <a:latin typeface="Noto Sans JP"/>
              </a:rPr>
              <a:t>528</a:t>
            </a:r>
            <a:r>
              <a:rPr lang="ja-JP" altLang="en-US" sz="2000" b="1" dirty="0">
                <a:solidFill>
                  <a:srgbClr val="222222"/>
                </a:solidFill>
                <a:latin typeface="Noto Sans JP"/>
              </a:rPr>
              <a:t>組</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　アノテーションデータ</a:t>
            </a:r>
            <a:endParaRPr lang="en-US" altLang="ja-JP" sz="2000" dirty="0">
              <a:solidFill>
                <a:srgbClr val="222222"/>
              </a:solidFill>
              <a:latin typeface="Noto Sans JP"/>
            </a:endParaRPr>
          </a:p>
          <a:p>
            <a:pPr marL="800100" lvl="1" indent="-342900">
              <a:buFontTx/>
              <a:buChar char="-"/>
            </a:pPr>
            <a:r>
              <a:rPr lang="en-US" altLang="ja-JP" sz="2000" dirty="0">
                <a:latin typeface="+mn-ea"/>
              </a:rPr>
              <a:t>19</a:t>
            </a:r>
            <a:r>
              <a:rPr lang="ja-JP" altLang="en-US" sz="2000" dirty="0">
                <a:latin typeface="+mn-ea"/>
              </a:rPr>
              <a:t>点のキーポイントの</a:t>
            </a:r>
            <a:r>
              <a:rPr lang="en-US" altLang="ja-JP" sz="2000" dirty="0">
                <a:latin typeface="+mn-ea"/>
              </a:rPr>
              <a:t>3D</a:t>
            </a:r>
            <a:r>
              <a:rPr lang="ja-JP" altLang="en-US" sz="2000" dirty="0">
                <a:latin typeface="+mn-ea"/>
              </a:rPr>
              <a:t>座標、</a:t>
            </a:r>
            <a:r>
              <a:rPr lang="en-US" altLang="ja-JP" sz="2000" dirty="0">
                <a:latin typeface="+mn-ea"/>
              </a:rPr>
              <a:t>2D</a:t>
            </a:r>
            <a:r>
              <a:rPr lang="ja-JP" altLang="en-US" sz="2000" dirty="0">
                <a:latin typeface="+mn-ea"/>
              </a:rPr>
              <a:t>座標</a:t>
            </a:r>
            <a:endParaRPr lang="en-US" altLang="ja-JP" sz="2000" dirty="0">
              <a:latin typeface="+mn-ea"/>
            </a:endParaRPr>
          </a:p>
          <a:p>
            <a:pPr marL="800100" lvl="1" indent="-342900">
              <a:buFontTx/>
              <a:buChar char="-"/>
            </a:pPr>
            <a:r>
              <a:rPr lang="ja-JP" altLang="en-US" sz="2000" dirty="0">
                <a:latin typeface="+mn-ea"/>
              </a:rPr>
              <a:t>各キーポイントの信頼度</a:t>
            </a:r>
            <a:endParaRPr lang="en-US" altLang="ja-JP" sz="2000" dirty="0">
              <a:latin typeface="+mn-ea"/>
            </a:endParaRPr>
          </a:p>
          <a:p>
            <a:pPr marL="800100" lvl="1" indent="-342900">
              <a:buFontTx/>
              <a:buChar char="-"/>
            </a:pPr>
            <a:r>
              <a:rPr lang="en-US" altLang="ja-JP" sz="2000" dirty="0">
                <a:latin typeface="+mn-ea"/>
              </a:rPr>
              <a:t>BBOX</a:t>
            </a:r>
            <a:r>
              <a:rPr lang="ja-JP" altLang="en-US" sz="2000" dirty="0">
                <a:latin typeface="+mn-ea"/>
              </a:rPr>
              <a:t>の座標</a:t>
            </a:r>
            <a:endParaRPr lang="en-US" altLang="ja-JP" sz="2000" dirty="0">
              <a:latin typeface="+mn-ea"/>
            </a:endParaRPr>
          </a:p>
          <a:p>
            <a:pPr marL="800100" lvl="1" indent="-342900">
              <a:buFontTx/>
              <a:buChar char="-"/>
            </a:pPr>
            <a:endParaRPr lang="en-US" altLang="ja-JP" sz="2000" dirty="0">
              <a:latin typeface="+mn-ea"/>
            </a:endParaRPr>
          </a:p>
          <a:p>
            <a:pPr>
              <a:lnSpc>
                <a:spcPts val="2400"/>
              </a:lnSpc>
            </a:pPr>
            <a:r>
              <a:rPr lang="ja-JP" altLang="en-US" sz="2000" dirty="0">
                <a:solidFill>
                  <a:srgbClr val="222222"/>
                </a:solidFill>
                <a:latin typeface="Noto Sans JP"/>
              </a:rPr>
              <a:t>　データセット作成に要した時間：約</a:t>
            </a:r>
            <a:r>
              <a:rPr lang="en-US" altLang="ja-JP" sz="2000" dirty="0">
                <a:solidFill>
                  <a:srgbClr val="222222"/>
                </a:solidFill>
                <a:latin typeface="Noto Sans JP"/>
              </a:rPr>
              <a:t>3.7</a:t>
            </a:r>
            <a:r>
              <a:rPr lang="ja-JP" altLang="en-US" sz="2000" dirty="0">
                <a:solidFill>
                  <a:srgbClr val="222222"/>
                </a:solidFill>
                <a:latin typeface="Noto Sans JP"/>
              </a:rPr>
              <a:t>時間</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・追加学習　エポック数：</a:t>
            </a:r>
            <a:r>
              <a:rPr lang="en-US" altLang="ja-JP" sz="2000" dirty="0">
                <a:solidFill>
                  <a:srgbClr val="222222"/>
                </a:solidFill>
                <a:latin typeface="Noto Sans JP"/>
              </a:rPr>
              <a:t>100</a:t>
            </a:r>
            <a:endParaRPr lang="en-US" altLang="ja-JP"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p:txBody>
      </p:sp>
      <p:graphicFrame>
        <p:nvGraphicFramePr>
          <p:cNvPr id="14" name="表 13">
            <a:extLst>
              <a:ext uri="{FF2B5EF4-FFF2-40B4-BE49-F238E27FC236}">
                <a16:creationId xmlns:a16="http://schemas.microsoft.com/office/drawing/2014/main" id="{5DFE1BC2-3B55-0391-EB0A-8C5410671BEB}"/>
              </a:ext>
            </a:extLst>
          </p:cNvPr>
          <p:cNvGraphicFramePr>
            <a:graphicFrameLocks noGrp="1"/>
          </p:cNvGraphicFramePr>
          <p:nvPr>
            <p:extLst>
              <p:ext uri="{D42A27DB-BD31-4B8C-83A1-F6EECF244321}">
                <p14:modId xmlns:p14="http://schemas.microsoft.com/office/powerpoint/2010/main" val="147564456"/>
              </p:ext>
            </p:extLst>
          </p:nvPr>
        </p:nvGraphicFramePr>
        <p:xfrm>
          <a:off x="12463012" y="3883868"/>
          <a:ext cx="7620000" cy="2194560"/>
        </p:xfrm>
        <a:graphic>
          <a:graphicData uri="http://schemas.openxmlformats.org/drawingml/2006/table">
            <a:tbl>
              <a:tblPr>
                <a:tableStyleId>{5C22544A-7EE6-4342-B048-85BDC9FD1C3A}</a:tableStyleId>
              </a:tblPr>
              <a:tblGrid>
                <a:gridCol w="3810000">
                  <a:extLst>
                    <a:ext uri="{9D8B030D-6E8A-4147-A177-3AD203B41FA5}">
                      <a16:colId xmlns:a16="http://schemas.microsoft.com/office/drawing/2014/main" val="959914555"/>
                    </a:ext>
                  </a:extLst>
                </a:gridCol>
                <a:gridCol w="3810000">
                  <a:extLst>
                    <a:ext uri="{9D8B030D-6E8A-4147-A177-3AD203B41FA5}">
                      <a16:colId xmlns:a16="http://schemas.microsoft.com/office/drawing/2014/main" val="2459664854"/>
                    </a:ext>
                  </a:extLst>
                </a:gridCol>
              </a:tblGrid>
              <a:tr h="0">
                <a:tc>
                  <a:txBody>
                    <a:bodyPr/>
                    <a:lstStyle/>
                    <a:p>
                      <a:pPr>
                        <a:buNone/>
                      </a:pPr>
                      <a:r>
                        <a:rPr lang="ja-JP" dirty="0"/>
                        <a:t>モーションデータ</a:t>
                      </a:r>
                    </a:p>
                  </a:txBody>
                  <a:tcPr anchor="ctr"/>
                </a:tc>
                <a:tc>
                  <a:txBody>
                    <a:bodyPr/>
                    <a:lstStyle/>
                    <a:p>
                      <a:pPr>
                        <a:buNone/>
                      </a:pPr>
                      <a:r>
                        <a:rPr lang="ja-JP" dirty="0"/>
                        <a:t>1083 フレーム</a:t>
                      </a:r>
                    </a:p>
                  </a:txBody>
                  <a:tcPr anchor="ctr"/>
                </a:tc>
                <a:extLst>
                  <a:ext uri="{0D108BD9-81ED-4DB2-BD59-A6C34878D82A}">
                    <a16:rowId xmlns:a16="http://schemas.microsoft.com/office/drawing/2014/main" val="1094621281"/>
                  </a:ext>
                </a:extLst>
              </a:tr>
              <a:tr h="0">
                <a:tc>
                  <a:txBody>
                    <a:bodyPr/>
                    <a:lstStyle/>
                    <a:p>
                      <a:pPr>
                        <a:buNone/>
                      </a:pPr>
                      <a:r>
                        <a:rPr lang="ja-JP" dirty="0"/>
                        <a:t>アバター数</a:t>
                      </a:r>
                    </a:p>
                  </a:txBody>
                  <a:tcPr anchor="ctr"/>
                </a:tc>
                <a:tc>
                  <a:txBody>
                    <a:bodyPr/>
                    <a:lstStyle/>
                    <a:p>
                      <a:pPr>
                        <a:buNone/>
                      </a:pPr>
                      <a:r>
                        <a:rPr lang="ja-JP"/>
                        <a:t>2 体</a:t>
                      </a:r>
                    </a:p>
                  </a:txBody>
                  <a:tcPr anchor="ctr"/>
                </a:tc>
                <a:extLst>
                  <a:ext uri="{0D108BD9-81ED-4DB2-BD59-A6C34878D82A}">
                    <a16:rowId xmlns:a16="http://schemas.microsoft.com/office/drawing/2014/main" val="730150123"/>
                  </a:ext>
                </a:extLst>
              </a:tr>
              <a:tr h="0">
                <a:tc>
                  <a:txBody>
                    <a:bodyPr/>
                    <a:lstStyle/>
                    <a:p>
                      <a:pPr>
                        <a:buNone/>
                      </a:pPr>
                      <a:r>
                        <a:rPr lang="ja-JP" dirty="0"/>
                        <a:t>カメラ台数</a:t>
                      </a:r>
                    </a:p>
                  </a:txBody>
                  <a:tcPr anchor="ctr"/>
                </a:tc>
                <a:tc>
                  <a:txBody>
                    <a:bodyPr/>
                    <a:lstStyle/>
                    <a:p>
                      <a:pPr>
                        <a:buNone/>
                      </a:pPr>
                      <a:r>
                        <a:rPr lang="ja-JP"/>
                        <a:t>12 台</a:t>
                      </a:r>
                    </a:p>
                  </a:txBody>
                  <a:tcPr anchor="ctr"/>
                </a:tc>
                <a:extLst>
                  <a:ext uri="{0D108BD9-81ED-4DB2-BD59-A6C34878D82A}">
                    <a16:rowId xmlns:a16="http://schemas.microsoft.com/office/drawing/2014/main" val="2669379758"/>
                  </a:ext>
                </a:extLst>
              </a:tr>
              <a:tr h="0">
                <a:tc>
                  <a:txBody>
                    <a:bodyPr/>
                    <a:lstStyle/>
                    <a:p>
                      <a:pPr>
                        <a:buNone/>
                      </a:pPr>
                      <a:r>
                        <a:rPr lang="ja-JP" dirty="0"/>
                        <a:t>学習用</a:t>
                      </a:r>
                    </a:p>
                  </a:txBody>
                  <a:tcPr anchor="ctr"/>
                </a:tc>
                <a:tc>
                  <a:txBody>
                    <a:bodyPr/>
                    <a:lstStyle/>
                    <a:p>
                      <a:pPr>
                        <a:buNone/>
                      </a:pPr>
                      <a:r>
                        <a:rPr lang="ja-JP" dirty="0"/>
                        <a:t>26464 組</a:t>
                      </a:r>
                    </a:p>
                  </a:txBody>
                  <a:tcPr anchor="ctr"/>
                </a:tc>
                <a:extLst>
                  <a:ext uri="{0D108BD9-81ED-4DB2-BD59-A6C34878D82A}">
                    <a16:rowId xmlns:a16="http://schemas.microsoft.com/office/drawing/2014/main" val="1818253690"/>
                  </a:ext>
                </a:extLst>
              </a:tr>
              <a:tr h="0">
                <a:tc>
                  <a:txBody>
                    <a:bodyPr/>
                    <a:lstStyle/>
                    <a:p>
                      <a:pPr>
                        <a:buNone/>
                      </a:pPr>
                      <a:r>
                        <a:rPr lang="ja-JP" dirty="0"/>
                        <a:t>検証用</a:t>
                      </a:r>
                    </a:p>
                  </a:txBody>
                  <a:tcPr anchor="ctr"/>
                </a:tc>
                <a:tc>
                  <a:txBody>
                    <a:bodyPr/>
                    <a:lstStyle/>
                    <a:p>
                      <a:pPr>
                        <a:buNone/>
                      </a:pPr>
                      <a:r>
                        <a:rPr lang="ja-JP" dirty="0"/>
                        <a:t>528 組</a:t>
                      </a:r>
                    </a:p>
                  </a:txBody>
                  <a:tcPr anchor="ctr"/>
                </a:tc>
                <a:extLst>
                  <a:ext uri="{0D108BD9-81ED-4DB2-BD59-A6C34878D82A}">
                    <a16:rowId xmlns:a16="http://schemas.microsoft.com/office/drawing/2014/main" val="3906466553"/>
                  </a:ext>
                </a:extLst>
              </a:tr>
              <a:tr h="0">
                <a:tc>
                  <a:txBody>
                    <a:bodyPr/>
                    <a:lstStyle/>
                    <a:p>
                      <a:pPr>
                        <a:buNone/>
                      </a:pPr>
                      <a:r>
                        <a:rPr lang="ja-JP" altLang="en-US" dirty="0"/>
                        <a:t>テスト用</a:t>
                      </a:r>
                      <a:endParaRPr lang="ja-JP" dirty="0"/>
                    </a:p>
                  </a:txBody>
                  <a:tcPr anchor="ctr"/>
                </a:tc>
                <a:tc>
                  <a:txBody>
                    <a:bodyPr/>
                    <a:lstStyle/>
                    <a:p>
                      <a:pPr>
                        <a:buNone/>
                      </a:pPr>
                      <a:r>
                        <a:rPr lang="en-US" altLang="ja-JP" dirty="0"/>
                        <a:t>772 </a:t>
                      </a:r>
                      <a:r>
                        <a:rPr lang="ja-JP" altLang="en-US" dirty="0"/>
                        <a:t>組</a:t>
                      </a:r>
                      <a:endParaRPr lang="ja-JP" dirty="0"/>
                    </a:p>
                  </a:txBody>
                  <a:tcPr anchor="ctr"/>
                </a:tc>
                <a:extLst>
                  <a:ext uri="{0D108BD9-81ED-4DB2-BD59-A6C34878D82A}">
                    <a16:rowId xmlns:a16="http://schemas.microsoft.com/office/drawing/2014/main" val="1115615596"/>
                  </a:ext>
                </a:extLst>
              </a:tr>
            </a:tbl>
          </a:graphicData>
        </a:graphic>
      </p:graphicFrame>
      <p:sp>
        <p:nvSpPr>
          <p:cNvPr id="19" name="TextBox 3">
            <a:extLst>
              <a:ext uri="{FF2B5EF4-FFF2-40B4-BE49-F238E27FC236}">
                <a16:creationId xmlns:a16="http://schemas.microsoft.com/office/drawing/2014/main" id="{28601A24-81EE-C974-6D3D-252D5D2FF4B5}"/>
              </a:ext>
            </a:extLst>
          </p:cNvPr>
          <p:cNvSpPr txBox="1"/>
          <p:nvPr/>
        </p:nvSpPr>
        <p:spPr>
          <a:xfrm>
            <a:off x="399784" y="4330169"/>
            <a:ext cx="8483399" cy="1538883"/>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・データセット作成に要した時間：約</a:t>
            </a:r>
            <a:r>
              <a:rPr lang="en-US" altLang="ja-JP" sz="2000" dirty="0">
                <a:solidFill>
                  <a:srgbClr val="222222"/>
                </a:solidFill>
                <a:latin typeface="Noto Sans JP"/>
              </a:rPr>
              <a:t>3.7</a:t>
            </a:r>
            <a:r>
              <a:rPr lang="ja-JP" altLang="en-US" sz="2000" dirty="0">
                <a:solidFill>
                  <a:srgbClr val="222222"/>
                </a:solidFill>
                <a:latin typeface="Noto Sans JP"/>
              </a:rPr>
              <a:t>時間</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a:t>
            </a:r>
            <a:r>
              <a:rPr lang="ja-JP" altLang="en-US" sz="1600" dirty="0">
                <a:solidFill>
                  <a:srgbClr val="222222"/>
                </a:solidFill>
                <a:latin typeface="Noto Sans JP"/>
              </a:rPr>
              <a:t>コンピュータのスペック</a:t>
            </a:r>
            <a:endParaRPr lang="en-US" altLang="ja-JP" sz="1600" dirty="0">
              <a:solidFill>
                <a:srgbClr val="222222"/>
              </a:solidFill>
              <a:latin typeface="Noto Sans JP"/>
            </a:endParaRPr>
          </a:p>
          <a:p>
            <a:pPr>
              <a:lnSpc>
                <a:spcPts val="2400"/>
              </a:lnSpc>
            </a:pPr>
            <a:r>
              <a:rPr lang="ja-JP" altLang="en-US" sz="1600" dirty="0">
                <a:solidFill>
                  <a:srgbClr val="222222"/>
                </a:solidFill>
                <a:latin typeface="Noto Sans JP"/>
              </a:rPr>
              <a:t>　  </a:t>
            </a:r>
            <a:r>
              <a:rPr lang="en-US" altLang="ja-JP" sz="1600" dirty="0">
                <a:solidFill>
                  <a:srgbClr val="222222"/>
                </a:solidFill>
                <a:latin typeface="Noto Sans JP"/>
              </a:rPr>
              <a:t>CPU</a:t>
            </a:r>
            <a:r>
              <a:rPr lang="ja-JP" altLang="en-US" sz="1600" dirty="0">
                <a:solidFill>
                  <a:srgbClr val="222222"/>
                </a:solidFill>
                <a:latin typeface="Noto Sans JP"/>
              </a:rPr>
              <a:t>：</a:t>
            </a:r>
            <a:r>
              <a:rPr lang="en-US" altLang="ja-JP" sz="1600" dirty="0">
                <a:solidFill>
                  <a:srgbClr val="222222"/>
                </a:solidFill>
                <a:latin typeface="Noto Sans JP"/>
              </a:rPr>
              <a:t>Intel i7-12700F</a:t>
            </a:r>
            <a:r>
              <a:rPr lang="ja-JP" altLang="en-US" sz="1600" dirty="0">
                <a:solidFill>
                  <a:srgbClr val="222222"/>
                </a:solidFill>
                <a:latin typeface="Noto Sans JP"/>
              </a:rPr>
              <a:t>、</a:t>
            </a:r>
            <a:r>
              <a:rPr lang="en-US" altLang="ja-JP" sz="1600" dirty="0">
                <a:solidFill>
                  <a:srgbClr val="222222"/>
                </a:solidFill>
                <a:latin typeface="Noto Sans JP"/>
              </a:rPr>
              <a:t>GPU</a:t>
            </a:r>
            <a:r>
              <a:rPr lang="ja-JP" altLang="en-US" sz="1600" dirty="0">
                <a:solidFill>
                  <a:srgbClr val="222222"/>
                </a:solidFill>
                <a:latin typeface="Noto Sans JP"/>
              </a:rPr>
              <a:t>：</a:t>
            </a:r>
            <a:r>
              <a:rPr lang="en-US" altLang="ja-JP" sz="1600" dirty="0">
                <a:solidFill>
                  <a:srgbClr val="222222"/>
                </a:solidFill>
                <a:latin typeface="Noto Sans JP"/>
              </a:rPr>
              <a:t>NVIDIA </a:t>
            </a:r>
            <a:r>
              <a:rPr lang="en-US" altLang="ja-JP" sz="1600" dirty="0" err="1">
                <a:solidFill>
                  <a:srgbClr val="222222"/>
                </a:solidFill>
                <a:latin typeface="Noto Sans JP"/>
              </a:rPr>
              <a:t>GeFOrce</a:t>
            </a:r>
            <a:r>
              <a:rPr lang="en-US" altLang="ja-JP" sz="1600" dirty="0">
                <a:solidFill>
                  <a:srgbClr val="222222"/>
                </a:solidFill>
                <a:latin typeface="Noto Sans JP"/>
              </a:rPr>
              <a:t> RTX 3060 Ti</a:t>
            </a:r>
            <a:r>
              <a:rPr lang="ja-JP" altLang="en-US" sz="1600" dirty="0">
                <a:solidFill>
                  <a:srgbClr val="222222"/>
                </a:solidFill>
                <a:latin typeface="Noto Sans JP"/>
              </a:rPr>
              <a:t>、メモリ：</a:t>
            </a:r>
            <a:r>
              <a:rPr lang="en-US" altLang="ja-JP" sz="1600" dirty="0">
                <a:solidFill>
                  <a:srgbClr val="222222"/>
                </a:solidFill>
                <a:latin typeface="Noto Sans JP"/>
              </a:rPr>
              <a:t>16GB</a:t>
            </a:r>
          </a:p>
          <a:p>
            <a:pPr>
              <a:lnSpc>
                <a:spcPts val="2400"/>
              </a:lnSpc>
            </a:pP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・追加学習時のエポック数：</a:t>
            </a:r>
            <a:r>
              <a:rPr lang="en-US" altLang="ja-JP" sz="2000" dirty="0">
                <a:solidFill>
                  <a:srgbClr val="222222"/>
                </a:solidFill>
                <a:latin typeface="Noto Sans JP"/>
              </a:rPr>
              <a:t>100</a:t>
            </a:r>
            <a:endParaRPr lang="en-US" altLang="ja-JP" dirty="0">
              <a:solidFill>
                <a:srgbClr val="222222"/>
              </a:solidFill>
              <a:latin typeface="Noto Sans JP"/>
            </a:endParaRPr>
          </a:p>
        </p:txBody>
      </p:sp>
      <p:sp>
        <p:nvSpPr>
          <p:cNvPr id="4" name="TextBox 11">
            <a:extLst>
              <a:ext uri="{FF2B5EF4-FFF2-40B4-BE49-F238E27FC236}">
                <a16:creationId xmlns:a16="http://schemas.microsoft.com/office/drawing/2014/main" id="{963BB2CB-2920-43E4-379C-757C1E818F2B}"/>
              </a:ext>
            </a:extLst>
          </p:cNvPr>
          <p:cNvSpPr txBox="1"/>
          <p:nvPr/>
        </p:nvSpPr>
        <p:spPr>
          <a:xfrm>
            <a:off x="1784805" y="1183408"/>
            <a:ext cx="5357957"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データセットの構成</a:t>
            </a:r>
            <a:endParaRPr sz="1400" b="0" dirty="0">
              <a:solidFill>
                <a:srgbClr val="222222"/>
              </a:solidFill>
              <a:latin typeface="Noto Sans JP"/>
            </a:endParaRPr>
          </a:p>
        </p:txBody>
      </p:sp>
      <p:graphicFrame>
        <p:nvGraphicFramePr>
          <p:cNvPr id="8" name="表 7">
            <a:extLst>
              <a:ext uri="{FF2B5EF4-FFF2-40B4-BE49-F238E27FC236}">
                <a16:creationId xmlns:a16="http://schemas.microsoft.com/office/drawing/2014/main" id="{5187BC04-4146-5BA9-831D-D657730EFE53}"/>
              </a:ext>
            </a:extLst>
          </p:cNvPr>
          <p:cNvGraphicFramePr>
            <a:graphicFrameLocks noGrp="1"/>
          </p:cNvGraphicFramePr>
          <p:nvPr>
            <p:extLst>
              <p:ext uri="{D42A27DB-BD31-4B8C-83A1-F6EECF244321}">
                <p14:modId xmlns:p14="http://schemas.microsoft.com/office/powerpoint/2010/main" val="4283400292"/>
              </p:ext>
            </p:extLst>
          </p:nvPr>
        </p:nvGraphicFramePr>
        <p:xfrm>
          <a:off x="399784" y="1461780"/>
          <a:ext cx="8128000" cy="25958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795863797"/>
                    </a:ext>
                  </a:extLst>
                </a:gridCol>
                <a:gridCol w="4064000">
                  <a:extLst>
                    <a:ext uri="{9D8B030D-6E8A-4147-A177-3AD203B41FA5}">
                      <a16:colId xmlns:a16="http://schemas.microsoft.com/office/drawing/2014/main" val="3192118386"/>
                    </a:ext>
                  </a:extLst>
                </a:gridCol>
              </a:tblGrid>
              <a:tr h="370840">
                <a:tc>
                  <a:txBody>
                    <a:bodyPr/>
                    <a:lstStyle/>
                    <a:p>
                      <a:pPr algn="ctr">
                        <a:buNone/>
                      </a:pPr>
                      <a:r>
                        <a:rPr lang="ja-JP" altLang="en-US" dirty="0"/>
                        <a:t>項目</a:t>
                      </a:r>
                      <a:endParaRPr lang="ja-JP" dirty="0"/>
                    </a:p>
                  </a:txBody>
                  <a:tcPr anchor="ctr"/>
                </a:tc>
                <a:tc>
                  <a:txBody>
                    <a:bodyPr/>
                    <a:lstStyle/>
                    <a:p>
                      <a:pPr algn="ctr">
                        <a:buNone/>
                      </a:pPr>
                      <a:r>
                        <a:rPr lang="ja-JP" altLang="en-US" dirty="0"/>
                        <a:t>設定値</a:t>
                      </a:r>
                      <a:endParaRPr lang="ja-JP" dirty="0"/>
                    </a:p>
                  </a:txBody>
                  <a:tcPr anchor="ctr"/>
                </a:tc>
                <a:extLst>
                  <a:ext uri="{0D108BD9-81ED-4DB2-BD59-A6C34878D82A}">
                    <a16:rowId xmlns:a16="http://schemas.microsoft.com/office/drawing/2014/main" val="1514176382"/>
                  </a:ext>
                </a:extLst>
              </a:tr>
              <a:tr h="370840">
                <a:tc>
                  <a:txBody>
                    <a:bodyPr/>
                    <a:lstStyle/>
                    <a:p>
                      <a:pPr algn="ctr">
                        <a:buNone/>
                      </a:pPr>
                      <a:r>
                        <a:rPr lang="ja-JP" b="1" dirty="0"/>
                        <a:t>モーションデータ</a:t>
                      </a:r>
                      <a:r>
                        <a:rPr lang="en-US" altLang="ja-JP" sz="1200" b="1" dirty="0"/>
                        <a:t>※</a:t>
                      </a:r>
                      <a:endParaRPr lang="ja-JP" b="1" dirty="0"/>
                    </a:p>
                  </a:txBody>
                  <a:tcPr anchor="ctr"/>
                </a:tc>
                <a:tc>
                  <a:txBody>
                    <a:bodyPr/>
                    <a:lstStyle/>
                    <a:p>
                      <a:pPr algn="ctr">
                        <a:buNone/>
                      </a:pPr>
                      <a:r>
                        <a:rPr lang="ja-JP" b="1" dirty="0"/>
                        <a:t>1083 フレーム</a:t>
                      </a:r>
                    </a:p>
                  </a:txBody>
                  <a:tcPr anchor="ctr"/>
                </a:tc>
                <a:extLst>
                  <a:ext uri="{0D108BD9-81ED-4DB2-BD59-A6C34878D82A}">
                    <a16:rowId xmlns:a16="http://schemas.microsoft.com/office/drawing/2014/main" val="539651846"/>
                  </a:ext>
                </a:extLst>
              </a:tr>
              <a:tr h="370840">
                <a:tc>
                  <a:txBody>
                    <a:bodyPr/>
                    <a:lstStyle/>
                    <a:p>
                      <a:pPr algn="ctr">
                        <a:buNone/>
                      </a:pPr>
                      <a:r>
                        <a:rPr lang="ja-JP" b="1" dirty="0"/>
                        <a:t>アバター数</a:t>
                      </a:r>
                    </a:p>
                  </a:txBody>
                  <a:tcPr anchor="ctr"/>
                </a:tc>
                <a:tc>
                  <a:txBody>
                    <a:bodyPr/>
                    <a:lstStyle/>
                    <a:p>
                      <a:pPr algn="ctr">
                        <a:buNone/>
                      </a:pPr>
                      <a:r>
                        <a:rPr lang="ja-JP" b="1" dirty="0"/>
                        <a:t>2 体</a:t>
                      </a:r>
                    </a:p>
                  </a:txBody>
                  <a:tcPr anchor="ctr"/>
                </a:tc>
                <a:extLst>
                  <a:ext uri="{0D108BD9-81ED-4DB2-BD59-A6C34878D82A}">
                    <a16:rowId xmlns:a16="http://schemas.microsoft.com/office/drawing/2014/main" val="373583019"/>
                  </a:ext>
                </a:extLst>
              </a:tr>
              <a:tr h="370840">
                <a:tc>
                  <a:txBody>
                    <a:bodyPr/>
                    <a:lstStyle/>
                    <a:p>
                      <a:pPr algn="ctr">
                        <a:buNone/>
                      </a:pPr>
                      <a:r>
                        <a:rPr lang="ja-JP" b="1" dirty="0"/>
                        <a:t>カメラ台数</a:t>
                      </a:r>
                    </a:p>
                  </a:txBody>
                  <a:tcPr anchor="ctr"/>
                </a:tc>
                <a:tc>
                  <a:txBody>
                    <a:bodyPr/>
                    <a:lstStyle/>
                    <a:p>
                      <a:pPr algn="ctr">
                        <a:buNone/>
                      </a:pPr>
                      <a:r>
                        <a:rPr lang="ja-JP" b="1" dirty="0"/>
                        <a:t>12 台</a:t>
                      </a:r>
                    </a:p>
                  </a:txBody>
                  <a:tcPr anchor="ctr"/>
                </a:tc>
                <a:extLst>
                  <a:ext uri="{0D108BD9-81ED-4DB2-BD59-A6C34878D82A}">
                    <a16:rowId xmlns:a16="http://schemas.microsoft.com/office/drawing/2014/main" val="311688567"/>
                  </a:ext>
                </a:extLst>
              </a:tr>
              <a:tr h="370840">
                <a:tc>
                  <a:txBody>
                    <a:bodyPr/>
                    <a:lstStyle/>
                    <a:p>
                      <a:pPr algn="ctr">
                        <a:buNone/>
                      </a:pPr>
                      <a:r>
                        <a:rPr lang="ja-JP" b="1" dirty="0"/>
                        <a:t>学習用</a:t>
                      </a:r>
                    </a:p>
                  </a:txBody>
                  <a:tcPr anchor="ctr"/>
                </a:tc>
                <a:tc>
                  <a:txBody>
                    <a:bodyPr/>
                    <a:lstStyle/>
                    <a:p>
                      <a:pPr algn="ctr">
                        <a:buNone/>
                      </a:pPr>
                      <a:r>
                        <a:rPr lang="ja-JP" b="1" dirty="0"/>
                        <a:t>26464 組</a:t>
                      </a:r>
                    </a:p>
                  </a:txBody>
                  <a:tcPr anchor="ctr"/>
                </a:tc>
                <a:extLst>
                  <a:ext uri="{0D108BD9-81ED-4DB2-BD59-A6C34878D82A}">
                    <a16:rowId xmlns:a16="http://schemas.microsoft.com/office/drawing/2014/main" val="1399175809"/>
                  </a:ext>
                </a:extLst>
              </a:tr>
              <a:tr h="370840">
                <a:tc>
                  <a:txBody>
                    <a:bodyPr/>
                    <a:lstStyle/>
                    <a:p>
                      <a:pPr algn="ctr">
                        <a:buNone/>
                      </a:pPr>
                      <a:r>
                        <a:rPr lang="ja-JP" b="1" dirty="0"/>
                        <a:t>検証用</a:t>
                      </a:r>
                    </a:p>
                  </a:txBody>
                  <a:tcPr anchor="ctr"/>
                </a:tc>
                <a:tc>
                  <a:txBody>
                    <a:bodyPr/>
                    <a:lstStyle/>
                    <a:p>
                      <a:pPr algn="ctr">
                        <a:buNone/>
                      </a:pPr>
                      <a:r>
                        <a:rPr lang="ja-JP" b="1" dirty="0"/>
                        <a:t>528 組</a:t>
                      </a:r>
                    </a:p>
                  </a:txBody>
                  <a:tcPr anchor="ctr"/>
                </a:tc>
                <a:extLst>
                  <a:ext uri="{0D108BD9-81ED-4DB2-BD59-A6C34878D82A}">
                    <a16:rowId xmlns:a16="http://schemas.microsoft.com/office/drawing/2014/main" val="1710581303"/>
                  </a:ext>
                </a:extLst>
              </a:tr>
              <a:tr h="370840">
                <a:tc>
                  <a:txBody>
                    <a:bodyPr/>
                    <a:lstStyle/>
                    <a:p>
                      <a:pPr algn="ctr">
                        <a:buNone/>
                      </a:pPr>
                      <a:r>
                        <a:rPr lang="ja-JP" altLang="en-US" b="1" dirty="0"/>
                        <a:t>テスト用</a:t>
                      </a:r>
                      <a:endParaRPr lang="ja-JP" b="1" dirty="0"/>
                    </a:p>
                  </a:txBody>
                  <a:tcPr anchor="ctr"/>
                </a:tc>
                <a:tc>
                  <a:txBody>
                    <a:bodyPr/>
                    <a:lstStyle/>
                    <a:p>
                      <a:pPr algn="ctr">
                        <a:buNone/>
                      </a:pPr>
                      <a:r>
                        <a:rPr lang="en-US" altLang="ja-JP" b="1" dirty="0"/>
                        <a:t>772 </a:t>
                      </a:r>
                      <a:r>
                        <a:rPr lang="ja-JP" altLang="en-US" b="1" dirty="0"/>
                        <a:t>組</a:t>
                      </a:r>
                      <a:endParaRPr lang="ja-JP" b="1" dirty="0"/>
                    </a:p>
                  </a:txBody>
                  <a:tcPr anchor="ctr"/>
                </a:tc>
                <a:extLst>
                  <a:ext uri="{0D108BD9-81ED-4DB2-BD59-A6C34878D82A}">
                    <a16:rowId xmlns:a16="http://schemas.microsoft.com/office/drawing/2014/main" val="699559878"/>
                  </a:ext>
                </a:extLst>
              </a:tr>
            </a:tbl>
          </a:graphicData>
        </a:graphic>
      </p:graphicFrame>
      <p:pic>
        <p:nvPicPr>
          <p:cNvPr id="5" name="図 4">
            <a:extLst>
              <a:ext uri="{FF2B5EF4-FFF2-40B4-BE49-F238E27FC236}">
                <a16:creationId xmlns:a16="http://schemas.microsoft.com/office/drawing/2014/main" id="{1E3C366D-A56A-4DF5-4213-2A558653A0AF}"/>
              </a:ext>
            </a:extLst>
          </p:cNvPr>
          <p:cNvPicPr>
            <a:picLocks noChangeAspect="1"/>
          </p:cNvPicPr>
          <p:nvPr/>
        </p:nvPicPr>
        <p:blipFill>
          <a:blip r:embed="rId3">
            <a:extLst>
              <a:ext uri="{28A0092B-C50C-407E-A947-70E740481C1C}">
                <a14:useLocalDpi xmlns:a14="http://schemas.microsoft.com/office/drawing/2010/main" val="0"/>
              </a:ext>
            </a:extLst>
          </a:blip>
          <a:srcRect l="33350" t="14727" r="40000" b="7462"/>
          <a:stretch>
            <a:fillRect/>
          </a:stretch>
        </p:blipFill>
        <p:spPr>
          <a:xfrm>
            <a:off x="9564699" y="1231960"/>
            <a:ext cx="1558987" cy="4551814"/>
          </a:xfrm>
          <a:prstGeom prst="rect">
            <a:avLst/>
          </a:prstGeom>
        </p:spPr>
      </p:pic>
      <p:sp>
        <p:nvSpPr>
          <p:cNvPr id="12" name="TextBox 11">
            <a:extLst>
              <a:ext uri="{FF2B5EF4-FFF2-40B4-BE49-F238E27FC236}">
                <a16:creationId xmlns:a16="http://schemas.microsoft.com/office/drawing/2014/main" id="{04C5A65E-19F8-DCEA-9514-3809A65F7F2C}"/>
              </a:ext>
            </a:extLst>
          </p:cNvPr>
          <p:cNvSpPr txBox="1"/>
          <p:nvPr/>
        </p:nvSpPr>
        <p:spPr>
          <a:xfrm>
            <a:off x="277090" y="6078429"/>
            <a:ext cx="6560438" cy="169277"/>
          </a:xfrm>
          <a:prstGeom prst="rect">
            <a:avLst/>
          </a:prstGeom>
          <a:noFill/>
        </p:spPr>
        <p:txBody>
          <a:bodyPr wrap="square" lIns="0" tIns="0" rIns="0" bIns="0">
            <a:spAutoFit/>
          </a:bodyPr>
          <a:lstStyle/>
          <a:p>
            <a:pPr>
              <a:spcAft>
                <a:spcPts val="400"/>
              </a:spcAft>
            </a:pPr>
            <a:r>
              <a:rPr lang="en-US" altLang="ja-JP" sz="1100" dirty="0">
                <a:solidFill>
                  <a:srgbClr val="222222"/>
                </a:solidFill>
                <a:latin typeface="Noto Sans JP"/>
              </a:rPr>
              <a:t>※</a:t>
            </a:r>
            <a:r>
              <a:rPr lang="ja-JP" altLang="en-US" sz="1100" dirty="0">
                <a:solidFill>
                  <a:srgbClr val="222222"/>
                </a:solidFill>
                <a:latin typeface="Noto Sans JP"/>
              </a:rPr>
              <a:t>モーションデータは</a:t>
            </a:r>
            <a:r>
              <a:rPr lang="en-US" altLang="ja-JP" sz="1100" dirty="0" err="1">
                <a:solidFill>
                  <a:srgbClr val="222222"/>
                </a:solidFill>
                <a:latin typeface="Noto Sans JP"/>
              </a:rPr>
              <a:t>mixamo</a:t>
            </a:r>
            <a:r>
              <a:rPr lang="ja-JP" altLang="en-US" sz="1100" dirty="0">
                <a:solidFill>
                  <a:srgbClr val="222222"/>
                </a:solidFill>
                <a:latin typeface="Noto Sans JP"/>
              </a:rPr>
              <a:t>（</a:t>
            </a:r>
            <a:r>
              <a:rPr lang="en-US" altLang="ja-JP" sz="1100" dirty="0">
                <a:solidFill>
                  <a:srgbClr val="222222"/>
                </a:solidFill>
                <a:latin typeface="Noto Sans JP"/>
                <a:hlinkClick r:id="rId4"/>
              </a:rPr>
              <a:t>https://www.mixamo.com/#/</a:t>
            </a:r>
            <a:r>
              <a:rPr lang="ja-JP" altLang="en-US" sz="1100" dirty="0">
                <a:solidFill>
                  <a:srgbClr val="222222"/>
                </a:solidFill>
                <a:latin typeface="Noto Sans JP"/>
              </a:rPr>
              <a:t>）のものを使用</a:t>
            </a:r>
            <a:endParaRPr sz="1100" b="0" dirty="0">
              <a:solidFill>
                <a:srgbClr val="222222"/>
              </a:solidFill>
              <a:latin typeface="Noto Sans JP"/>
            </a:endParaRPr>
          </a:p>
        </p:txBody>
      </p:sp>
      <p:sp>
        <p:nvSpPr>
          <p:cNvPr id="9" name="TextBox 11">
            <a:extLst>
              <a:ext uri="{FF2B5EF4-FFF2-40B4-BE49-F238E27FC236}">
                <a16:creationId xmlns:a16="http://schemas.microsoft.com/office/drawing/2014/main" id="{A9307D1D-A2BE-BE6C-9825-5248528DE9DA}"/>
              </a:ext>
            </a:extLst>
          </p:cNvPr>
          <p:cNvSpPr txBox="1"/>
          <p:nvPr/>
        </p:nvSpPr>
        <p:spPr>
          <a:xfrm>
            <a:off x="6154193" y="4073837"/>
            <a:ext cx="2373591" cy="169277"/>
          </a:xfrm>
          <a:prstGeom prst="rect">
            <a:avLst/>
          </a:prstGeom>
          <a:noFill/>
        </p:spPr>
        <p:txBody>
          <a:bodyPr wrap="square" lIns="0" tIns="0" rIns="0" bIns="0">
            <a:spAutoFit/>
          </a:bodyPr>
          <a:lstStyle/>
          <a:p>
            <a:pPr>
              <a:spcAft>
                <a:spcPts val="400"/>
              </a:spcAft>
            </a:pPr>
            <a:r>
              <a:rPr lang="en-US" altLang="ja-JP" sz="1100" dirty="0">
                <a:solidFill>
                  <a:srgbClr val="222222"/>
                </a:solidFill>
                <a:latin typeface="Noto Sans JP"/>
              </a:rPr>
              <a:t>※</a:t>
            </a:r>
            <a:r>
              <a:rPr lang="ja-JP" altLang="en-US" sz="1100" dirty="0">
                <a:solidFill>
                  <a:srgbClr val="222222"/>
                </a:solidFill>
                <a:latin typeface="Noto Sans JP"/>
              </a:rPr>
              <a:t>テスト用データはカメラ</a:t>
            </a:r>
            <a:r>
              <a:rPr lang="en-US" altLang="ja-JP" sz="1100" dirty="0">
                <a:solidFill>
                  <a:srgbClr val="222222"/>
                </a:solidFill>
                <a:latin typeface="Noto Sans JP"/>
              </a:rPr>
              <a:t>2</a:t>
            </a:r>
            <a:r>
              <a:rPr lang="ja-JP" altLang="en-US" sz="1100" dirty="0">
                <a:solidFill>
                  <a:srgbClr val="222222"/>
                </a:solidFill>
                <a:latin typeface="Noto Sans JP"/>
              </a:rPr>
              <a:t>台で作成</a:t>
            </a:r>
            <a:endParaRPr sz="1100" b="0" dirty="0">
              <a:solidFill>
                <a:srgbClr val="222222"/>
              </a:solidFill>
              <a:latin typeface="Noto Sans JP"/>
            </a:endParaRPr>
          </a:p>
        </p:txBody>
      </p:sp>
    </p:spTree>
    <p:extLst>
      <p:ext uri="{BB962C8B-B14F-4D97-AF65-F5344CB8AC3E}">
        <p14:creationId xmlns:p14="http://schemas.microsoft.com/office/powerpoint/2010/main" val="3866805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A7671-5DF0-1F91-594A-AA87AB8B16E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8CED324-80D9-722D-70D8-E38E41EFB86E}"/>
              </a:ext>
            </a:extLst>
          </p:cNvPr>
          <p:cNvSpPr>
            <a:spLocks noGrp="1"/>
          </p:cNvSpPr>
          <p:nvPr>
            <p:ph type="sldNum" sz="quarter" idx="12"/>
          </p:nvPr>
        </p:nvSpPr>
        <p:spPr/>
        <p:txBody>
          <a:bodyPr/>
          <a:lstStyle/>
          <a:p>
            <a:fld id="{465F6A33-8929-41AA-8A25-00E3AA79F1EE}" type="slidenum">
              <a:rPr lang="en-US" smtClean="0"/>
              <a:t>9</a:t>
            </a:fld>
            <a:endParaRPr lang="en-US"/>
          </a:p>
        </p:txBody>
      </p:sp>
      <p:sp>
        <p:nvSpPr>
          <p:cNvPr id="11" name="テキスト ボックス 10">
            <a:extLst>
              <a:ext uri="{FF2B5EF4-FFF2-40B4-BE49-F238E27FC236}">
                <a16:creationId xmlns:a16="http://schemas.microsoft.com/office/drawing/2014/main" id="{1873C7D6-14F4-DE90-DBA0-3C748C542061}"/>
              </a:ext>
            </a:extLst>
          </p:cNvPr>
          <p:cNvSpPr txBox="1"/>
          <p:nvPr/>
        </p:nvSpPr>
        <p:spPr>
          <a:xfrm>
            <a:off x="277091" y="258618"/>
            <a:ext cx="6465454" cy="646331"/>
          </a:xfrm>
          <a:prstGeom prst="rect">
            <a:avLst/>
          </a:prstGeom>
          <a:noFill/>
        </p:spPr>
        <p:txBody>
          <a:bodyPr wrap="square" rtlCol="0">
            <a:spAutoFit/>
          </a:bodyPr>
          <a:lstStyle/>
          <a:p>
            <a:r>
              <a:rPr lang="ja-JP" altLang="en-US" sz="3600" b="1" dirty="0">
                <a:solidFill>
                  <a:srgbClr val="222222"/>
                </a:solidFill>
                <a:latin typeface="Noto Sans JP"/>
              </a:rPr>
              <a:t>工程③ </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682CD847-AF34-AAE5-7A96-B26DE81DCBC0}"/>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32E2AF87-0EC3-81D9-4AB2-86BBF2557BA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2B42386-14B6-9B33-E60A-EDA2DB02D5AF}"/>
              </a:ext>
            </a:extLst>
          </p:cNvPr>
          <p:cNvSpPr>
            <a:spLocks noGrp="1"/>
          </p:cNvSpPr>
          <p:nvPr>
            <p:ph type="dt" sz="half" idx="10"/>
          </p:nvPr>
        </p:nvSpPr>
        <p:spPr>
          <a:xfrm>
            <a:off x="838200" y="6449338"/>
            <a:ext cx="2743200" cy="365125"/>
          </a:xfrm>
        </p:spPr>
        <p:txBody>
          <a:bodyPr/>
          <a:lstStyle/>
          <a:p>
            <a:r>
              <a:rPr lang="en-US"/>
              <a:t>2026/9/24</a:t>
            </a:r>
          </a:p>
        </p:txBody>
      </p:sp>
      <p:pic>
        <p:nvPicPr>
          <p:cNvPr id="12" name="19pt_camera4_lefthalf">
            <a:hlinkClick r:id="" action="ppaction://media"/>
            <a:extLst>
              <a:ext uri="{FF2B5EF4-FFF2-40B4-BE49-F238E27FC236}">
                <a16:creationId xmlns:a16="http://schemas.microsoft.com/office/drawing/2014/main" id="{47DBD065-A595-8239-ADEB-673E0D147237}"/>
              </a:ext>
            </a:extLst>
          </p:cNvPr>
          <p:cNvPicPr>
            <a:picLocks noChangeAspect="1"/>
          </p:cNvPicPr>
          <p:nvPr>
            <a:videoFile r:link="rId1"/>
            <p:extLst>
              <p:ext uri="{DAA4B4D4-6D71-4841-9C94-3DE7FCFB9230}">
                <p14:media xmlns:p14="http://schemas.microsoft.com/office/powerpoint/2010/main" r:embed="rId2">
                  <p14:trim end="6084"/>
                </p14:media>
              </p:ext>
            </p:extLst>
          </p:nvPr>
        </p:nvPicPr>
        <p:blipFill>
          <a:blip r:embed="rId6"/>
          <a:stretch>
            <a:fillRect/>
          </a:stretch>
        </p:blipFill>
        <p:spPr>
          <a:xfrm>
            <a:off x="4342000" y="1957272"/>
            <a:ext cx="3554306" cy="3554305"/>
          </a:xfrm>
          <a:prstGeom prst="rect">
            <a:avLst/>
          </a:prstGeom>
        </p:spPr>
      </p:pic>
      <p:pic>
        <p:nvPicPr>
          <p:cNvPr id="14" name="19pt_camera1_lefthalf">
            <a:hlinkClick r:id="" action="ppaction://media"/>
            <a:extLst>
              <a:ext uri="{FF2B5EF4-FFF2-40B4-BE49-F238E27FC236}">
                <a16:creationId xmlns:a16="http://schemas.microsoft.com/office/drawing/2014/main" id="{6BF37724-B5C3-FE66-1278-9A85C84B77F3}"/>
              </a:ext>
            </a:extLst>
          </p:cNvPr>
          <p:cNvPicPr>
            <a:picLocks noChangeAspect="1"/>
          </p:cNvPicPr>
          <p:nvPr>
            <a:videoFile r:link="rId1"/>
            <p:extLst>
              <p:ext uri="{DAA4B4D4-6D71-4841-9C94-3DE7FCFB9230}">
                <p14:media xmlns:p14="http://schemas.microsoft.com/office/powerpoint/2010/main" r:embed="rId3">
                  <p14:trim end="6084"/>
                </p14:media>
              </p:ext>
            </p:extLst>
          </p:nvPr>
        </p:nvPicPr>
        <p:blipFill>
          <a:blip r:embed="rId7"/>
          <a:stretch>
            <a:fillRect/>
          </a:stretch>
        </p:blipFill>
        <p:spPr>
          <a:xfrm>
            <a:off x="8205047" y="1941413"/>
            <a:ext cx="3554306" cy="3554305"/>
          </a:xfrm>
          <a:prstGeom prst="rect">
            <a:avLst/>
          </a:prstGeom>
        </p:spPr>
      </p:pic>
      <p:sp>
        <p:nvSpPr>
          <p:cNvPr id="16" name="テキスト ボックス 15">
            <a:extLst>
              <a:ext uri="{FF2B5EF4-FFF2-40B4-BE49-F238E27FC236}">
                <a16:creationId xmlns:a16="http://schemas.microsoft.com/office/drawing/2014/main" id="{5FCD7173-A627-C50C-B127-603EE44312E1}"/>
              </a:ext>
            </a:extLst>
          </p:cNvPr>
          <p:cNvSpPr txBox="1"/>
          <p:nvPr/>
        </p:nvSpPr>
        <p:spPr>
          <a:xfrm>
            <a:off x="5240818" y="5495718"/>
            <a:ext cx="1756670" cy="338554"/>
          </a:xfrm>
          <a:prstGeom prst="rect">
            <a:avLst/>
          </a:prstGeom>
          <a:noFill/>
        </p:spPr>
        <p:txBody>
          <a:bodyPr vert="horz" wrap="square" rtlCol="0">
            <a:spAutoFit/>
          </a:bodyPr>
          <a:lstStyle/>
          <a:p>
            <a:pPr algn="ctr"/>
            <a:r>
              <a:rPr lang="ja-JP" altLang="en-US" sz="1600" dirty="0"/>
              <a:t>カメラ</a:t>
            </a:r>
            <a:r>
              <a:rPr lang="en-US" altLang="ja-JP" sz="1600" dirty="0"/>
              <a:t>1</a:t>
            </a:r>
            <a:r>
              <a:rPr lang="ja-JP" altLang="en-US" sz="1600" dirty="0"/>
              <a:t>（正面）</a:t>
            </a:r>
            <a:endParaRPr lang="en-US" altLang="ja-JP" sz="1600" dirty="0"/>
          </a:p>
        </p:txBody>
      </p:sp>
      <p:sp>
        <p:nvSpPr>
          <p:cNvPr id="18" name="テキスト ボックス 17">
            <a:extLst>
              <a:ext uri="{FF2B5EF4-FFF2-40B4-BE49-F238E27FC236}">
                <a16:creationId xmlns:a16="http://schemas.microsoft.com/office/drawing/2014/main" id="{BD4AF556-34B9-D593-7766-D6A82FFFF937}"/>
              </a:ext>
            </a:extLst>
          </p:cNvPr>
          <p:cNvSpPr txBox="1"/>
          <p:nvPr/>
        </p:nvSpPr>
        <p:spPr>
          <a:xfrm>
            <a:off x="9103865" y="5495718"/>
            <a:ext cx="1756670" cy="338554"/>
          </a:xfrm>
          <a:prstGeom prst="rect">
            <a:avLst/>
          </a:prstGeom>
          <a:noFill/>
        </p:spPr>
        <p:txBody>
          <a:bodyPr vert="horz" wrap="square" rtlCol="0">
            <a:spAutoFit/>
          </a:bodyPr>
          <a:lstStyle/>
          <a:p>
            <a:pPr algn="ctr"/>
            <a:r>
              <a:rPr lang="ja-JP" altLang="en-US" sz="1600" dirty="0"/>
              <a:t>カメラ</a:t>
            </a:r>
            <a:r>
              <a:rPr lang="en-US" altLang="ja-JP" sz="1600" dirty="0"/>
              <a:t>2</a:t>
            </a:r>
            <a:r>
              <a:rPr lang="ja-JP" altLang="en-US" sz="1600" dirty="0"/>
              <a:t>（側面）</a:t>
            </a:r>
            <a:endParaRPr lang="en-US" altLang="ja-JP" sz="1600" dirty="0"/>
          </a:p>
        </p:txBody>
      </p:sp>
      <p:sp>
        <p:nvSpPr>
          <p:cNvPr id="20" name="TextBox 3">
            <a:extLst>
              <a:ext uri="{FF2B5EF4-FFF2-40B4-BE49-F238E27FC236}">
                <a16:creationId xmlns:a16="http://schemas.microsoft.com/office/drawing/2014/main" id="{79DC2913-4B3C-1C6B-CB56-3305C59963F2}"/>
              </a:ext>
            </a:extLst>
          </p:cNvPr>
          <p:cNvSpPr txBox="1"/>
          <p:nvPr/>
        </p:nvSpPr>
        <p:spPr>
          <a:xfrm>
            <a:off x="581025" y="1218905"/>
            <a:ext cx="10772775"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テストに使用したデータセット</a:t>
            </a:r>
            <a:endParaRPr lang="en-US" altLang="ja-JP" sz="2000" b="1" dirty="0">
              <a:solidFill>
                <a:srgbClr val="222222"/>
              </a:solidFill>
              <a:latin typeface="Noto Sans JP"/>
            </a:endParaRPr>
          </a:p>
        </p:txBody>
      </p:sp>
      <p:pic>
        <p:nvPicPr>
          <p:cNvPr id="3" name="図 2" descr="画像">
            <a:extLst>
              <a:ext uri="{FF2B5EF4-FFF2-40B4-BE49-F238E27FC236}">
                <a16:creationId xmlns:a16="http://schemas.microsoft.com/office/drawing/2014/main" id="{3719F0CB-6EDD-8412-BA51-D57ABF687BD4}"/>
              </a:ext>
            </a:extLst>
          </p:cNvPr>
          <p:cNvPicPr>
            <a:picLocks noChangeAspect="1"/>
          </p:cNvPicPr>
          <p:nvPr/>
        </p:nvPicPr>
        <p:blipFill>
          <a:blip r:embed="rId8"/>
          <a:srcRect l="20887" r="9634"/>
          <a:stretch>
            <a:fillRect/>
          </a:stretch>
        </p:blipFill>
        <p:spPr>
          <a:xfrm>
            <a:off x="284773" y="1941413"/>
            <a:ext cx="3702181" cy="3538446"/>
          </a:xfrm>
          <a:prstGeom prst="rect">
            <a:avLst/>
          </a:prstGeom>
        </p:spPr>
      </p:pic>
      <p:sp>
        <p:nvSpPr>
          <p:cNvPr id="5" name="テキスト ボックス 4">
            <a:extLst>
              <a:ext uri="{FF2B5EF4-FFF2-40B4-BE49-F238E27FC236}">
                <a16:creationId xmlns:a16="http://schemas.microsoft.com/office/drawing/2014/main" id="{EFCA7839-49AD-3C50-08FD-CD8CA27F52B1}"/>
              </a:ext>
            </a:extLst>
          </p:cNvPr>
          <p:cNvSpPr txBox="1"/>
          <p:nvPr/>
        </p:nvSpPr>
        <p:spPr>
          <a:xfrm>
            <a:off x="755612" y="5495718"/>
            <a:ext cx="2572467" cy="338554"/>
          </a:xfrm>
          <a:prstGeom prst="rect">
            <a:avLst/>
          </a:prstGeom>
          <a:noFill/>
        </p:spPr>
        <p:txBody>
          <a:bodyPr vert="horz" wrap="square" rtlCol="0">
            <a:spAutoFit/>
          </a:bodyPr>
          <a:lstStyle/>
          <a:p>
            <a:pPr algn="ctr"/>
            <a:r>
              <a:rPr lang="ja-JP" altLang="en-US" sz="1600" dirty="0"/>
              <a:t>実写画像を推定した例</a:t>
            </a:r>
            <a:r>
              <a:rPr lang="en-US" altLang="ja-JP" sz="1100" dirty="0"/>
              <a:t>※</a:t>
            </a:r>
            <a:endParaRPr lang="en-US" altLang="ja-JP" sz="1600" dirty="0"/>
          </a:p>
        </p:txBody>
      </p:sp>
      <p:sp>
        <p:nvSpPr>
          <p:cNvPr id="13" name="TextBox 11">
            <a:extLst>
              <a:ext uri="{FF2B5EF4-FFF2-40B4-BE49-F238E27FC236}">
                <a16:creationId xmlns:a16="http://schemas.microsoft.com/office/drawing/2014/main" id="{0AAFA245-3005-3637-CEEC-965C85AE05F9}"/>
              </a:ext>
            </a:extLst>
          </p:cNvPr>
          <p:cNvSpPr txBox="1"/>
          <p:nvPr/>
        </p:nvSpPr>
        <p:spPr>
          <a:xfrm>
            <a:off x="47860" y="6126643"/>
            <a:ext cx="6560438" cy="123111"/>
          </a:xfrm>
          <a:prstGeom prst="rect">
            <a:avLst/>
          </a:prstGeom>
          <a:noFill/>
        </p:spPr>
        <p:txBody>
          <a:bodyPr wrap="square" lIns="0" tIns="0" rIns="0" bIns="0">
            <a:spAutoFit/>
          </a:bodyPr>
          <a:lstStyle/>
          <a:p>
            <a:pPr>
              <a:spcAft>
                <a:spcPts val="400"/>
              </a:spcAft>
            </a:pPr>
            <a:r>
              <a:rPr lang="en-US" altLang="ja-JP" sz="800" dirty="0">
                <a:solidFill>
                  <a:srgbClr val="222222"/>
                </a:solidFill>
                <a:latin typeface="Noto Sans JP"/>
              </a:rPr>
              <a:t>※</a:t>
            </a:r>
            <a:r>
              <a:rPr lang="en-US" altLang="ja-JP" sz="800" dirty="0" err="1">
                <a:solidFill>
                  <a:srgbClr val="222222"/>
                </a:solidFill>
                <a:latin typeface="Noto Sans JP"/>
              </a:rPr>
              <a:t>MMPose</a:t>
            </a:r>
            <a:r>
              <a:rPr lang="ja-JP" altLang="en-US" sz="800" dirty="0">
                <a:solidFill>
                  <a:srgbClr val="222222"/>
                </a:solidFill>
                <a:latin typeface="Noto Sans JP"/>
              </a:rPr>
              <a:t>（</a:t>
            </a:r>
            <a:r>
              <a:rPr lang="en-US" altLang="ja-JP" sz="800" dirty="0">
                <a:solidFill>
                  <a:srgbClr val="222222"/>
                </a:solidFill>
                <a:latin typeface="Noto Sans JP"/>
              </a:rPr>
              <a:t>https://github.com/open-mmlab/mmpose</a:t>
            </a:r>
            <a:r>
              <a:rPr lang="ja-JP" altLang="en-US" sz="800" dirty="0">
                <a:solidFill>
                  <a:srgbClr val="222222"/>
                </a:solidFill>
                <a:latin typeface="Noto Sans JP"/>
              </a:rPr>
              <a:t>）のサンプル画像を使用</a:t>
            </a:r>
            <a:endParaRPr sz="800" b="0" dirty="0">
              <a:solidFill>
                <a:srgbClr val="222222"/>
              </a:solidFill>
              <a:latin typeface="Noto Sans JP"/>
            </a:endParaRPr>
          </a:p>
        </p:txBody>
      </p:sp>
    </p:spTree>
    <p:extLst>
      <p:ext uri="{BB962C8B-B14F-4D97-AF65-F5344CB8AC3E}">
        <p14:creationId xmlns:p14="http://schemas.microsoft.com/office/powerpoint/2010/main" val="68389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12"/>
                                        </p:tgtEl>
                                      </p:cBhvr>
                                    </p:cmd>
                                  </p:childTnLst>
                                </p:cTn>
                              </p:par>
                              <p:par>
                                <p:cTn id="7" presetID="1" presetClass="mediacall" presetSubtype="0" fill="hold" nodeType="withEffect">
                                  <p:stCondLst>
                                    <p:cond delay="0"/>
                                  </p:stCondLst>
                                  <p:childTnLst>
                                    <p:cmd type="call" cmd="playFrom(0.0)">
                                      <p:cBhvr>
                                        <p:cTn id="8" dur="100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fill="hold" display="0">
                  <p:stCondLst>
                    <p:cond delay="indefinite"/>
                  </p:stCondLst>
                </p:cTn>
                <p:tgtEl>
                  <p:spTgt spid="12"/>
                </p:tgtEl>
              </p:cMediaNode>
            </p:video>
            <p:seq concurrent="1" nextAc="seek">
              <p:cTn id="10" restart="whenNotActive" fill="hold" evtFilter="cancelBubble" nodeType="interactiveSeq">
                <p:stCondLst>
                  <p:cond evt="onClick" delay="0">
                    <p:tgtEl>
                      <p:spTgt spid="12"/>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12"/>
                                        </p:tgtEl>
                                      </p:cBhvr>
                                    </p:cmd>
                                  </p:childTnLst>
                                </p:cTn>
                              </p:par>
                            </p:childTnLst>
                          </p:cTn>
                        </p:par>
                      </p:childTnLst>
                    </p:cTn>
                  </p:par>
                </p:childTnLst>
              </p:cTn>
              <p:nextCondLst>
                <p:cond evt="onClick" delay="0">
                  <p:tgtEl>
                    <p:spTgt spid="12"/>
                  </p:tgtEl>
                </p:cond>
              </p:nextCondLst>
            </p:seq>
            <p:video>
              <p:cMediaNode vol="80000">
                <p:cTn id="15" fill="hold" display="0">
                  <p:stCondLst>
                    <p:cond delay="indefinite"/>
                  </p:stCondLst>
                </p:cTn>
                <p:tgtEl>
                  <p:spTgt spid="14"/>
                </p:tgtEl>
              </p:cMediaNode>
            </p:video>
            <p:seq concurrent="1" nextAc="seek">
              <p:cTn id="16" restart="whenNotActive" fill="hold" evtFilter="cancelBubble" nodeType="interactiveSeq">
                <p:stCondLst>
                  <p:cond evt="onClick" delay="0">
                    <p:tgtEl>
                      <p:spTgt spid="14"/>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E9069-8DB3-E4B5-FD66-AEA0189F06A6}"/>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E9DBAF0-6E47-7DC0-1076-81A57EA4F33E}"/>
              </a:ext>
            </a:extLst>
          </p:cNvPr>
          <p:cNvSpPr>
            <a:spLocks noGrp="1"/>
          </p:cNvSpPr>
          <p:nvPr>
            <p:ph type="sldNum" sz="quarter" idx="12"/>
          </p:nvPr>
        </p:nvSpPr>
        <p:spPr/>
        <p:txBody>
          <a:bodyPr/>
          <a:lstStyle/>
          <a:p>
            <a:fld id="{465F6A33-8929-41AA-8A25-00E3AA79F1EE}" type="slidenum">
              <a:rPr lang="en-US" smtClean="0"/>
              <a:t>10</a:t>
            </a:fld>
            <a:endParaRPr lang="en-US"/>
          </a:p>
        </p:txBody>
      </p:sp>
      <p:sp>
        <p:nvSpPr>
          <p:cNvPr id="11" name="テキスト ボックス 10">
            <a:extLst>
              <a:ext uri="{FF2B5EF4-FFF2-40B4-BE49-F238E27FC236}">
                <a16:creationId xmlns:a16="http://schemas.microsoft.com/office/drawing/2014/main" id="{0F8BD99C-2B47-F1CC-19D0-A45C2E14223C}"/>
              </a:ext>
            </a:extLst>
          </p:cNvPr>
          <p:cNvSpPr txBox="1"/>
          <p:nvPr/>
        </p:nvSpPr>
        <p:spPr>
          <a:xfrm>
            <a:off x="277091" y="258618"/>
            <a:ext cx="6465454" cy="646331"/>
          </a:xfrm>
          <a:prstGeom prst="rect">
            <a:avLst/>
          </a:prstGeom>
          <a:noFill/>
        </p:spPr>
        <p:txBody>
          <a:bodyPr wrap="square" rtlCol="0">
            <a:spAutoFit/>
          </a:bodyPr>
          <a:lstStyle/>
          <a:p>
            <a:r>
              <a:rPr lang="ja-JP" altLang="en-US" sz="3600" b="1" dirty="0">
                <a:solidFill>
                  <a:srgbClr val="222222"/>
                </a:solidFill>
                <a:latin typeface="Noto Sans JP"/>
              </a:rPr>
              <a:t>工程③ 恒常性</a:t>
            </a:r>
            <a:r>
              <a:rPr lang="ja-JP" altLang="en-US" sz="3600" b="1">
                <a:solidFill>
                  <a:srgbClr val="222222"/>
                </a:solidFill>
                <a:latin typeface="Noto Sans JP"/>
              </a:rPr>
              <a:t>の評価</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C005D910-8B05-363E-4090-1A8D084D55F1}"/>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CC9BB220-7C71-476A-BB45-58F9440838AE}"/>
              </a:ext>
            </a:extLst>
          </p:cNvPr>
          <p:cNvSpPr txBox="1"/>
          <p:nvPr/>
        </p:nvSpPr>
        <p:spPr>
          <a:xfrm>
            <a:off x="581025" y="1218905"/>
            <a:ext cx="10772775" cy="615553"/>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カメラ</a:t>
            </a:r>
            <a:r>
              <a:rPr lang="en-US" altLang="ja-JP" sz="2000" dirty="0">
                <a:solidFill>
                  <a:srgbClr val="222222"/>
                </a:solidFill>
                <a:latin typeface="Noto Sans JP"/>
              </a:rPr>
              <a:t>1</a:t>
            </a:r>
            <a:r>
              <a:rPr lang="ja-JP" altLang="en-US" sz="2000" dirty="0">
                <a:solidFill>
                  <a:srgbClr val="222222"/>
                </a:solidFill>
                <a:latin typeface="Noto Sans JP"/>
              </a:rPr>
              <a:t>の全フレームの首から腰に掛けての</a:t>
            </a:r>
            <a:r>
              <a:rPr lang="en-US" altLang="ja-JP" sz="2000" dirty="0">
                <a:solidFill>
                  <a:srgbClr val="222222"/>
                </a:solidFill>
                <a:latin typeface="Noto Sans JP"/>
              </a:rPr>
              <a:t>4</a:t>
            </a:r>
            <a:r>
              <a:rPr lang="ja-JP" altLang="en-US" sz="2000" dirty="0">
                <a:solidFill>
                  <a:srgbClr val="222222"/>
                </a:solidFill>
                <a:latin typeface="Noto Sans JP"/>
              </a:rPr>
              <a:t>区間の長さを算出、フレーム間の変動係数を推定結果と真値で比較</a:t>
            </a:r>
            <a:endParaRPr lang="en-US" altLang="ja-JP" sz="2000" b="1" dirty="0">
              <a:solidFill>
                <a:srgbClr val="222222"/>
              </a:solidFill>
              <a:latin typeface="Noto Sans JP"/>
            </a:endParaRPr>
          </a:p>
        </p:txBody>
      </p:sp>
      <p:sp>
        <p:nvSpPr>
          <p:cNvPr id="2" name="Footer Placeholder 4">
            <a:extLst>
              <a:ext uri="{FF2B5EF4-FFF2-40B4-BE49-F238E27FC236}">
                <a16:creationId xmlns:a16="http://schemas.microsoft.com/office/drawing/2014/main" id="{BD72FBA0-784A-15A4-DCCD-EEB05B6AD5A9}"/>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A76525B-DEA2-1785-1DC1-373982B48C23}"/>
              </a:ext>
            </a:extLst>
          </p:cNvPr>
          <p:cNvSpPr>
            <a:spLocks noGrp="1"/>
          </p:cNvSpPr>
          <p:nvPr>
            <p:ph type="dt" sz="half" idx="10"/>
          </p:nvPr>
        </p:nvSpPr>
        <p:spPr>
          <a:xfrm>
            <a:off x="838200" y="6449338"/>
            <a:ext cx="2743200" cy="365125"/>
          </a:xfrm>
        </p:spPr>
        <p:txBody>
          <a:bodyPr/>
          <a:lstStyle/>
          <a:p>
            <a:r>
              <a:rPr lang="en-US"/>
              <a:t>2026/9/24</a:t>
            </a:r>
          </a:p>
        </p:txBody>
      </p:sp>
      <p:sp>
        <p:nvSpPr>
          <p:cNvPr id="8" name="TextBox 3">
            <a:extLst>
              <a:ext uri="{FF2B5EF4-FFF2-40B4-BE49-F238E27FC236}">
                <a16:creationId xmlns:a16="http://schemas.microsoft.com/office/drawing/2014/main" id="{CA45D475-8E1B-1855-3BFE-BF5E0DCDCD14}"/>
              </a:ext>
            </a:extLst>
          </p:cNvPr>
          <p:cNvSpPr txBox="1"/>
          <p:nvPr/>
        </p:nvSpPr>
        <p:spPr>
          <a:xfrm>
            <a:off x="1018565" y="5027079"/>
            <a:ext cx="6091472"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動画全体の推定結果は、同程度の精度が出ている</a:t>
            </a:r>
          </a:p>
        </p:txBody>
      </p:sp>
      <p:grpSp>
        <p:nvGrpSpPr>
          <p:cNvPr id="111" name="グループ化 110">
            <a:extLst>
              <a:ext uri="{FF2B5EF4-FFF2-40B4-BE49-F238E27FC236}">
                <a16:creationId xmlns:a16="http://schemas.microsoft.com/office/drawing/2014/main" id="{AE07273F-9566-7FD1-251C-4B809BAB985D}"/>
              </a:ext>
            </a:extLst>
          </p:cNvPr>
          <p:cNvGrpSpPr/>
          <p:nvPr/>
        </p:nvGrpSpPr>
        <p:grpSpPr>
          <a:xfrm>
            <a:off x="7878602" y="2433671"/>
            <a:ext cx="1777059" cy="3195095"/>
            <a:chOff x="611557" y="996561"/>
            <a:chExt cx="2302600" cy="3952338"/>
          </a:xfrm>
        </p:grpSpPr>
        <p:cxnSp>
          <p:nvCxnSpPr>
            <p:cNvPr id="112" name="直線コネクタ 111">
              <a:extLst>
                <a:ext uri="{FF2B5EF4-FFF2-40B4-BE49-F238E27FC236}">
                  <a16:creationId xmlns:a16="http://schemas.microsoft.com/office/drawing/2014/main" id="{B9B158FE-D35B-1437-103C-BD8738ED4663}"/>
                </a:ext>
              </a:extLst>
            </p:cNvPr>
            <p:cNvCxnSpPr>
              <a:cxnSpLocks/>
            </p:cNvCxnSpPr>
            <p:nvPr/>
          </p:nvCxnSpPr>
          <p:spPr>
            <a:xfrm flipH="1">
              <a:off x="1709463" y="3803488"/>
              <a:ext cx="208915" cy="158485"/>
            </a:xfrm>
            <a:prstGeom prst="line">
              <a:avLst/>
            </a:prstGeom>
            <a:ln w="28575"/>
          </p:spPr>
          <p:style>
            <a:lnRef idx="1">
              <a:schemeClr val="dk1"/>
            </a:lnRef>
            <a:fillRef idx="0">
              <a:schemeClr val="dk1"/>
            </a:fillRef>
            <a:effectRef idx="0">
              <a:schemeClr val="dk1"/>
            </a:effectRef>
            <a:fontRef idx="minor">
              <a:schemeClr val="tx1"/>
            </a:fontRef>
          </p:style>
        </p:cxnSp>
        <p:cxnSp>
          <p:nvCxnSpPr>
            <p:cNvPr id="113" name="直線コネクタ 112">
              <a:extLst>
                <a:ext uri="{FF2B5EF4-FFF2-40B4-BE49-F238E27FC236}">
                  <a16:creationId xmlns:a16="http://schemas.microsoft.com/office/drawing/2014/main" id="{356C9244-2309-FAD8-E4F8-9D055B9832E2}"/>
                </a:ext>
              </a:extLst>
            </p:cNvPr>
            <p:cNvCxnSpPr>
              <a:cxnSpLocks/>
            </p:cNvCxnSpPr>
            <p:nvPr/>
          </p:nvCxnSpPr>
          <p:spPr>
            <a:xfrm flipH="1" flipV="1">
              <a:off x="1647747" y="3739168"/>
              <a:ext cx="255967" cy="71270"/>
            </a:xfrm>
            <a:prstGeom prst="line">
              <a:avLst/>
            </a:prstGeom>
            <a:ln w="28575"/>
          </p:spPr>
          <p:style>
            <a:lnRef idx="1">
              <a:schemeClr val="dk1"/>
            </a:lnRef>
            <a:fillRef idx="0">
              <a:schemeClr val="dk1"/>
            </a:fillRef>
            <a:effectRef idx="0">
              <a:schemeClr val="dk1"/>
            </a:effectRef>
            <a:fontRef idx="minor">
              <a:schemeClr val="tx1"/>
            </a:fontRef>
          </p:style>
        </p:cxnSp>
        <p:cxnSp>
          <p:nvCxnSpPr>
            <p:cNvPr id="114" name="直線コネクタ 113">
              <a:extLst>
                <a:ext uri="{FF2B5EF4-FFF2-40B4-BE49-F238E27FC236}">
                  <a16:creationId xmlns:a16="http://schemas.microsoft.com/office/drawing/2014/main" id="{18084653-272F-7E35-6D31-F83A08FC5A1D}"/>
                </a:ext>
              </a:extLst>
            </p:cNvPr>
            <p:cNvCxnSpPr>
              <a:cxnSpLocks/>
            </p:cNvCxnSpPr>
            <p:nvPr/>
          </p:nvCxnSpPr>
          <p:spPr>
            <a:xfrm flipH="1">
              <a:off x="1181716" y="1867696"/>
              <a:ext cx="491108" cy="513513"/>
            </a:xfrm>
            <a:prstGeom prst="line">
              <a:avLst/>
            </a:prstGeom>
            <a:ln w="28575"/>
          </p:spPr>
          <p:style>
            <a:lnRef idx="1">
              <a:schemeClr val="dk1"/>
            </a:lnRef>
            <a:fillRef idx="0">
              <a:schemeClr val="dk1"/>
            </a:fillRef>
            <a:effectRef idx="0">
              <a:schemeClr val="dk1"/>
            </a:effectRef>
            <a:fontRef idx="minor">
              <a:schemeClr val="tx1"/>
            </a:fontRef>
          </p:style>
        </p:cxnSp>
        <p:cxnSp>
          <p:nvCxnSpPr>
            <p:cNvPr id="115" name="直線コネクタ 114">
              <a:extLst>
                <a:ext uri="{FF2B5EF4-FFF2-40B4-BE49-F238E27FC236}">
                  <a16:creationId xmlns:a16="http://schemas.microsoft.com/office/drawing/2014/main" id="{2FE181B7-716B-8B43-491D-767D345D2770}"/>
                </a:ext>
              </a:extLst>
            </p:cNvPr>
            <p:cNvCxnSpPr>
              <a:cxnSpLocks/>
            </p:cNvCxnSpPr>
            <p:nvPr/>
          </p:nvCxnSpPr>
          <p:spPr>
            <a:xfrm>
              <a:off x="1547065" y="1051415"/>
              <a:ext cx="0" cy="439856"/>
            </a:xfrm>
            <a:prstGeom prst="line">
              <a:avLst/>
            </a:prstGeom>
            <a:ln w="28575"/>
          </p:spPr>
          <p:style>
            <a:lnRef idx="1">
              <a:schemeClr val="dk1"/>
            </a:lnRef>
            <a:fillRef idx="0">
              <a:schemeClr val="dk1"/>
            </a:fillRef>
            <a:effectRef idx="0">
              <a:schemeClr val="dk1"/>
            </a:effectRef>
            <a:fontRef idx="minor">
              <a:schemeClr val="tx1"/>
            </a:fontRef>
          </p:style>
        </p:cxnSp>
        <p:cxnSp>
          <p:nvCxnSpPr>
            <p:cNvPr id="116" name="直線コネクタ 115">
              <a:extLst>
                <a:ext uri="{FF2B5EF4-FFF2-40B4-BE49-F238E27FC236}">
                  <a16:creationId xmlns:a16="http://schemas.microsoft.com/office/drawing/2014/main" id="{212D09F4-41E7-5596-3D05-0DAFBBEB29D1}"/>
                </a:ext>
              </a:extLst>
            </p:cNvPr>
            <p:cNvCxnSpPr>
              <a:cxnSpLocks/>
              <a:endCxn id="118" idx="1"/>
            </p:cNvCxnSpPr>
            <p:nvPr/>
          </p:nvCxnSpPr>
          <p:spPr>
            <a:xfrm>
              <a:off x="1673802" y="1841765"/>
              <a:ext cx="282418" cy="788107"/>
            </a:xfrm>
            <a:prstGeom prst="line">
              <a:avLst/>
            </a:prstGeom>
            <a:ln w="28575"/>
          </p:spPr>
          <p:style>
            <a:lnRef idx="1">
              <a:schemeClr val="dk1"/>
            </a:lnRef>
            <a:fillRef idx="0">
              <a:schemeClr val="dk1"/>
            </a:fillRef>
            <a:effectRef idx="0">
              <a:schemeClr val="dk1"/>
            </a:effectRef>
            <a:fontRef idx="minor">
              <a:schemeClr val="tx1"/>
            </a:fontRef>
          </p:style>
        </p:cxnSp>
        <p:cxnSp>
          <p:nvCxnSpPr>
            <p:cNvPr id="117" name="直線コネクタ 116">
              <a:extLst>
                <a:ext uri="{FF2B5EF4-FFF2-40B4-BE49-F238E27FC236}">
                  <a16:creationId xmlns:a16="http://schemas.microsoft.com/office/drawing/2014/main" id="{36973493-B0EB-36BE-2FD7-325F1976765D}"/>
                </a:ext>
              </a:extLst>
            </p:cNvPr>
            <p:cNvCxnSpPr>
              <a:cxnSpLocks/>
            </p:cNvCxnSpPr>
            <p:nvPr/>
          </p:nvCxnSpPr>
          <p:spPr>
            <a:xfrm flipH="1">
              <a:off x="1902959" y="2718054"/>
              <a:ext cx="70371" cy="1092384"/>
            </a:xfrm>
            <a:prstGeom prst="line">
              <a:avLst/>
            </a:prstGeom>
            <a:ln w="28575"/>
          </p:spPr>
          <p:style>
            <a:lnRef idx="1">
              <a:schemeClr val="dk1"/>
            </a:lnRef>
            <a:fillRef idx="0">
              <a:schemeClr val="dk1"/>
            </a:fillRef>
            <a:effectRef idx="0">
              <a:schemeClr val="dk1"/>
            </a:effectRef>
            <a:fontRef idx="minor">
              <a:schemeClr val="tx1"/>
            </a:fontRef>
          </p:style>
        </p:cxnSp>
        <p:sp>
          <p:nvSpPr>
            <p:cNvPr id="118" name="楕円 117">
              <a:extLst>
                <a:ext uri="{FF2B5EF4-FFF2-40B4-BE49-F238E27FC236}">
                  <a16:creationId xmlns:a16="http://schemas.microsoft.com/office/drawing/2014/main" id="{E9C048FF-6507-2BF3-33FC-A97A9CC27B6A}"/>
                </a:ext>
              </a:extLst>
            </p:cNvPr>
            <p:cNvSpPr>
              <a:spLocks noChangeAspect="1"/>
            </p:cNvSpPr>
            <p:nvPr/>
          </p:nvSpPr>
          <p:spPr>
            <a:xfrm>
              <a:off x="1939776" y="2612423"/>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9" name="楕円 118">
              <a:extLst>
                <a:ext uri="{FF2B5EF4-FFF2-40B4-BE49-F238E27FC236}">
                  <a16:creationId xmlns:a16="http://schemas.microsoft.com/office/drawing/2014/main" id="{89DDFD25-0600-A955-3206-14C9A36F0C02}"/>
                </a:ext>
              </a:extLst>
            </p:cNvPr>
            <p:cNvSpPr>
              <a:spLocks noChangeAspect="1"/>
            </p:cNvSpPr>
            <p:nvPr/>
          </p:nvSpPr>
          <p:spPr>
            <a:xfrm>
              <a:off x="1843933" y="3757432"/>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0" name="テキスト ボックス 119">
              <a:extLst>
                <a:ext uri="{FF2B5EF4-FFF2-40B4-BE49-F238E27FC236}">
                  <a16:creationId xmlns:a16="http://schemas.microsoft.com/office/drawing/2014/main" id="{05BAEB66-9DEB-03DA-62CB-2897EE80114E}"/>
                </a:ext>
              </a:extLst>
            </p:cNvPr>
            <p:cNvSpPr txBox="1"/>
            <p:nvPr/>
          </p:nvSpPr>
          <p:spPr>
            <a:xfrm>
              <a:off x="1623859" y="1449193"/>
              <a:ext cx="651132" cy="369332"/>
            </a:xfrm>
            <a:prstGeom prst="rect">
              <a:avLst/>
            </a:prstGeom>
            <a:noFill/>
          </p:spPr>
          <p:txBody>
            <a:bodyPr wrap="square" rtlCol="0">
              <a:spAutoFit/>
            </a:bodyPr>
            <a:lstStyle/>
            <a:p>
              <a:endParaRPr kumimoji="1" lang="ja-JP" altLang="en-US" dirty="0"/>
            </a:p>
          </p:txBody>
        </p:sp>
        <p:sp>
          <p:nvSpPr>
            <p:cNvPr id="121" name="テキスト ボックス 120">
              <a:extLst>
                <a:ext uri="{FF2B5EF4-FFF2-40B4-BE49-F238E27FC236}">
                  <a16:creationId xmlns:a16="http://schemas.microsoft.com/office/drawing/2014/main" id="{91CD05F7-CA4D-FBA1-D061-9A56641F26B5}"/>
                </a:ext>
              </a:extLst>
            </p:cNvPr>
            <p:cNvSpPr txBox="1"/>
            <p:nvPr/>
          </p:nvSpPr>
          <p:spPr>
            <a:xfrm>
              <a:off x="1956220" y="2079228"/>
              <a:ext cx="903440" cy="456864"/>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L1’</a:t>
              </a:r>
            </a:p>
          </p:txBody>
        </p:sp>
        <p:cxnSp>
          <p:nvCxnSpPr>
            <p:cNvPr id="122" name="直線コネクタ 121">
              <a:extLst>
                <a:ext uri="{FF2B5EF4-FFF2-40B4-BE49-F238E27FC236}">
                  <a16:creationId xmlns:a16="http://schemas.microsoft.com/office/drawing/2014/main" id="{0243851A-9A47-0A95-8971-A3511DD8954D}"/>
                </a:ext>
              </a:extLst>
            </p:cNvPr>
            <p:cNvCxnSpPr>
              <a:cxnSpLocks/>
            </p:cNvCxnSpPr>
            <p:nvPr/>
          </p:nvCxnSpPr>
          <p:spPr>
            <a:xfrm>
              <a:off x="1547065" y="1480505"/>
              <a:ext cx="100682" cy="372687"/>
            </a:xfrm>
            <a:prstGeom prst="line">
              <a:avLst/>
            </a:prstGeom>
            <a:ln w="28575"/>
          </p:spPr>
          <p:style>
            <a:lnRef idx="1">
              <a:schemeClr val="dk1"/>
            </a:lnRef>
            <a:fillRef idx="0">
              <a:schemeClr val="dk1"/>
            </a:fillRef>
            <a:effectRef idx="0">
              <a:schemeClr val="dk1"/>
            </a:effectRef>
            <a:fontRef idx="minor">
              <a:schemeClr val="tx1"/>
            </a:fontRef>
          </p:style>
        </p:cxnSp>
        <p:sp>
          <p:nvSpPr>
            <p:cNvPr id="123" name="楕円 122">
              <a:extLst>
                <a:ext uri="{FF2B5EF4-FFF2-40B4-BE49-F238E27FC236}">
                  <a16:creationId xmlns:a16="http://schemas.microsoft.com/office/drawing/2014/main" id="{51D38F52-0C33-D779-AB4A-606DAD890D7C}"/>
                </a:ext>
              </a:extLst>
            </p:cNvPr>
            <p:cNvSpPr>
              <a:spLocks noChangeAspect="1"/>
            </p:cNvSpPr>
            <p:nvPr/>
          </p:nvSpPr>
          <p:spPr>
            <a:xfrm>
              <a:off x="1495996" y="1421860"/>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楕円 123">
              <a:extLst>
                <a:ext uri="{FF2B5EF4-FFF2-40B4-BE49-F238E27FC236}">
                  <a16:creationId xmlns:a16="http://schemas.microsoft.com/office/drawing/2014/main" id="{ED746398-80F5-52E9-ADFA-857FE76F361E}"/>
                </a:ext>
              </a:extLst>
            </p:cNvPr>
            <p:cNvSpPr>
              <a:spLocks noChangeAspect="1"/>
            </p:cNvSpPr>
            <p:nvPr/>
          </p:nvSpPr>
          <p:spPr>
            <a:xfrm>
              <a:off x="1617658" y="181197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楕円 124">
              <a:extLst>
                <a:ext uri="{FF2B5EF4-FFF2-40B4-BE49-F238E27FC236}">
                  <a16:creationId xmlns:a16="http://schemas.microsoft.com/office/drawing/2014/main" id="{32074D35-D50E-C0DF-2950-BFB52C2A69F0}"/>
                </a:ext>
              </a:extLst>
            </p:cNvPr>
            <p:cNvSpPr>
              <a:spLocks noChangeAspect="1"/>
            </p:cNvSpPr>
            <p:nvPr/>
          </p:nvSpPr>
          <p:spPr>
            <a:xfrm>
              <a:off x="1484230" y="996561"/>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6" name="テキスト ボックス 125">
              <a:extLst>
                <a:ext uri="{FF2B5EF4-FFF2-40B4-BE49-F238E27FC236}">
                  <a16:creationId xmlns:a16="http://schemas.microsoft.com/office/drawing/2014/main" id="{B7E4006F-A622-94FD-B716-49001B4015D6}"/>
                </a:ext>
              </a:extLst>
            </p:cNvPr>
            <p:cNvSpPr txBox="1"/>
            <p:nvPr/>
          </p:nvSpPr>
          <p:spPr>
            <a:xfrm>
              <a:off x="1983762" y="3337588"/>
              <a:ext cx="930395" cy="456864"/>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L2’</a:t>
              </a:r>
            </a:p>
          </p:txBody>
        </p:sp>
        <p:cxnSp>
          <p:nvCxnSpPr>
            <p:cNvPr id="127" name="直線コネクタ 126">
              <a:extLst>
                <a:ext uri="{FF2B5EF4-FFF2-40B4-BE49-F238E27FC236}">
                  <a16:creationId xmlns:a16="http://schemas.microsoft.com/office/drawing/2014/main" id="{2CAD63B9-8A2C-C83B-1B19-2867A23676B3}"/>
                </a:ext>
              </a:extLst>
            </p:cNvPr>
            <p:cNvCxnSpPr>
              <a:cxnSpLocks/>
            </p:cNvCxnSpPr>
            <p:nvPr/>
          </p:nvCxnSpPr>
          <p:spPr>
            <a:xfrm flipH="1" flipV="1">
              <a:off x="658316" y="2103710"/>
              <a:ext cx="538514" cy="2612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28" name="楕円 127">
              <a:extLst>
                <a:ext uri="{FF2B5EF4-FFF2-40B4-BE49-F238E27FC236}">
                  <a16:creationId xmlns:a16="http://schemas.microsoft.com/office/drawing/2014/main" id="{382E5FBE-786E-7282-9187-AB9E5184F173}"/>
                </a:ext>
              </a:extLst>
            </p:cNvPr>
            <p:cNvSpPr>
              <a:spLocks noChangeAspect="1"/>
            </p:cNvSpPr>
            <p:nvPr/>
          </p:nvSpPr>
          <p:spPr>
            <a:xfrm>
              <a:off x="1125573" y="230435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9" name="楕円 128">
              <a:extLst>
                <a:ext uri="{FF2B5EF4-FFF2-40B4-BE49-F238E27FC236}">
                  <a16:creationId xmlns:a16="http://schemas.microsoft.com/office/drawing/2014/main" id="{CB213D07-90F9-5A9E-7084-BFAFA49C454C}"/>
                </a:ext>
              </a:extLst>
            </p:cNvPr>
            <p:cNvSpPr>
              <a:spLocks noChangeAspect="1"/>
            </p:cNvSpPr>
            <p:nvPr/>
          </p:nvSpPr>
          <p:spPr>
            <a:xfrm>
              <a:off x="611557" y="206487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0" name="直線コネクタ 129">
              <a:extLst>
                <a:ext uri="{FF2B5EF4-FFF2-40B4-BE49-F238E27FC236}">
                  <a16:creationId xmlns:a16="http://schemas.microsoft.com/office/drawing/2014/main" id="{445692E6-4276-95CC-8DDA-B553E2EE6C5B}"/>
                </a:ext>
              </a:extLst>
            </p:cNvPr>
            <p:cNvCxnSpPr>
              <a:cxnSpLocks/>
            </p:cNvCxnSpPr>
            <p:nvPr/>
          </p:nvCxnSpPr>
          <p:spPr>
            <a:xfrm flipH="1">
              <a:off x="1705880" y="3943912"/>
              <a:ext cx="26732" cy="1004987"/>
            </a:xfrm>
            <a:prstGeom prst="line">
              <a:avLst/>
            </a:prstGeom>
            <a:ln w="28575"/>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F72FFC12-40D7-35C4-9A27-F8C7AB642FDD}"/>
                </a:ext>
              </a:extLst>
            </p:cNvPr>
            <p:cNvCxnSpPr>
              <a:cxnSpLocks/>
            </p:cNvCxnSpPr>
            <p:nvPr/>
          </p:nvCxnSpPr>
          <p:spPr>
            <a:xfrm flipH="1">
              <a:off x="1427270" y="3739168"/>
              <a:ext cx="216894" cy="1069831"/>
            </a:xfrm>
            <a:prstGeom prst="line">
              <a:avLst/>
            </a:prstGeom>
            <a:ln w="28575"/>
          </p:spPr>
          <p:style>
            <a:lnRef idx="1">
              <a:schemeClr val="dk1"/>
            </a:lnRef>
            <a:fillRef idx="0">
              <a:schemeClr val="dk1"/>
            </a:fillRef>
            <a:effectRef idx="0">
              <a:schemeClr val="dk1"/>
            </a:effectRef>
            <a:fontRef idx="minor">
              <a:schemeClr val="tx1"/>
            </a:fontRef>
          </p:style>
        </p:cxnSp>
        <p:sp>
          <p:nvSpPr>
            <p:cNvPr id="132" name="楕円 131">
              <a:extLst>
                <a:ext uri="{FF2B5EF4-FFF2-40B4-BE49-F238E27FC236}">
                  <a16:creationId xmlns:a16="http://schemas.microsoft.com/office/drawing/2014/main" id="{8B5C56F7-24CF-B7AE-F542-D27E4B1A52B0}"/>
                </a:ext>
              </a:extLst>
            </p:cNvPr>
            <p:cNvSpPr>
              <a:spLocks noChangeAspect="1"/>
            </p:cNvSpPr>
            <p:nvPr/>
          </p:nvSpPr>
          <p:spPr>
            <a:xfrm>
              <a:off x="1603114" y="369128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楕円 132">
              <a:extLst>
                <a:ext uri="{FF2B5EF4-FFF2-40B4-BE49-F238E27FC236}">
                  <a16:creationId xmlns:a16="http://schemas.microsoft.com/office/drawing/2014/main" id="{76192CA4-3110-D7B8-CA04-B76C74312E70}"/>
                </a:ext>
              </a:extLst>
            </p:cNvPr>
            <p:cNvSpPr>
              <a:spLocks noChangeAspect="1"/>
            </p:cNvSpPr>
            <p:nvPr/>
          </p:nvSpPr>
          <p:spPr>
            <a:xfrm>
              <a:off x="1675815" y="390239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4" name="グループ化 133">
            <a:extLst>
              <a:ext uri="{FF2B5EF4-FFF2-40B4-BE49-F238E27FC236}">
                <a16:creationId xmlns:a16="http://schemas.microsoft.com/office/drawing/2014/main" id="{1730D043-E9F9-5A0B-A2D3-060B97309210}"/>
              </a:ext>
            </a:extLst>
          </p:cNvPr>
          <p:cNvGrpSpPr/>
          <p:nvPr/>
        </p:nvGrpSpPr>
        <p:grpSpPr>
          <a:xfrm>
            <a:off x="9558225" y="2406122"/>
            <a:ext cx="1795575" cy="3252197"/>
            <a:chOff x="611557" y="996561"/>
            <a:chExt cx="2129012" cy="3952338"/>
          </a:xfrm>
        </p:grpSpPr>
        <p:cxnSp>
          <p:nvCxnSpPr>
            <p:cNvPr id="135" name="直線コネクタ 134">
              <a:extLst>
                <a:ext uri="{FF2B5EF4-FFF2-40B4-BE49-F238E27FC236}">
                  <a16:creationId xmlns:a16="http://schemas.microsoft.com/office/drawing/2014/main" id="{746156FC-ADE6-444E-087B-4A3EB1A7F59D}"/>
                </a:ext>
              </a:extLst>
            </p:cNvPr>
            <p:cNvCxnSpPr>
              <a:cxnSpLocks/>
            </p:cNvCxnSpPr>
            <p:nvPr/>
          </p:nvCxnSpPr>
          <p:spPr>
            <a:xfrm flipH="1">
              <a:off x="1709463" y="3803488"/>
              <a:ext cx="208915" cy="158485"/>
            </a:xfrm>
            <a:prstGeom prst="line">
              <a:avLst/>
            </a:prstGeom>
            <a:ln w="28575"/>
          </p:spPr>
          <p:style>
            <a:lnRef idx="1">
              <a:schemeClr val="dk1"/>
            </a:lnRef>
            <a:fillRef idx="0">
              <a:schemeClr val="dk1"/>
            </a:fillRef>
            <a:effectRef idx="0">
              <a:schemeClr val="dk1"/>
            </a:effectRef>
            <a:fontRef idx="minor">
              <a:schemeClr val="tx1"/>
            </a:fontRef>
          </p:style>
        </p:cxnSp>
        <p:cxnSp>
          <p:nvCxnSpPr>
            <p:cNvPr id="136" name="直線コネクタ 135">
              <a:extLst>
                <a:ext uri="{FF2B5EF4-FFF2-40B4-BE49-F238E27FC236}">
                  <a16:creationId xmlns:a16="http://schemas.microsoft.com/office/drawing/2014/main" id="{F3BCF575-12A5-4F7D-B593-97679CBB3875}"/>
                </a:ext>
              </a:extLst>
            </p:cNvPr>
            <p:cNvCxnSpPr>
              <a:cxnSpLocks/>
            </p:cNvCxnSpPr>
            <p:nvPr/>
          </p:nvCxnSpPr>
          <p:spPr>
            <a:xfrm flipH="1" flipV="1">
              <a:off x="1647747" y="3739168"/>
              <a:ext cx="255967" cy="71270"/>
            </a:xfrm>
            <a:prstGeom prst="line">
              <a:avLst/>
            </a:prstGeom>
            <a:ln w="28575"/>
          </p:spPr>
          <p:style>
            <a:lnRef idx="1">
              <a:schemeClr val="dk1"/>
            </a:lnRef>
            <a:fillRef idx="0">
              <a:schemeClr val="dk1"/>
            </a:fillRef>
            <a:effectRef idx="0">
              <a:schemeClr val="dk1"/>
            </a:effectRef>
            <a:fontRef idx="minor">
              <a:schemeClr val="tx1"/>
            </a:fontRef>
          </p:style>
        </p:cxnSp>
        <p:cxnSp>
          <p:nvCxnSpPr>
            <p:cNvPr id="137" name="直線コネクタ 136">
              <a:extLst>
                <a:ext uri="{FF2B5EF4-FFF2-40B4-BE49-F238E27FC236}">
                  <a16:creationId xmlns:a16="http://schemas.microsoft.com/office/drawing/2014/main" id="{38C7908D-9A6F-7BF4-525E-D28A79FE0F99}"/>
                </a:ext>
              </a:extLst>
            </p:cNvPr>
            <p:cNvCxnSpPr>
              <a:cxnSpLocks/>
            </p:cNvCxnSpPr>
            <p:nvPr/>
          </p:nvCxnSpPr>
          <p:spPr>
            <a:xfrm flipH="1">
              <a:off x="1181716" y="1867696"/>
              <a:ext cx="491108" cy="513513"/>
            </a:xfrm>
            <a:prstGeom prst="line">
              <a:avLst/>
            </a:prstGeom>
            <a:ln w="28575"/>
          </p:spPr>
          <p:style>
            <a:lnRef idx="1">
              <a:schemeClr val="dk1"/>
            </a:lnRef>
            <a:fillRef idx="0">
              <a:schemeClr val="dk1"/>
            </a:fillRef>
            <a:effectRef idx="0">
              <a:schemeClr val="dk1"/>
            </a:effectRef>
            <a:fontRef idx="minor">
              <a:schemeClr val="tx1"/>
            </a:fontRef>
          </p:style>
        </p:cxnSp>
        <p:cxnSp>
          <p:nvCxnSpPr>
            <p:cNvPr id="138" name="直線コネクタ 137">
              <a:extLst>
                <a:ext uri="{FF2B5EF4-FFF2-40B4-BE49-F238E27FC236}">
                  <a16:creationId xmlns:a16="http://schemas.microsoft.com/office/drawing/2014/main" id="{5A1A465D-E8DF-580A-99E1-9D3F18371531}"/>
                </a:ext>
              </a:extLst>
            </p:cNvPr>
            <p:cNvCxnSpPr>
              <a:cxnSpLocks/>
            </p:cNvCxnSpPr>
            <p:nvPr/>
          </p:nvCxnSpPr>
          <p:spPr>
            <a:xfrm>
              <a:off x="1547065" y="1051415"/>
              <a:ext cx="0" cy="439856"/>
            </a:xfrm>
            <a:prstGeom prst="line">
              <a:avLst/>
            </a:prstGeom>
            <a:ln w="28575"/>
          </p:spPr>
          <p:style>
            <a:lnRef idx="1">
              <a:schemeClr val="dk1"/>
            </a:lnRef>
            <a:fillRef idx="0">
              <a:schemeClr val="dk1"/>
            </a:fillRef>
            <a:effectRef idx="0">
              <a:schemeClr val="dk1"/>
            </a:effectRef>
            <a:fontRef idx="minor">
              <a:schemeClr val="tx1"/>
            </a:fontRef>
          </p:style>
        </p:cxnSp>
        <p:cxnSp>
          <p:nvCxnSpPr>
            <p:cNvPr id="139" name="直線コネクタ 138">
              <a:extLst>
                <a:ext uri="{FF2B5EF4-FFF2-40B4-BE49-F238E27FC236}">
                  <a16:creationId xmlns:a16="http://schemas.microsoft.com/office/drawing/2014/main" id="{B5422D84-ED67-2E19-48B6-2216A64FA009}"/>
                </a:ext>
              </a:extLst>
            </p:cNvPr>
            <p:cNvCxnSpPr>
              <a:cxnSpLocks/>
            </p:cNvCxnSpPr>
            <p:nvPr/>
          </p:nvCxnSpPr>
          <p:spPr>
            <a:xfrm>
              <a:off x="1673802" y="1841765"/>
              <a:ext cx="228600" cy="342900"/>
            </a:xfrm>
            <a:prstGeom prst="line">
              <a:avLst/>
            </a:prstGeom>
            <a:ln w="28575"/>
          </p:spPr>
          <p:style>
            <a:lnRef idx="1">
              <a:schemeClr val="dk1"/>
            </a:lnRef>
            <a:fillRef idx="0">
              <a:schemeClr val="dk1"/>
            </a:fillRef>
            <a:effectRef idx="0">
              <a:schemeClr val="dk1"/>
            </a:effectRef>
            <a:fontRef idx="minor">
              <a:schemeClr val="tx1"/>
            </a:fontRef>
          </p:style>
        </p:cxnSp>
        <p:cxnSp>
          <p:nvCxnSpPr>
            <p:cNvPr id="140" name="直線コネクタ 139">
              <a:extLst>
                <a:ext uri="{FF2B5EF4-FFF2-40B4-BE49-F238E27FC236}">
                  <a16:creationId xmlns:a16="http://schemas.microsoft.com/office/drawing/2014/main" id="{EF92E5E4-4F48-CC60-CA7E-17AE6C2D3033}"/>
                </a:ext>
              </a:extLst>
            </p:cNvPr>
            <p:cNvCxnSpPr>
              <a:cxnSpLocks/>
            </p:cNvCxnSpPr>
            <p:nvPr/>
          </p:nvCxnSpPr>
          <p:spPr>
            <a:xfrm>
              <a:off x="1902402" y="2184665"/>
              <a:ext cx="93518" cy="498764"/>
            </a:xfrm>
            <a:prstGeom prst="line">
              <a:avLst/>
            </a:prstGeom>
            <a:ln w="28575"/>
          </p:spPr>
          <p:style>
            <a:lnRef idx="1">
              <a:schemeClr val="dk1"/>
            </a:lnRef>
            <a:fillRef idx="0">
              <a:schemeClr val="dk1"/>
            </a:fillRef>
            <a:effectRef idx="0">
              <a:schemeClr val="dk1"/>
            </a:effectRef>
            <a:fontRef idx="minor">
              <a:schemeClr val="tx1"/>
            </a:fontRef>
          </p:style>
        </p:cxnSp>
        <p:cxnSp>
          <p:nvCxnSpPr>
            <p:cNvPr id="141" name="直線コネクタ 140">
              <a:extLst>
                <a:ext uri="{FF2B5EF4-FFF2-40B4-BE49-F238E27FC236}">
                  <a16:creationId xmlns:a16="http://schemas.microsoft.com/office/drawing/2014/main" id="{6A35A52F-0F95-9AC4-F533-C6AF4C7A4DA5}"/>
                </a:ext>
              </a:extLst>
            </p:cNvPr>
            <p:cNvCxnSpPr>
              <a:cxnSpLocks/>
            </p:cNvCxnSpPr>
            <p:nvPr/>
          </p:nvCxnSpPr>
          <p:spPr>
            <a:xfrm>
              <a:off x="1995920" y="2683429"/>
              <a:ext cx="0" cy="592282"/>
            </a:xfrm>
            <a:prstGeom prst="line">
              <a:avLst/>
            </a:prstGeom>
            <a:ln w="28575"/>
          </p:spPr>
          <p:style>
            <a:lnRef idx="1">
              <a:schemeClr val="dk1"/>
            </a:lnRef>
            <a:fillRef idx="0">
              <a:schemeClr val="dk1"/>
            </a:fillRef>
            <a:effectRef idx="0">
              <a:schemeClr val="dk1"/>
            </a:effectRef>
            <a:fontRef idx="minor">
              <a:schemeClr val="tx1"/>
            </a:fontRef>
          </p:style>
        </p:cxnSp>
        <p:cxnSp>
          <p:nvCxnSpPr>
            <p:cNvPr id="142" name="直線コネクタ 141">
              <a:extLst>
                <a:ext uri="{FF2B5EF4-FFF2-40B4-BE49-F238E27FC236}">
                  <a16:creationId xmlns:a16="http://schemas.microsoft.com/office/drawing/2014/main" id="{52980FA6-691D-7C85-16FA-4B3D28976800}"/>
                </a:ext>
              </a:extLst>
            </p:cNvPr>
            <p:cNvCxnSpPr>
              <a:cxnSpLocks/>
            </p:cNvCxnSpPr>
            <p:nvPr/>
          </p:nvCxnSpPr>
          <p:spPr>
            <a:xfrm flipH="1">
              <a:off x="1902402" y="3189120"/>
              <a:ext cx="93518" cy="647700"/>
            </a:xfrm>
            <a:prstGeom prst="line">
              <a:avLst/>
            </a:prstGeom>
            <a:ln w="28575"/>
          </p:spPr>
          <p:style>
            <a:lnRef idx="1">
              <a:schemeClr val="dk1"/>
            </a:lnRef>
            <a:fillRef idx="0">
              <a:schemeClr val="dk1"/>
            </a:fillRef>
            <a:effectRef idx="0">
              <a:schemeClr val="dk1"/>
            </a:effectRef>
            <a:fontRef idx="minor">
              <a:schemeClr val="tx1"/>
            </a:fontRef>
          </p:style>
        </p:cxnSp>
        <p:sp>
          <p:nvSpPr>
            <p:cNvPr id="143" name="楕円 142">
              <a:extLst>
                <a:ext uri="{FF2B5EF4-FFF2-40B4-BE49-F238E27FC236}">
                  <a16:creationId xmlns:a16="http://schemas.microsoft.com/office/drawing/2014/main" id="{0BD265A9-4574-A4D2-5B2C-3E1C6201AD6B}"/>
                </a:ext>
              </a:extLst>
            </p:cNvPr>
            <p:cNvSpPr>
              <a:spLocks noChangeAspect="1"/>
            </p:cNvSpPr>
            <p:nvPr/>
          </p:nvSpPr>
          <p:spPr>
            <a:xfrm>
              <a:off x="1836874" y="2154877"/>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4" name="楕円 143">
              <a:extLst>
                <a:ext uri="{FF2B5EF4-FFF2-40B4-BE49-F238E27FC236}">
                  <a16:creationId xmlns:a16="http://schemas.microsoft.com/office/drawing/2014/main" id="{B7FEE646-3049-0EDB-A3AE-0B68F094B6D9}"/>
                </a:ext>
              </a:extLst>
            </p:cNvPr>
            <p:cNvSpPr>
              <a:spLocks noChangeAspect="1"/>
            </p:cNvSpPr>
            <p:nvPr/>
          </p:nvSpPr>
          <p:spPr>
            <a:xfrm>
              <a:off x="1939776" y="2612423"/>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楕円 144">
              <a:extLst>
                <a:ext uri="{FF2B5EF4-FFF2-40B4-BE49-F238E27FC236}">
                  <a16:creationId xmlns:a16="http://schemas.microsoft.com/office/drawing/2014/main" id="{E0719CBE-5CD6-9398-5975-691CBA6A0470}"/>
                </a:ext>
              </a:extLst>
            </p:cNvPr>
            <p:cNvSpPr>
              <a:spLocks noChangeAspect="1"/>
            </p:cNvSpPr>
            <p:nvPr/>
          </p:nvSpPr>
          <p:spPr>
            <a:xfrm>
              <a:off x="1939776" y="3167310"/>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楕円 145">
              <a:extLst>
                <a:ext uri="{FF2B5EF4-FFF2-40B4-BE49-F238E27FC236}">
                  <a16:creationId xmlns:a16="http://schemas.microsoft.com/office/drawing/2014/main" id="{6EAE6A1A-8188-E44E-5ABF-6D11DE7DA24A}"/>
                </a:ext>
              </a:extLst>
            </p:cNvPr>
            <p:cNvSpPr>
              <a:spLocks noChangeAspect="1"/>
            </p:cNvSpPr>
            <p:nvPr/>
          </p:nvSpPr>
          <p:spPr>
            <a:xfrm>
              <a:off x="1842729" y="373916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テキスト ボックス 146">
              <a:extLst>
                <a:ext uri="{FF2B5EF4-FFF2-40B4-BE49-F238E27FC236}">
                  <a16:creationId xmlns:a16="http://schemas.microsoft.com/office/drawing/2014/main" id="{0E0315B6-4FB0-4FD3-082E-35A396E16AFF}"/>
                </a:ext>
              </a:extLst>
            </p:cNvPr>
            <p:cNvSpPr txBox="1"/>
            <p:nvPr/>
          </p:nvSpPr>
          <p:spPr>
            <a:xfrm>
              <a:off x="1836874" y="1825843"/>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L1</a:t>
              </a:r>
            </a:p>
          </p:txBody>
        </p:sp>
        <p:sp>
          <p:nvSpPr>
            <p:cNvPr id="148" name="テキスト ボックス 147">
              <a:extLst>
                <a:ext uri="{FF2B5EF4-FFF2-40B4-BE49-F238E27FC236}">
                  <a16:creationId xmlns:a16="http://schemas.microsoft.com/office/drawing/2014/main" id="{04FDC960-FF56-1BF8-42BA-716259062838}"/>
                </a:ext>
              </a:extLst>
            </p:cNvPr>
            <p:cNvSpPr txBox="1"/>
            <p:nvPr/>
          </p:nvSpPr>
          <p:spPr>
            <a:xfrm>
              <a:off x="1995919" y="2263517"/>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L2</a:t>
              </a:r>
            </a:p>
          </p:txBody>
        </p:sp>
        <p:cxnSp>
          <p:nvCxnSpPr>
            <p:cNvPr id="149" name="直線コネクタ 148">
              <a:extLst>
                <a:ext uri="{FF2B5EF4-FFF2-40B4-BE49-F238E27FC236}">
                  <a16:creationId xmlns:a16="http://schemas.microsoft.com/office/drawing/2014/main" id="{F2DE51F7-53F4-3F77-D312-59542BA754CA}"/>
                </a:ext>
              </a:extLst>
            </p:cNvPr>
            <p:cNvCxnSpPr>
              <a:cxnSpLocks/>
            </p:cNvCxnSpPr>
            <p:nvPr/>
          </p:nvCxnSpPr>
          <p:spPr>
            <a:xfrm>
              <a:off x="1547065" y="1480505"/>
              <a:ext cx="100682" cy="372687"/>
            </a:xfrm>
            <a:prstGeom prst="line">
              <a:avLst/>
            </a:prstGeom>
            <a:ln w="28575"/>
          </p:spPr>
          <p:style>
            <a:lnRef idx="1">
              <a:schemeClr val="dk1"/>
            </a:lnRef>
            <a:fillRef idx="0">
              <a:schemeClr val="dk1"/>
            </a:fillRef>
            <a:effectRef idx="0">
              <a:schemeClr val="dk1"/>
            </a:effectRef>
            <a:fontRef idx="minor">
              <a:schemeClr val="tx1"/>
            </a:fontRef>
          </p:style>
        </p:cxnSp>
        <p:sp>
          <p:nvSpPr>
            <p:cNvPr id="150" name="楕円 149">
              <a:extLst>
                <a:ext uri="{FF2B5EF4-FFF2-40B4-BE49-F238E27FC236}">
                  <a16:creationId xmlns:a16="http://schemas.microsoft.com/office/drawing/2014/main" id="{D6D6AD0E-0C57-6859-F559-70B2F10B1DA4}"/>
                </a:ext>
              </a:extLst>
            </p:cNvPr>
            <p:cNvSpPr>
              <a:spLocks noChangeAspect="1"/>
            </p:cNvSpPr>
            <p:nvPr/>
          </p:nvSpPr>
          <p:spPr>
            <a:xfrm>
              <a:off x="1495996" y="1421860"/>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51" name="楕円 150">
              <a:extLst>
                <a:ext uri="{FF2B5EF4-FFF2-40B4-BE49-F238E27FC236}">
                  <a16:creationId xmlns:a16="http://schemas.microsoft.com/office/drawing/2014/main" id="{64788FDD-93AB-DED0-1C5E-08D99EC5D802}"/>
                </a:ext>
              </a:extLst>
            </p:cNvPr>
            <p:cNvSpPr>
              <a:spLocks noChangeAspect="1"/>
            </p:cNvSpPr>
            <p:nvPr/>
          </p:nvSpPr>
          <p:spPr>
            <a:xfrm>
              <a:off x="1617658" y="181197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2" name="テキスト ボックス 151">
              <a:extLst>
                <a:ext uri="{FF2B5EF4-FFF2-40B4-BE49-F238E27FC236}">
                  <a16:creationId xmlns:a16="http://schemas.microsoft.com/office/drawing/2014/main" id="{F381F8AF-C18F-10C3-6E74-0D2ADD29FB09}"/>
                </a:ext>
              </a:extLst>
            </p:cNvPr>
            <p:cNvSpPr txBox="1"/>
            <p:nvPr/>
          </p:nvSpPr>
          <p:spPr>
            <a:xfrm>
              <a:off x="2089437" y="2794904"/>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L3</a:t>
              </a:r>
            </a:p>
          </p:txBody>
        </p:sp>
        <p:sp>
          <p:nvSpPr>
            <p:cNvPr id="153" name="楕円 152">
              <a:extLst>
                <a:ext uri="{FF2B5EF4-FFF2-40B4-BE49-F238E27FC236}">
                  <a16:creationId xmlns:a16="http://schemas.microsoft.com/office/drawing/2014/main" id="{69E75E91-67E4-E673-D959-A6F2D6A83CEE}"/>
                </a:ext>
              </a:extLst>
            </p:cNvPr>
            <p:cNvSpPr>
              <a:spLocks noChangeAspect="1"/>
            </p:cNvSpPr>
            <p:nvPr/>
          </p:nvSpPr>
          <p:spPr>
            <a:xfrm>
              <a:off x="1484230" y="996561"/>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4" name="テキスト ボックス 153">
              <a:extLst>
                <a:ext uri="{FF2B5EF4-FFF2-40B4-BE49-F238E27FC236}">
                  <a16:creationId xmlns:a16="http://schemas.microsoft.com/office/drawing/2014/main" id="{022AA065-7DB8-8A3F-8554-9A240B6A5DC9}"/>
                </a:ext>
              </a:extLst>
            </p:cNvPr>
            <p:cNvSpPr txBox="1"/>
            <p:nvPr/>
          </p:nvSpPr>
          <p:spPr>
            <a:xfrm>
              <a:off x="1983763" y="3337588"/>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L4</a:t>
              </a:r>
            </a:p>
          </p:txBody>
        </p:sp>
        <p:cxnSp>
          <p:nvCxnSpPr>
            <p:cNvPr id="155" name="直線コネクタ 154">
              <a:extLst>
                <a:ext uri="{FF2B5EF4-FFF2-40B4-BE49-F238E27FC236}">
                  <a16:creationId xmlns:a16="http://schemas.microsoft.com/office/drawing/2014/main" id="{96F78D9D-B8B5-E54D-CE30-B52C65C87BE2}"/>
                </a:ext>
              </a:extLst>
            </p:cNvPr>
            <p:cNvCxnSpPr>
              <a:cxnSpLocks/>
            </p:cNvCxnSpPr>
            <p:nvPr/>
          </p:nvCxnSpPr>
          <p:spPr>
            <a:xfrm flipH="1" flipV="1">
              <a:off x="658316" y="2103710"/>
              <a:ext cx="538514" cy="2612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56" name="楕円 155">
              <a:extLst>
                <a:ext uri="{FF2B5EF4-FFF2-40B4-BE49-F238E27FC236}">
                  <a16:creationId xmlns:a16="http://schemas.microsoft.com/office/drawing/2014/main" id="{2FF6E3AE-5D6A-F18C-0723-A336C63D1FEE}"/>
                </a:ext>
              </a:extLst>
            </p:cNvPr>
            <p:cNvSpPr>
              <a:spLocks noChangeAspect="1"/>
            </p:cNvSpPr>
            <p:nvPr/>
          </p:nvSpPr>
          <p:spPr>
            <a:xfrm>
              <a:off x="1125573" y="230435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7" name="楕円 156">
              <a:extLst>
                <a:ext uri="{FF2B5EF4-FFF2-40B4-BE49-F238E27FC236}">
                  <a16:creationId xmlns:a16="http://schemas.microsoft.com/office/drawing/2014/main" id="{BD21B6FD-DCFE-932A-CB7B-40EDC6117338}"/>
                </a:ext>
              </a:extLst>
            </p:cNvPr>
            <p:cNvSpPr>
              <a:spLocks noChangeAspect="1"/>
            </p:cNvSpPr>
            <p:nvPr/>
          </p:nvSpPr>
          <p:spPr>
            <a:xfrm>
              <a:off x="611557" y="206487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8" name="直線コネクタ 157">
              <a:extLst>
                <a:ext uri="{FF2B5EF4-FFF2-40B4-BE49-F238E27FC236}">
                  <a16:creationId xmlns:a16="http://schemas.microsoft.com/office/drawing/2014/main" id="{7C1FA737-5A3F-0F7E-2FD5-0944AFF502DD}"/>
                </a:ext>
              </a:extLst>
            </p:cNvPr>
            <p:cNvCxnSpPr>
              <a:cxnSpLocks/>
            </p:cNvCxnSpPr>
            <p:nvPr/>
          </p:nvCxnSpPr>
          <p:spPr>
            <a:xfrm flipH="1">
              <a:off x="1705880" y="3943912"/>
              <a:ext cx="26732" cy="1004987"/>
            </a:xfrm>
            <a:prstGeom prst="line">
              <a:avLst/>
            </a:prstGeom>
            <a:ln w="28575"/>
          </p:spPr>
          <p:style>
            <a:lnRef idx="1">
              <a:schemeClr val="dk1"/>
            </a:lnRef>
            <a:fillRef idx="0">
              <a:schemeClr val="dk1"/>
            </a:fillRef>
            <a:effectRef idx="0">
              <a:schemeClr val="dk1"/>
            </a:effectRef>
            <a:fontRef idx="minor">
              <a:schemeClr val="tx1"/>
            </a:fontRef>
          </p:style>
        </p:cxnSp>
        <p:cxnSp>
          <p:nvCxnSpPr>
            <p:cNvPr id="159" name="直線コネクタ 158">
              <a:extLst>
                <a:ext uri="{FF2B5EF4-FFF2-40B4-BE49-F238E27FC236}">
                  <a16:creationId xmlns:a16="http://schemas.microsoft.com/office/drawing/2014/main" id="{50DC05FF-EE12-EF1D-EC1C-72F6D72C033E}"/>
                </a:ext>
              </a:extLst>
            </p:cNvPr>
            <p:cNvCxnSpPr>
              <a:cxnSpLocks/>
            </p:cNvCxnSpPr>
            <p:nvPr/>
          </p:nvCxnSpPr>
          <p:spPr>
            <a:xfrm flipH="1">
              <a:off x="1427270" y="3739168"/>
              <a:ext cx="216894" cy="1069831"/>
            </a:xfrm>
            <a:prstGeom prst="line">
              <a:avLst/>
            </a:prstGeom>
            <a:ln w="28575"/>
          </p:spPr>
          <p:style>
            <a:lnRef idx="1">
              <a:schemeClr val="dk1"/>
            </a:lnRef>
            <a:fillRef idx="0">
              <a:schemeClr val="dk1"/>
            </a:fillRef>
            <a:effectRef idx="0">
              <a:schemeClr val="dk1"/>
            </a:effectRef>
            <a:fontRef idx="minor">
              <a:schemeClr val="tx1"/>
            </a:fontRef>
          </p:style>
        </p:cxnSp>
        <p:sp>
          <p:nvSpPr>
            <p:cNvPr id="160" name="楕円 159">
              <a:extLst>
                <a:ext uri="{FF2B5EF4-FFF2-40B4-BE49-F238E27FC236}">
                  <a16:creationId xmlns:a16="http://schemas.microsoft.com/office/drawing/2014/main" id="{C71A846D-EFDF-D3A2-3412-F684F8FB8315}"/>
                </a:ext>
              </a:extLst>
            </p:cNvPr>
            <p:cNvSpPr>
              <a:spLocks noChangeAspect="1"/>
            </p:cNvSpPr>
            <p:nvPr/>
          </p:nvSpPr>
          <p:spPr>
            <a:xfrm>
              <a:off x="1603114" y="369128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1" name="楕円 160">
              <a:extLst>
                <a:ext uri="{FF2B5EF4-FFF2-40B4-BE49-F238E27FC236}">
                  <a16:creationId xmlns:a16="http://schemas.microsoft.com/office/drawing/2014/main" id="{200BCEA4-DB6F-C97D-9F9E-07A506D0C0F4}"/>
                </a:ext>
              </a:extLst>
            </p:cNvPr>
            <p:cNvSpPr>
              <a:spLocks noChangeAspect="1"/>
            </p:cNvSpPr>
            <p:nvPr/>
          </p:nvSpPr>
          <p:spPr>
            <a:xfrm>
              <a:off x="1675815" y="390239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3" name="テキスト ボックス 162">
            <a:extLst>
              <a:ext uri="{FF2B5EF4-FFF2-40B4-BE49-F238E27FC236}">
                <a16:creationId xmlns:a16="http://schemas.microsoft.com/office/drawing/2014/main" id="{6219E35A-5335-BFD7-7684-2E7FFE6F7216}"/>
              </a:ext>
            </a:extLst>
          </p:cNvPr>
          <p:cNvSpPr txBox="1"/>
          <p:nvPr/>
        </p:nvSpPr>
        <p:spPr>
          <a:xfrm>
            <a:off x="8306766" y="5658329"/>
            <a:ext cx="847479" cy="338554"/>
          </a:xfrm>
          <a:prstGeom prst="rect">
            <a:avLst/>
          </a:prstGeom>
          <a:noFill/>
        </p:spPr>
        <p:txBody>
          <a:bodyPr vert="horz" wrap="square" rtlCol="0">
            <a:spAutoFit/>
          </a:bodyPr>
          <a:lstStyle/>
          <a:p>
            <a:r>
              <a:rPr lang="ja-JP" altLang="en-US" sz="1600" dirty="0"/>
              <a:t>拡張前</a:t>
            </a:r>
            <a:endParaRPr lang="en-US" altLang="ja-JP" sz="1600" dirty="0"/>
          </a:p>
        </p:txBody>
      </p:sp>
      <p:sp>
        <p:nvSpPr>
          <p:cNvPr id="165" name="テキスト ボックス 164">
            <a:extLst>
              <a:ext uri="{FF2B5EF4-FFF2-40B4-BE49-F238E27FC236}">
                <a16:creationId xmlns:a16="http://schemas.microsoft.com/office/drawing/2014/main" id="{BB32535F-460B-D28C-CF25-E637860D5167}"/>
              </a:ext>
            </a:extLst>
          </p:cNvPr>
          <p:cNvSpPr txBox="1"/>
          <p:nvPr/>
        </p:nvSpPr>
        <p:spPr>
          <a:xfrm>
            <a:off x="10032275" y="5658329"/>
            <a:ext cx="847479" cy="338554"/>
          </a:xfrm>
          <a:prstGeom prst="rect">
            <a:avLst/>
          </a:prstGeom>
          <a:noFill/>
        </p:spPr>
        <p:txBody>
          <a:bodyPr vert="horz" wrap="square" rtlCol="0">
            <a:spAutoFit/>
          </a:bodyPr>
          <a:lstStyle/>
          <a:p>
            <a:r>
              <a:rPr lang="ja-JP" altLang="en-US" sz="1600" dirty="0"/>
              <a:t>拡張後</a:t>
            </a:r>
            <a:endParaRPr lang="en-US" altLang="ja-JP" sz="1600" dirty="0"/>
          </a:p>
        </p:txBody>
      </p:sp>
      <p:sp>
        <p:nvSpPr>
          <p:cNvPr id="13" name="TextBox 11">
            <a:extLst>
              <a:ext uri="{FF2B5EF4-FFF2-40B4-BE49-F238E27FC236}">
                <a16:creationId xmlns:a16="http://schemas.microsoft.com/office/drawing/2014/main" id="{C3589CAD-C6EF-DCBB-DA2F-F4E550A8CD23}"/>
              </a:ext>
            </a:extLst>
          </p:cNvPr>
          <p:cNvSpPr txBox="1"/>
          <p:nvPr/>
        </p:nvSpPr>
        <p:spPr>
          <a:xfrm>
            <a:off x="558864" y="2089297"/>
            <a:ext cx="6959472"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カメラ</a:t>
            </a:r>
            <a:r>
              <a:rPr lang="en-US" altLang="ja-JP" sz="1400" dirty="0">
                <a:solidFill>
                  <a:srgbClr val="222222"/>
                </a:solidFill>
                <a:latin typeface="Noto Sans JP"/>
              </a:rPr>
              <a:t>1</a:t>
            </a:r>
            <a:r>
              <a:rPr lang="ja-JP" altLang="en-US" sz="1400" dirty="0">
                <a:solidFill>
                  <a:srgbClr val="222222"/>
                </a:solidFill>
                <a:latin typeface="Noto Sans JP"/>
              </a:rPr>
              <a:t>の全フレームの</a:t>
            </a:r>
            <a:r>
              <a:rPr lang="en-US" sz="1400" dirty="0">
                <a:solidFill>
                  <a:srgbClr val="222222"/>
                </a:solidFill>
                <a:latin typeface="Noto Sans JP"/>
              </a:rPr>
              <a:t>3D</a:t>
            </a:r>
            <a:r>
              <a:rPr lang="ja-JP" altLang="en-US" sz="1400" dirty="0">
                <a:solidFill>
                  <a:srgbClr val="222222"/>
                </a:solidFill>
                <a:latin typeface="Noto Sans JP"/>
              </a:rPr>
              <a:t>の推定結果と真値を比較（ 変動係数＝標準偏差</a:t>
            </a:r>
            <a:r>
              <a:rPr lang="en-US" altLang="ja-JP" sz="1400" dirty="0">
                <a:solidFill>
                  <a:srgbClr val="222222"/>
                </a:solidFill>
                <a:latin typeface="Noto Sans JP"/>
              </a:rPr>
              <a:t>/</a:t>
            </a:r>
            <a:r>
              <a:rPr lang="ja-JP" altLang="en-US" sz="1400" dirty="0">
                <a:solidFill>
                  <a:srgbClr val="222222"/>
                </a:solidFill>
                <a:latin typeface="Noto Sans JP"/>
              </a:rPr>
              <a:t>平均値 ）</a:t>
            </a:r>
            <a:endParaRPr sz="1400" b="0" dirty="0">
              <a:solidFill>
                <a:srgbClr val="222222"/>
              </a:solidFill>
              <a:latin typeface="Noto Sans JP"/>
            </a:endParaRPr>
          </a:p>
        </p:txBody>
      </p:sp>
      <p:graphicFrame>
        <p:nvGraphicFramePr>
          <p:cNvPr id="5" name="表 4">
            <a:extLst>
              <a:ext uri="{FF2B5EF4-FFF2-40B4-BE49-F238E27FC236}">
                <a16:creationId xmlns:a16="http://schemas.microsoft.com/office/drawing/2014/main" id="{93D9E38E-88FE-D8CC-23C2-03887D861EC9}"/>
              </a:ext>
            </a:extLst>
          </p:cNvPr>
          <p:cNvGraphicFramePr>
            <a:graphicFrameLocks noGrp="1"/>
          </p:cNvGraphicFramePr>
          <p:nvPr>
            <p:extLst>
              <p:ext uri="{D42A27DB-BD31-4B8C-83A1-F6EECF244321}">
                <p14:modId xmlns:p14="http://schemas.microsoft.com/office/powerpoint/2010/main" val="478709959"/>
              </p:ext>
            </p:extLst>
          </p:nvPr>
        </p:nvGraphicFramePr>
        <p:xfrm>
          <a:off x="1040641" y="2371180"/>
          <a:ext cx="5811112" cy="2374016"/>
        </p:xfrm>
        <a:graphic>
          <a:graphicData uri="http://schemas.openxmlformats.org/drawingml/2006/table">
            <a:tbl>
              <a:tblPr/>
              <a:tblGrid>
                <a:gridCol w="1452778">
                  <a:extLst>
                    <a:ext uri="{9D8B030D-6E8A-4147-A177-3AD203B41FA5}">
                      <a16:colId xmlns:a16="http://schemas.microsoft.com/office/drawing/2014/main" val="3517959758"/>
                    </a:ext>
                  </a:extLst>
                </a:gridCol>
                <a:gridCol w="1452778">
                  <a:extLst>
                    <a:ext uri="{9D8B030D-6E8A-4147-A177-3AD203B41FA5}">
                      <a16:colId xmlns:a16="http://schemas.microsoft.com/office/drawing/2014/main" val="1043970906"/>
                    </a:ext>
                  </a:extLst>
                </a:gridCol>
                <a:gridCol w="1452778">
                  <a:extLst>
                    <a:ext uri="{9D8B030D-6E8A-4147-A177-3AD203B41FA5}">
                      <a16:colId xmlns:a16="http://schemas.microsoft.com/office/drawing/2014/main" val="3992713531"/>
                    </a:ext>
                  </a:extLst>
                </a:gridCol>
                <a:gridCol w="1452778">
                  <a:extLst>
                    <a:ext uri="{9D8B030D-6E8A-4147-A177-3AD203B41FA5}">
                      <a16:colId xmlns:a16="http://schemas.microsoft.com/office/drawing/2014/main" val="2924358801"/>
                    </a:ext>
                  </a:extLst>
                </a:gridCol>
              </a:tblGrid>
              <a:tr h="582716">
                <a:tc>
                  <a:txBody>
                    <a:bodyPr/>
                    <a:lstStyle/>
                    <a:p>
                      <a:pPr algn="l" fontAlgn="ctr">
                        <a:buNone/>
                      </a:pPr>
                      <a:r>
                        <a:rPr lang="ja-JP" sz="1800" b="0" i="0" u="none" strike="noStrike" dirty="0">
                          <a:solidFill>
                            <a:srgbClr val="000000"/>
                          </a:solidFill>
                          <a:effectLst/>
                          <a:latin typeface="Arial" panose="020B0604020202020204" pitchFamily="34" charset="0"/>
                          <a:ea typeface="游ゴシック" panose="020B0400000000000000" pitchFamily="50" charset="-128"/>
                        </a:rPr>
                        <a:t>　</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600" b="1" i="0" u="none" strike="noStrike">
                          <a:solidFill>
                            <a:srgbClr val="FFFFFF"/>
                          </a:solidFill>
                          <a:effectLst/>
                          <a:latin typeface="游ゴシック" panose="020B0400000000000000" pitchFamily="50" charset="-128"/>
                          <a:ea typeface="游ゴシック" panose="020B0400000000000000" pitchFamily="50" charset="-128"/>
                        </a:rPr>
                        <a:t>区間</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600" b="1" i="0" u="none" strike="noStrike" dirty="0">
                          <a:solidFill>
                            <a:srgbClr val="FFFFFF"/>
                          </a:solidFill>
                          <a:effectLst/>
                          <a:latin typeface="游ゴシック" panose="020B0400000000000000" pitchFamily="50" charset="-128"/>
                          <a:ea typeface="游ゴシック" panose="020B0400000000000000" pitchFamily="50" charset="-128"/>
                        </a:rPr>
                        <a:t>推定</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600" b="1" i="0" u="none" strike="noStrike" dirty="0">
                          <a:solidFill>
                            <a:srgbClr val="FFFFFF"/>
                          </a:solidFill>
                          <a:effectLst/>
                          <a:latin typeface="游ゴシック" panose="020B0400000000000000" pitchFamily="50" charset="-128"/>
                          <a:ea typeface="游ゴシック" panose="020B0400000000000000" pitchFamily="50" charset="-128"/>
                        </a:rPr>
                        <a:t>真値</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extLst>
                  <a:ext uri="{0D108BD9-81ED-4DB2-BD59-A6C34878D82A}">
                    <a16:rowId xmlns:a16="http://schemas.microsoft.com/office/drawing/2014/main" val="826491310"/>
                  </a:ext>
                </a:extLst>
              </a:tr>
              <a:tr h="297455">
                <a:tc rowSpan="2">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拡張前</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tc>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L1'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0.26</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extLst>
                  <a:ext uri="{0D108BD9-81ED-4DB2-BD59-A6C34878D82A}">
                    <a16:rowId xmlns:a16="http://schemas.microsoft.com/office/drawing/2014/main" val="3997649039"/>
                  </a:ext>
                </a:extLst>
              </a:tr>
              <a:tr h="304025">
                <a:tc vMerge="1">
                  <a:txBody>
                    <a:bodyPr/>
                    <a:lstStyle/>
                    <a:p>
                      <a:endParaRPr kumimoji="1" lang="ja-JP" altLang="en-US"/>
                    </a:p>
                  </a:txBody>
                  <a:tcPr/>
                </a:tc>
                <a:tc>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L2'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0.4</a:t>
                      </a: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a:t>
                      </a:r>
                      <a:endParaRPr 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extLst>
                  <a:ext uri="{0D108BD9-81ED-4DB2-BD59-A6C34878D82A}">
                    <a16:rowId xmlns:a16="http://schemas.microsoft.com/office/drawing/2014/main" val="2585387548"/>
                  </a:ext>
                </a:extLst>
              </a:tr>
              <a:tr h="297455">
                <a:tc rowSpan="4">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拡張後</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L1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0.42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3381038375"/>
                  </a:ext>
                </a:extLst>
              </a:tr>
              <a:tr h="297455">
                <a:tc vMerge="1">
                  <a:txBody>
                    <a:bodyPr/>
                    <a:lstStyle/>
                    <a:p>
                      <a:endParaRPr kumimoji="1" lang="ja-JP" altLang="en-US"/>
                    </a:p>
                  </a:txBody>
                  <a:tcPr/>
                </a:tc>
                <a:tc>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L2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0.75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4283464926"/>
                  </a:ext>
                </a:extLst>
              </a:tr>
              <a:tr h="297455">
                <a:tc vMerge="1">
                  <a:txBody>
                    <a:bodyPr/>
                    <a:lstStyle/>
                    <a:p>
                      <a:endParaRPr kumimoji="1" lang="ja-JP" altLang="en-US"/>
                    </a:p>
                  </a:txBody>
                  <a:tcPr/>
                </a:tc>
                <a:tc>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L3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0.67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4241606116"/>
                  </a:ext>
                </a:extLst>
              </a:tr>
              <a:tr h="297455">
                <a:tc vMerge="1">
                  <a:txBody>
                    <a:bodyPr/>
                    <a:lstStyle/>
                    <a:p>
                      <a:endParaRPr kumimoji="1" lang="ja-JP" altLang="en-US"/>
                    </a:p>
                  </a:txBody>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L4</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0.52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441482079"/>
                  </a:ext>
                </a:extLst>
              </a:tr>
            </a:tbl>
          </a:graphicData>
        </a:graphic>
      </p:graphicFrame>
      <p:graphicFrame>
        <p:nvGraphicFramePr>
          <p:cNvPr id="9" name="表 8">
            <a:extLst>
              <a:ext uri="{FF2B5EF4-FFF2-40B4-BE49-F238E27FC236}">
                <a16:creationId xmlns:a16="http://schemas.microsoft.com/office/drawing/2014/main" id="{06790FE4-D004-C81E-1831-A9A1EB40C8DE}"/>
              </a:ext>
            </a:extLst>
          </p:cNvPr>
          <p:cNvGraphicFramePr>
            <a:graphicFrameLocks noGrp="1"/>
          </p:cNvGraphicFramePr>
          <p:nvPr/>
        </p:nvGraphicFramePr>
        <p:xfrm>
          <a:off x="12773274" y="3718566"/>
          <a:ext cx="5811108" cy="2374016"/>
        </p:xfrm>
        <a:graphic>
          <a:graphicData uri="http://schemas.openxmlformats.org/drawingml/2006/table">
            <a:tbl>
              <a:tblPr/>
              <a:tblGrid>
                <a:gridCol w="1452777">
                  <a:extLst>
                    <a:ext uri="{9D8B030D-6E8A-4147-A177-3AD203B41FA5}">
                      <a16:colId xmlns:a16="http://schemas.microsoft.com/office/drawing/2014/main" val="3517959758"/>
                    </a:ext>
                  </a:extLst>
                </a:gridCol>
                <a:gridCol w="1452777">
                  <a:extLst>
                    <a:ext uri="{9D8B030D-6E8A-4147-A177-3AD203B41FA5}">
                      <a16:colId xmlns:a16="http://schemas.microsoft.com/office/drawing/2014/main" val="1043970906"/>
                    </a:ext>
                  </a:extLst>
                </a:gridCol>
                <a:gridCol w="1452777">
                  <a:extLst>
                    <a:ext uri="{9D8B030D-6E8A-4147-A177-3AD203B41FA5}">
                      <a16:colId xmlns:a16="http://schemas.microsoft.com/office/drawing/2014/main" val="3992713531"/>
                    </a:ext>
                  </a:extLst>
                </a:gridCol>
                <a:gridCol w="1452777">
                  <a:extLst>
                    <a:ext uri="{9D8B030D-6E8A-4147-A177-3AD203B41FA5}">
                      <a16:colId xmlns:a16="http://schemas.microsoft.com/office/drawing/2014/main" val="2924358801"/>
                    </a:ext>
                  </a:extLst>
                </a:gridCol>
              </a:tblGrid>
              <a:tr h="582716">
                <a:tc>
                  <a:txBody>
                    <a:bodyPr/>
                    <a:lstStyle/>
                    <a:p>
                      <a:pPr algn="l" fontAlgn="ctr">
                        <a:buNone/>
                      </a:pPr>
                      <a:r>
                        <a:rPr lang="ja-JP" sz="1800" b="0" i="0" u="none" strike="noStrike">
                          <a:solidFill>
                            <a:srgbClr val="000000"/>
                          </a:solidFill>
                          <a:effectLst/>
                          <a:latin typeface="Arial" panose="020B0604020202020204" pitchFamily="34" charset="0"/>
                          <a:ea typeface="游ゴシック" panose="020B0400000000000000" pitchFamily="50" charset="-128"/>
                        </a:rPr>
                        <a:t>　</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600" b="1" i="0" u="none" strike="noStrike">
                          <a:solidFill>
                            <a:srgbClr val="FFFFFF"/>
                          </a:solidFill>
                          <a:effectLst/>
                          <a:latin typeface="游ゴシック" panose="020B0400000000000000" pitchFamily="50" charset="-128"/>
                          <a:ea typeface="游ゴシック" panose="020B0400000000000000" pitchFamily="50" charset="-128"/>
                        </a:rPr>
                        <a:t>区間</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600" b="1" i="0" u="none" strike="noStrike" dirty="0">
                          <a:solidFill>
                            <a:srgbClr val="FFFFFF"/>
                          </a:solidFill>
                          <a:effectLst/>
                          <a:latin typeface="游ゴシック" panose="020B0400000000000000" pitchFamily="50" charset="-128"/>
                          <a:ea typeface="游ゴシック" panose="020B0400000000000000" pitchFamily="50" charset="-128"/>
                        </a:rPr>
                        <a:t>推定</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600" b="1" i="0" u="none" strike="noStrike" dirty="0">
                          <a:solidFill>
                            <a:srgbClr val="FFFFFF"/>
                          </a:solidFill>
                          <a:effectLst/>
                          <a:latin typeface="游ゴシック" panose="020B0400000000000000" pitchFamily="50" charset="-128"/>
                          <a:ea typeface="游ゴシック" panose="020B0400000000000000" pitchFamily="50" charset="-128"/>
                        </a:rPr>
                        <a:t>真値</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extLst>
                  <a:ext uri="{0D108BD9-81ED-4DB2-BD59-A6C34878D82A}">
                    <a16:rowId xmlns:a16="http://schemas.microsoft.com/office/drawing/2014/main" val="826491310"/>
                  </a:ext>
                </a:extLst>
              </a:tr>
              <a:tr h="297455">
                <a:tc rowSpan="2">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拡張前</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tc>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L1'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tc>
                  <a:txBody>
                    <a:bodyPr/>
                    <a:lstStyle/>
                    <a:p>
                      <a:pPr algn="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0.26</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tc>
                  <a:txBody>
                    <a:bodyPr/>
                    <a:lstStyle/>
                    <a:p>
                      <a:pPr algn="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0.005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extLst>
                  <a:ext uri="{0D108BD9-81ED-4DB2-BD59-A6C34878D82A}">
                    <a16:rowId xmlns:a16="http://schemas.microsoft.com/office/drawing/2014/main" val="3997649039"/>
                  </a:ext>
                </a:extLst>
              </a:tr>
              <a:tr h="304025">
                <a:tc vMerge="1">
                  <a:txBody>
                    <a:bodyPr/>
                    <a:lstStyle/>
                    <a:p>
                      <a:endParaRPr kumimoji="1" lang="ja-JP" altLang="en-US"/>
                    </a:p>
                  </a:txBody>
                  <a:tcPr/>
                </a:tc>
                <a:tc>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L2'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tc>
                  <a:txBody>
                    <a:bodyPr/>
                    <a:lstStyle/>
                    <a:p>
                      <a:pPr algn="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0.449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tc>
                  <a:txBody>
                    <a:bodyPr/>
                    <a:lstStyle/>
                    <a:p>
                      <a:pPr algn="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0.001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8"/>
                    </a:solidFill>
                  </a:tcPr>
                </a:tc>
                <a:extLst>
                  <a:ext uri="{0D108BD9-81ED-4DB2-BD59-A6C34878D82A}">
                    <a16:rowId xmlns:a16="http://schemas.microsoft.com/office/drawing/2014/main" val="2585387548"/>
                  </a:ext>
                </a:extLst>
              </a:tr>
              <a:tr h="297455">
                <a:tc rowSpan="4">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拡張後</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L1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0.424</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3381038375"/>
                  </a:ext>
                </a:extLst>
              </a:tr>
              <a:tr h="297455">
                <a:tc vMerge="1">
                  <a:txBody>
                    <a:bodyPr/>
                    <a:lstStyle/>
                    <a:p>
                      <a:endParaRPr kumimoji="1" lang="ja-JP" altLang="en-US"/>
                    </a:p>
                  </a:txBody>
                  <a:tcPr/>
                </a:tc>
                <a:tc>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L2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0.75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4283464926"/>
                  </a:ext>
                </a:extLst>
              </a:tr>
              <a:tr h="297455">
                <a:tc vMerge="1">
                  <a:txBody>
                    <a:bodyPr/>
                    <a:lstStyle/>
                    <a:p>
                      <a:endParaRPr kumimoji="1" lang="ja-JP" altLang="en-US"/>
                    </a:p>
                  </a:txBody>
                  <a:tcPr/>
                </a:tc>
                <a:tc>
                  <a:txBody>
                    <a:bodyPr/>
                    <a:lstStyle/>
                    <a:p>
                      <a:pPr algn="ct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L3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0.672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rtl="0" fontAlgn="ctr">
                        <a:buNone/>
                      </a:pPr>
                      <a:r>
                        <a:rPr lang="ja-JP" sz="16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4241606116"/>
                  </a:ext>
                </a:extLst>
              </a:tr>
              <a:tr h="297455">
                <a:tc vMerge="1">
                  <a:txBody>
                    <a:bodyPr/>
                    <a:lstStyle/>
                    <a:p>
                      <a:endParaRPr kumimoji="1" lang="ja-JP" altLang="en-US"/>
                    </a:p>
                  </a:txBody>
                  <a:tcPr/>
                </a:tc>
                <a:tc>
                  <a:txBody>
                    <a:bodyPr/>
                    <a:lstStyle/>
                    <a:p>
                      <a:pPr algn="ct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L4</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0.522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rtl="0"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441482079"/>
                  </a:ext>
                </a:extLst>
              </a:tr>
            </a:tbl>
          </a:graphicData>
        </a:graphic>
      </p:graphicFrame>
    </p:spTree>
    <p:extLst>
      <p:ext uri="{BB962C8B-B14F-4D97-AF65-F5344CB8AC3E}">
        <p14:creationId xmlns:p14="http://schemas.microsoft.com/office/powerpoint/2010/main" val="979034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6F070-4E7E-413D-466D-4F612D192574}"/>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67A36B5-72D7-3669-EDEE-72B0D7D5AB2C}"/>
              </a:ext>
            </a:extLst>
          </p:cNvPr>
          <p:cNvSpPr>
            <a:spLocks noGrp="1"/>
          </p:cNvSpPr>
          <p:nvPr>
            <p:ph type="sldNum" sz="quarter" idx="12"/>
          </p:nvPr>
        </p:nvSpPr>
        <p:spPr/>
        <p:txBody>
          <a:bodyPr/>
          <a:lstStyle/>
          <a:p>
            <a:fld id="{465F6A33-8929-41AA-8A25-00E3AA79F1EE}" type="slidenum">
              <a:rPr lang="en-US" smtClean="0"/>
              <a:t>11</a:t>
            </a:fld>
            <a:endParaRPr lang="en-US"/>
          </a:p>
        </p:txBody>
      </p:sp>
      <p:sp>
        <p:nvSpPr>
          <p:cNvPr id="11" name="テキスト ボックス 10">
            <a:extLst>
              <a:ext uri="{FF2B5EF4-FFF2-40B4-BE49-F238E27FC236}">
                <a16:creationId xmlns:a16="http://schemas.microsoft.com/office/drawing/2014/main" id="{FBAE4CE7-37B1-754C-7241-84E662D1BCBC}"/>
              </a:ext>
            </a:extLst>
          </p:cNvPr>
          <p:cNvSpPr txBox="1"/>
          <p:nvPr/>
        </p:nvSpPr>
        <p:spPr>
          <a:xfrm>
            <a:off x="277091" y="258618"/>
            <a:ext cx="6465454" cy="646331"/>
          </a:xfrm>
          <a:prstGeom prst="rect">
            <a:avLst/>
          </a:prstGeom>
          <a:noFill/>
        </p:spPr>
        <p:txBody>
          <a:bodyPr wrap="square" rtlCol="0">
            <a:spAutoFit/>
          </a:bodyPr>
          <a:lstStyle/>
          <a:p>
            <a:r>
              <a:rPr lang="ja-JP" altLang="en-US" sz="3600" b="1" dirty="0">
                <a:solidFill>
                  <a:srgbClr val="222222"/>
                </a:solidFill>
                <a:latin typeface="Noto Sans JP"/>
              </a:rPr>
              <a:t>工程③ 恒常性</a:t>
            </a:r>
            <a:r>
              <a:rPr lang="ja-JP" altLang="en-US" sz="3600" b="1">
                <a:solidFill>
                  <a:srgbClr val="222222"/>
                </a:solidFill>
                <a:latin typeface="Noto Sans JP"/>
              </a:rPr>
              <a:t>の評価</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4C7878A4-531C-04EE-3C16-C0FF816F7655}"/>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0AB27B1E-4E4A-BAE0-DFD9-D9071103CF9E}"/>
              </a:ext>
            </a:extLst>
          </p:cNvPr>
          <p:cNvSpPr txBox="1"/>
          <p:nvPr/>
        </p:nvSpPr>
        <p:spPr>
          <a:xfrm>
            <a:off x="581025" y="1174629"/>
            <a:ext cx="10772775"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カメラ</a:t>
            </a:r>
            <a:r>
              <a:rPr lang="en-US" altLang="ja-JP" sz="2000" dirty="0">
                <a:solidFill>
                  <a:srgbClr val="222222"/>
                </a:solidFill>
                <a:latin typeface="Noto Sans JP"/>
              </a:rPr>
              <a:t>1</a:t>
            </a:r>
            <a:r>
              <a:rPr lang="ja-JP" altLang="en-US" sz="2000" dirty="0">
                <a:solidFill>
                  <a:srgbClr val="222222"/>
                </a:solidFill>
                <a:latin typeface="Noto Sans JP"/>
              </a:rPr>
              <a:t>の背中が伸びている状態と丸まっている状態の背中の区間の距離の変化率を比較</a:t>
            </a:r>
            <a:endParaRPr lang="en-US" altLang="ja-JP" sz="2000" dirty="0">
              <a:solidFill>
                <a:srgbClr val="222222"/>
              </a:solidFill>
              <a:latin typeface="Noto Sans JP"/>
            </a:endParaRPr>
          </a:p>
        </p:txBody>
      </p:sp>
      <p:sp>
        <p:nvSpPr>
          <p:cNvPr id="2" name="Footer Placeholder 4">
            <a:extLst>
              <a:ext uri="{FF2B5EF4-FFF2-40B4-BE49-F238E27FC236}">
                <a16:creationId xmlns:a16="http://schemas.microsoft.com/office/drawing/2014/main" id="{83F00EDD-93AE-FE05-09FB-69131DB373D8}"/>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442AABDF-7D8A-8903-B999-69670355874B}"/>
              </a:ext>
            </a:extLst>
          </p:cNvPr>
          <p:cNvSpPr>
            <a:spLocks noGrp="1"/>
          </p:cNvSpPr>
          <p:nvPr>
            <p:ph type="dt" sz="half" idx="10"/>
          </p:nvPr>
        </p:nvSpPr>
        <p:spPr>
          <a:xfrm>
            <a:off x="838200" y="6449338"/>
            <a:ext cx="2743200" cy="365125"/>
          </a:xfrm>
        </p:spPr>
        <p:txBody>
          <a:bodyPr/>
          <a:lstStyle/>
          <a:p>
            <a:r>
              <a:rPr lang="en-US"/>
              <a:t>2026/9/24</a:t>
            </a:r>
          </a:p>
        </p:txBody>
      </p:sp>
      <p:sp>
        <p:nvSpPr>
          <p:cNvPr id="8" name="TextBox 11">
            <a:extLst>
              <a:ext uri="{FF2B5EF4-FFF2-40B4-BE49-F238E27FC236}">
                <a16:creationId xmlns:a16="http://schemas.microsoft.com/office/drawing/2014/main" id="{E2B88F23-4ED2-40F3-024A-2E6F66EE4AEB}"/>
              </a:ext>
            </a:extLst>
          </p:cNvPr>
          <p:cNvSpPr txBox="1"/>
          <p:nvPr/>
        </p:nvSpPr>
        <p:spPr>
          <a:xfrm>
            <a:off x="145579" y="1912444"/>
            <a:ext cx="7459181"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カメラ</a:t>
            </a:r>
            <a:r>
              <a:rPr lang="en-US" altLang="ja-JP" sz="1400" dirty="0">
                <a:solidFill>
                  <a:srgbClr val="222222"/>
                </a:solidFill>
                <a:latin typeface="Noto Sans JP"/>
              </a:rPr>
              <a:t>1</a:t>
            </a:r>
            <a:r>
              <a:rPr lang="ja-JP" altLang="en-US" sz="1400" dirty="0">
                <a:solidFill>
                  <a:srgbClr val="222222"/>
                </a:solidFill>
                <a:latin typeface="Noto Sans JP"/>
              </a:rPr>
              <a:t>のフレーム</a:t>
            </a:r>
            <a:r>
              <a:rPr lang="en-US" altLang="ja-JP" sz="1400" dirty="0">
                <a:solidFill>
                  <a:srgbClr val="222222"/>
                </a:solidFill>
                <a:latin typeface="Noto Sans JP"/>
              </a:rPr>
              <a:t>24</a:t>
            </a:r>
            <a:r>
              <a:rPr lang="ja-JP" altLang="en-US" sz="1400" dirty="0">
                <a:solidFill>
                  <a:srgbClr val="222222"/>
                </a:solidFill>
                <a:latin typeface="Noto Sans JP"/>
              </a:rPr>
              <a:t>と</a:t>
            </a:r>
            <a:r>
              <a:rPr lang="en-US" altLang="ja-JP" sz="1400" dirty="0">
                <a:solidFill>
                  <a:srgbClr val="222222"/>
                </a:solidFill>
                <a:latin typeface="Noto Sans JP"/>
              </a:rPr>
              <a:t>149</a:t>
            </a:r>
            <a:r>
              <a:rPr lang="ja-JP" altLang="en-US" sz="1400" dirty="0">
                <a:solidFill>
                  <a:srgbClr val="222222"/>
                </a:solidFill>
                <a:latin typeface="Noto Sans JP"/>
              </a:rPr>
              <a:t>の</a:t>
            </a:r>
            <a:r>
              <a:rPr lang="en-US" altLang="ja-JP" sz="1400" dirty="0">
                <a:solidFill>
                  <a:srgbClr val="222222"/>
                </a:solidFill>
                <a:latin typeface="Noto Sans JP"/>
              </a:rPr>
              <a:t>3D</a:t>
            </a:r>
            <a:r>
              <a:rPr lang="ja-JP" altLang="en-US" sz="1400" dirty="0">
                <a:solidFill>
                  <a:srgbClr val="222222"/>
                </a:solidFill>
                <a:latin typeface="Noto Sans JP"/>
              </a:rPr>
              <a:t>の推定結果を比較（ 変化率＝</a:t>
            </a:r>
            <a:r>
              <a:rPr lang="en-US" altLang="ja-JP" sz="1400" dirty="0">
                <a:solidFill>
                  <a:srgbClr val="222222"/>
                </a:solidFill>
                <a:latin typeface="Noto Sans JP"/>
              </a:rPr>
              <a:t>(</a:t>
            </a:r>
            <a:r>
              <a:rPr lang="ja-JP" altLang="en-US" sz="1400" dirty="0">
                <a:solidFill>
                  <a:srgbClr val="222222"/>
                </a:solidFill>
                <a:latin typeface="Noto Sans JP"/>
              </a:rPr>
              <a:t>変化後ー変化前</a:t>
            </a:r>
            <a:r>
              <a:rPr lang="en-US" altLang="ja-JP" sz="1400" dirty="0">
                <a:solidFill>
                  <a:srgbClr val="222222"/>
                </a:solidFill>
                <a:latin typeface="Noto Sans JP"/>
              </a:rPr>
              <a:t>)/</a:t>
            </a:r>
            <a:r>
              <a:rPr lang="ja-JP" altLang="en-US" sz="1400" dirty="0">
                <a:solidFill>
                  <a:srgbClr val="222222"/>
                </a:solidFill>
                <a:latin typeface="Noto Sans JP"/>
              </a:rPr>
              <a:t>変化前 ）</a:t>
            </a:r>
          </a:p>
        </p:txBody>
      </p:sp>
      <p:graphicFrame>
        <p:nvGraphicFramePr>
          <p:cNvPr id="4" name="表 3">
            <a:extLst>
              <a:ext uri="{FF2B5EF4-FFF2-40B4-BE49-F238E27FC236}">
                <a16:creationId xmlns:a16="http://schemas.microsoft.com/office/drawing/2014/main" id="{BB92130A-9F3D-70E1-4291-7F4FE54B5F53}"/>
              </a:ext>
            </a:extLst>
          </p:cNvPr>
          <p:cNvGraphicFramePr>
            <a:graphicFrameLocks noGrp="1"/>
          </p:cNvGraphicFramePr>
          <p:nvPr>
            <p:extLst>
              <p:ext uri="{D42A27DB-BD31-4B8C-83A1-F6EECF244321}">
                <p14:modId xmlns:p14="http://schemas.microsoft.com/office/powerpoint/2010/main" val="1662413377"/>
              </p:ext>
            </p:extLst>
          </p:nvPr>
        </p:nvGraphicFramePr>
        <p:xfrm>
          <a:off x="12458375" y="361432"/>
          <a:ext cx="9734552" cy="2857500"/>
        </p:xfrm>
        <a:graphic>
          <a:graphicData uri="http://schemas.openxmlformats.org/drawingml/2006/table">
            <a:tbl>
              <a:tblPr>
                <a:tableStyleId>{5C22544A-7EE6-4342-B048-85BDC9FD1C3A}</a:tableStyleId>
              </a:tblPr>
              <a:tblGrid>
                <a:gridCol w="1216819">
                  <a:extLst>
                    <a:ext uri="{9D8B030D-6E8A-4147-A177-3AD203B41FA5}">
                      <a16:colId xmlns:a16="http://schemas.microsoft.com/office/drawing/2014/main" val="2852950281"/>
                    </a:ext>
                  </a:extLst>
                </a:gridCol>
                <a:gridCol w="1216819">
                  <a:extLst>
                    <a:ext uri="{9D8B030D-6E8A-4147-A177-3AD203B41FA5}">
                      <a16:colId xmlns:a16="http://schemas.microsoft.com/office/drawing/2014/main" val="3882022412"/>
                    </a:ext>
                  </a:extLst>
                </a:gridCol>
                <a:gridCol w="1216819">
                  <a:extLst>
                    <a:ext uri="{9D8B030D-6E8A-4147-A177-3AD203B41FA5}">
                      <a16:colId xmlns:a16="http://schemas.microsoft.com/office/drawing/2014/main" val="3342400228"/>
                    </a:ext>
                  </a:extLst>
                </a:gridCol>
                <a:gridCol w="1216819">
                  <a:extLst>
                    <a:ext uri="{9D8B030D-6E8A-4147-A177-3AD203B41FA5}">
                      <a16:colId xmlns:a16="http://schemas.microsoft.com/office/drawing/2014/main" val="942628251"/>
                    </a:ext>
                  </a:extLst>
                </a:gridCol>
                <a:gridCol w="1216819">
                  <a:extLst>
                    <a:ext uri="{9D8B030D-6E8A-4147-A177-3AD203B41FA5}">
                      <a16:colId xmlns:a16="http://schemas.microsoft.com/office/drawing/2014/main" val="2904372801"/>
                    </a:ext>
                  </a:extLst>
                </a:gridCol>
                <a:gridCol w="1216819">
                  <a:extLst>
                    <a:ext uri="{9D8B030D-6E8A-4147-A177-3AD203B41FA5}">
                      <a16:colId xmlns:a16="http://schemas.microsoft.com/office/drawing/2014/main" val="2397008030"/>
                    </a:ext>
                  </a:extLst>
                </a:gridCol>
                <a:gridCol w="1216819">
                  <a:extLst>
                    <a:ext uri="{9D8B030D-6E8A-4147-A177-3AD203B41FA5}">
                      <a16:colId xmlns:a16="http://schemas.microsoft.com/office/drawing/2014/main" val="1522518313"/>
                    </a:ext>
                  </a:extLst>
                </a:gridCol>
                <a:gridCol w="1216819">
                  <a:extLst>
                    <a:ext uri="{9D8B030D-6E8A-4147-A177-3AD203B41FA5}">
                      <a16:colId xmlns:a16="http://schemas.microsoft.com/office/drawing/2014/main" val="1957167059"/>
                    </a:ext>
                  </a:extLst>
                </a:gridCol>
              </a:tblGrid>
              <a:tr h="238125">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gridSpan="3">
                  <a:txBody>
                    <a:bodyPr/>
                    <a:lstStyle/>
                    <a:p>
                      <a:pPr algn="ctr" fontAlgn="ctr">
                        <a:buNone/>
                      </a:pPr>
                      <a:r>
                        <a:rPr lang="ja-JP" sz="1100" u="none" strike="noStrike">
                          <a:effectLst/>
                        </a:rPr>
                        <a:t>2D</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ja-JP" sz="1100" u="none" strike="noStrike">
                          <a:effectLst/>
                        </a:rPr>
                        <a:t>3D</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65513046"/>
                  </a:ext>
                </a:extLst>
              </a:tr>
              <a:tr h="238125">
                <a:tc>
                  <a:txBody>
                    <a:bodyPr/>
                    <a:lstStyle/>
                    <a:p>
                      <a:pPr algn="l" fontAlgn="ctr">
                        <a:buNone/>
                      </a:pP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区間</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frame5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frame103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変化率(%)</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frame5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frame103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変化率(%)</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677823355"/>
                  </a:ext>
                </a:extLst>
              </a:tr>
              <a:tr h="238125">
                <a:tc rowSpan="6">
                  <a:txBody>
                    <a:bodyPr/>
                    <a:lstStyle/>
                    <a:p>
                      <a:pPr algn="ctr" fontAlgn="ctr">
                        <a:buNone/>
                      </a:pPr>
                      <a:r>
                        <a:rPr lang="ja-JP" sz="1100" u="none" strike="noStrike" dirty="0">
                          <a:effectLst/>
                        </a:rPr>
                        <a:t>拡張</a:t>
                      </a:r>
                      <a:r>
                        <a:rPr lang="ja-JP" altLang="en-US" sz="1100" u="none" strike="noStrike" dirty="0">
                          <a:effectLst/>
                        </a:rPr>
                        <a:t>後</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背0-背1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73.11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86.59</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18.43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0.652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0.989</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51.78</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4188871776"/>
                  </a:ext>
                </a:extLst>
              </a:tr>
              <a:tr h="238125">
                <a:tc vMerge="1">
                  <a:txBody>
                    <a:bodyPr/>
                    <a:lstStyle/>
                    <a:p>
                      <a:endParaRPr kumimoji="1" lang="ja-JP" altLang="en-US"/>
                    </a:p>
                  </a:txBody>
                  <a:tcPr/>
                </a:tc>
                <a:tc>
                  <a:txBody>
                    <a:bodyPr/>
                    <a:lstStyle/>
                    <a:p>
                      <a:pPr algn="l" fontAlgn="ctr">
                        <a:buNone/>
                      </a:pPr>
                      <a:r>
                        <a:rPr lang="ja-JP" sz="1100" u="none" strike="noStrike">
                          <a:effectLst/>
                        </a:rPr>
                        <a:t>背1-背2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34.41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63.38</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84.21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0.351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0.565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60.66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864663606"/>
                  </a:ext>
                </a:extLst>
              </a:tr>
              <a:tr h="238125">
                <a:tc vMerge="1">
                  <a:txBody>
                    <a:bodyPr/>
                    <a:lstStyle/>
                    <a:p>
                      <a:endParaRPr kumimoji="1" lang="ja-JP" altLang="en-US"/>
                    </a:p>
                  </a:txBody>
                  <a:tcPr/>
                </a:tc>
                <a:tc>
                  <a:txBody>
                    <a:bodyPr/>
                    <a:lstStyle/>
                    <a:p>
                      <a:pPr algn="l" fontAlgn="ctr">
                        <a:buNone/>
                      </a:pPr>
                      <a:r>
                        <a:rPr lang="ja-JP" sz="1100" u="none" strike="noStrike">
                          <a:effectLst/>
                        </a:rPr>
                        <a:t>背2-背3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27.98</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16.14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-42.32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0.362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0.227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-37.17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281391023"/>
                  </a:ext>
                </a:extLst>
              </a:tr>
              <a:tr h="238125">
                <a:tc vMerge="1">
                  <a:txBody>
                    <a:bodyPr/>
                    <a:lstStyle/>
                    <a:p>
                      <a:endParaRPr kumimoji="1" lang="ja-JP" altLang="en-US"/>
                    </a:p>
                  </a:txBody>
                  <a:tcPr/>
                </a:tc>
                <a:tc>
                  <a:txBody>
                    <a:bodyPr/>
                    <a:lstStyle/>
                    <a:p>
                      <a:pPr algn="l" fontAlgn="ctr">
                        <a:buNone/>
                      </a:pPr>
                      <a:r>
                        <a:rPr lang="ja-JP" sz="1100" u="none" strike="noStrike">
                          <a:effectLst/>
                        </a:rPr>
                        <a:t>背3-背4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70.83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35.66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-49.65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0.650</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0.263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-59.57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923735355"/>
                  </a:ext>
                </a:extLst>
              </a:tr>
              <a:tr h="238125">
                <a:tc vMerge="1">
                  <a:txBody>
                    <a:bodyPr/>
                    <a:lstStyle/>
                    <a:p>
                      <a:endParaRPr kumimoji="1" lang="ja-JP" altLang="en-US"/>
                    </a:p>
                  </a:txBody>
                  <a:tcPr/>
                </a:tc>
                <a:tc>
                  <a:txBody>
                    <a:bodyPr/>
                    <a:lstStyle/>
                    <a:p>
                      <a:pPr algn="l" fontAlgn="ctr">
                        <a:buNone/>
                      </a:pPr>
                      <a:r>
                        <a:rPr lang="ja-JP" sz="1100" u="none" strike="noStrike">
                          <a:effectLst/>
                        </a:rPr>
                        <a:t>背4-背5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44.61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52.57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17.85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0.355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0.371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4.555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311023425"/>
                  </a:ext>
                </a:extLst>
              </a:tr>
              <a:tr h="238125">
                <a:tc vMerge="1">
                  <a:txBody>
                    <a:bodyPr/>
                    <a:lstStyle/>
                    <a:p>
                      <a:endParaRPr kumimoji="1" lang="ja-JP" altLang="en-US"/>
                    </a:p>
                  </a:txBody>
                  <a:tcPr/>
                </a:tc>
                <a:tc>
                  <a:txBody>
                    <a:bodyPr/>
                    <a:lstStyle/>
                    <a:p>
                      <a:pPr algn="l" fontAlgn="ctr">
                        <a:buNone/>
                      </a:pPr>
                      <a:r>
                        <a:rPr lang="ja-JP" sz="1100" u="none" strike="noStrike">
                          <a:effectLst/>
                        </a:rPr>
                        <a:t>背0〜背5 合計</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250.9</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254.3</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1.358</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2.370</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2.415</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1.909</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757587878"/>
                  </a:ext>
                </a:extLst>
              </a:tr>
              <a:tr h="238125">
                <a:tc rowSpan="4">
                  <a:txBody>
                    <a:bodyPr/>
                    <a:lstStyle/>
                    <a:p>
                      <a:pPr algn="ctr" fontAlgn="ctr">
                        <a:buNone/>
                      </a:pPr>
                      <a:r>
                        <a:rPr lang="ja-JP" sz="1100" u="none" strike="noStrike" dirty="0">
                          <a:effectLst/>
                        </a:rPr>
                        <a:t>拡張</a:t>
                      </a:r>
                      <a:r>
                        <a:rPr lang="ja-JP" altLang="en-US" sz="1100" u="none" strike="noStrike" dirty="0">
                          <a:effectLst/>
                        </a:rPr>
                        <a:t>前</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肩-腰(17点,2Dのみ)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188.9</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162.8</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FF0000"/>
                          </a:solidFill>
                          <a:effectLst/>
                        </a:rPr>
                        <a:t>-13.84</a:t>
                      </a:r>
                      <a:endParaRPr lang="ja-JP" sz="1100" b="0"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976063545"/>
                  </a:ext>
                </a:extLst>
              </a:tr>
              <a:tr h="238125">
                <a:tc vMerge="1">
                  <a:txBody>
                    <a:bodyPr/>
                    <a:lstStyle/>
                    <a:p>
                      <a:endParaRPr kumimoji="1" lang="ja-JP" altLang="en-US"/>
                    </a:p>
                  </a:txBody>
                  <a:tcPr/>
                </a:tc>
                <a:tc gridSpan="3">
                  <a:txBody>
                    <a:bodyPr/>
                    <a:lstStyle/>
                    <a:p>
                      <a:pPr algn="l" fontAlgn="ctr">
                        <a:buNone/>
                      </a:pPr>
                      <a:r>
                        <a:rPr lang="ja-JP" sz="1100" u="none" strike="noStrike">
                          <a:effectLst/>
                        </a:rPr>
                        <a:t>腰-中間(17点,3Dのみ)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0.356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0.302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-15.16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40809233"/>
                  </a:ext>
                </a:extLst>
              </a:tr>
              <a:tr h="238125">
                <a:tc vMerge="1">
                  <a:txBody>
                    <a:bodyPr/>
                    <a:lstStyle/>
                    <a:p>
                      <a:endParaRPr kumimoji="1" lang="ja-JP" altLang="en-US"/>
                    </a:p>
                  </a:txBody>
                  <a:tcPr/>
                </a:tc>
                <a:tc gridSpan="3">
                  <a:txBody>
                    <a:bodyPr/>
                    <a:lstStyle/>
                    <a:p>
                      <a:pPr algn="l" fontAlgn="ctr">
                        <a:buNone/>
                      </a:pPr>
                      <a:r>
                        <a:rPr lang="ja-JP" sz="1100" u="none" strike="noStrike">
                          <a:effectLst/>
                        </a:rPr>
                        <a:t>中間-首(17点,3Dのみ)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0.552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0.469</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-15.17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245365324"/>
                  </a:ext>
                </a:extLst>
              </a:tr>
              <a:tr h="238125">
                <a:tc vMerge="1">
                  <a:txBody>
                    <a:bodyPr/>
                    <a:lstStyle/>
                    <a:p>
                      <a:endParaRPr kumimoji="1" lang="ja-JP" altLang="en-US"/>
                    </a:p>
                  </a:txBody>
                  <a:tcPr/>
                </a:tc>
                <a:tc gridSpan="3">
                  <a:txBody>
                    <a:bodyPr/>
                    <a:lstStyle/>
                    <a:p>
                      <a:pPr algn="l" fontAlgn="ctr">
                        <a:buNone/>
                      </a:pPr>
                      <a:r>
                        <a:rPr lang="ja-JP" sz="1100" u="none" strike="noStrike">
                          <a:effectLst/>
                        </a:rPr>
                        <a:t>腰-中間-首 合計(17点,3Dのみ)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0.909</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0.771</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solidFill>
                            <a:srgbClr val="0070C0"/>
                          </a:solidFill>
                          <a:effectLst/>
                        </a:rPr>
                        <a:t>-15.17</a:t>
                      </a:r>
                      <a:endParaRPr lang="ja-JP" sz="11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273721537"/>
                  </a:ext>
                </a:extLst>
              </a:tr>
            </a:tbl>
          </a:graphicData>
        </a:graphic>
      </p:graphicFrame>
      <p:sp>
        <p:nvSpPr>
          <p:cNvPr id="15" name="TextBox 3">
            <a:extLst>
              <a:ext uri="{FF2B5EF4-FFF2-40B4-BE49-F238E27FC236}">
                <a16:creationId xmlns:a16="http://schemas.microsoft.com/office/drawing/2014/main" id="{2BB44548-3206-945A-9AB6-E1FD1B751101}"/>
              </a:ext>
            </a:extLst>
          </p:cNvPr>
          <p:cNvSpPr txBox="1"/>
          <p:nvPr/>
        </p:nvSpPr>
        <p:spPr>
          <a:xfrm>
            <a:off x="581025" y="5471040"/>
            <a:ext cx="7798238" cy="307777"/>
          </a:xfrm>
          <a:prstGeom prst="rect">
            <a:avLst/>
          </a:prstGeom>
          <a:noFill/>
        </p:spPr>
        <p:txBody>
          <a:bodyPr wrap="square" lIns="0" tIns="0" rIns="0" bIns="0" anchor="t">
            <a:spAutoFit/>
          </a:bodyPr>
          <a:lstStyle/>
          <a:p>
            <a:pPr>
              <a:lnSpc>
                <a:spcPts val="2400"/>
              </a:lnSpc>
            </a:pPr>
            <a:r>
              <a:rPr lang="en-US" altLang="ja-JP" sz="2000" dirty="0">
                <a:solidFill>
                  <a:srgbClr val="222222"/>
                </a:solidFill>
                <a:latin typeface="Noto Sans JP"/>
              </a:rPr>
              <a:t>L3</a:t>
            </a:r>
            <a:r>
              <a:rPr lang="ja-JP" altLang="en-US" sz="2000" dirty="0">
                <a:solidFill>
                  <a:srgbClr val="222222"/>
                </a:solidFill>
                <a:latin typeface="Noto Sans JP"/>
              </a:rPr>
              <a:t>が伸び、</a:t>
            </a:r>
            <a:r>
              <a:rPr lang="en-US" altLang="ja-JP" sz="2000" dirty="0">
                <a:solidFill>
                  <a:srgbClr val="222222"/>
                </a:solidFill>
                <a:latin typeface="Noto Sans JP"/>
              </a:rPr>
              <a:t>L1</a:t>
            </a:r>
            <a:r>
              <a:rPr lang="ja-JP" altLang="en-US" sz="2000" dirty="0">
                <a:solidFill>
                  <a:srgbClr val="222222"/>
                </a:solidFill>
                <a:latin typeface="Noto Sans JP"/>
              </a:rPr>
              <a:t>が縮むことで全区間では恒常性が保たれた</a:t>
            </a:r>
          </a:p>
        </p:txBody>
      </p:sp>
      <p:graphicFrame>
        <p:nvGraphicFramePr>
          <p:cNvPr id="17" name="表 16">
            <a:extLst>
              <a:ext uri="{FF2B5EF4-FFF2-40B4-BE49-F238E27FC236}">
                <a16:creationId xmlns:a16="http://schemas.microsoft.com/office/drawing/2014/main" id="{1F759231-A72B-D3A1-BD39-CA2C5A655271}"/>
              </a:ext>
            </a:extLst>
          </p:cNvPr>
          <p:cNvGraphicFramePr>
            <a:graphicFrameLocks noGrp="1"/>
          </p:cNvGraphicFramePr>
          <p:nvPr>
            <p:extLst>
              <p:ext uri="{D42A27DB-BD31-4B8C-83A1-F6EECF244321}">
                <p14:modId xmlns:p14="http://schemas.microsoft.com/office/powerpoint/2010/main" val="1969630800"/>
              </p:ext>
            </p:extLst>
          </p:nvPr>
        </p:nvGraphicFramePr>
        <p:xfrm>
          <a:off x="589257" y="2201538"/>
          <a:ext cx="6303050" cy="2946329"/>
        </p:xfrm>
        <a:graphic>
          <a:graphicData uri="http://schemas.openxmlformats.org/drawingml/2006/table">
            <a:tbl>
              <a:tblPr/>
              <a:tblGrid>
                <a:gridCol w="1260610">
                  <a:extLst>
                    <a:ext uri="{9D8B030D-6E8A-4147-A177-3AD203B41FA5}">
                      <a16:colId xmlns:a16="http://schemas.microsoft.com/office/drawing/2014/main" val="48478473"/>
                    </a:ext>
                  </a:extLst>
                </a:gridCol>
                <a:gridCol w="1260610">
                  <a:extLst>
                    <a:ext uri="{9D8B030D-6E8A-4147-A177-3AD203B41FA5}">
                      <a16:colId xmlns:a16="http://schemas.microsoft.com/office/drawing/2014/main" val="1050306300"/>
                    </a:ext>
                  </a:extLst>
                </a:gridCol>
                <a:gridCol w="1260610">
                  <a:extLst>
                    <a:ext uri="{9D8B030D-6E8A-4147-A177-3AD203B41FA5}">
                      <a16:colId xmlns:a16="http://schemas.microsoft.com/office/drawing/2014/main" val="3013198130"/>
                    </a:ext>
                  </a:extLst>
                </a:gridCol>
                <a:gridCol w="1260610">
                  <a:extLst>
                    <a:ext uri="{9D8B030D-6E8A-4147-A177-3AD203B41FA5}">
                      <a16:colId xmlns:a16="http://schemas.microsoft.com/office/drawing/2014/main" val="1354526650"/>
                    </a:ext>
                  </a:extLst>
                </a:gridCol>
                <a:gridCol w="1260610">
                  <a:extLst>
                    <a:ext uri="{9D8B030D-6E8A-4147-A177-3AD203B41FA5}">
                      <a16:colId xmlns:a16="http://schemas.microsoft.com/office/drawing/2014/main" val="3279276876"/>
                    </a:ext>
                  </a:extLst>
                </a:gridCol>
              </a:tblGrid>
              <a:tr h="581081">
                <a:tc>
                  <a:txBody>
                    <a:bodyPr/>
                    <a:lstStyle/>
                    <a:p>
                      <a:pPr algn="l" rtl="0" fontAlgn="t">
                        <a:buNone/>
                      </a:pPr>
                      <a:r>
                        <a:rPr lang="ja-JP" sz="1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800" b="1" i="0" u="none" strike="noStrike" dirty="0">
                          <a:solidFill>
                            <a:srgbClr val="FFFFFF"/>
                          </a:solidFill>
                          <a:effectLst/>
                          <a:latin typeface="BIZ UDGothic" panose="020B0400000000000000" pitchFamily="49" charset="-128"/>
                          <a:ea typeface="BIZ UDGothic" panose="020B0400000000000000" pitchFamily="49" charset="-128"/>
                        </a:rPr>
                        <a:t>区間</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rtl="0" fontAlgn="ctr">
                        <a:buNone/>
                      </a:pPr>
                      <a:r>
                        <a:rPr lang="ja-JP" sz="1600" b="1" i="0" u="none" strike="noStrike" dirty="0">
                          <a:solidFill>
                            <a:srgbClr val="FFFFFF"/>
                          </a:solidFill>
                          <a:effectLst/>
                          <a:latin typeface="游ゴシック" panose="020B0400000000000000" pitchFamily="50" charset="-128"/>
                          <a:ea typeface="游ゴシック" panose="020B0400000000000000" pitchFamily="50" charset="-128"/>
                        </a:rPr>
                        <a:t>フレーム</a:t>
                      </a:r>
                      <a:r>
                        <a:rPr lang="en-US" altLang="ja-JP" sz="1600" b="1" i="0" u="none" strike="noStrike" dirty="0">
                          <a:solidFill>
                            <a:srgbClr val="FFFFFF"/>
                          </a:solidFill>
                          <a:effectLst/>
                          <a:latin typeface="Segoe UI" panose="020B0502040204020203" pitchFamily="34" charset="0"/>
                          <a:ea typeface="游ゴシック" panose="020B0400000000000000" pitchFamily="50" charset="-128"/>
                        </a:rPr>
                        <a:t>24</a:t>
                      </a:r>
                    </a:p>
                    <a:p>
                      <a:pPr algn="ctr" rtl="0" fontAlgn="ctr">
                        <a:buNone/>
                      </a:pPr>
                      <a:r>
                        <a:rPr lang="ja-JP" altLang="en-US" sz="1600" b="1" i="0" u="none" strike="noStrike" dirty="0">
                          <a:solidFill>
                            <a:srgbClr val="FFFFFF"/>
                          </a:solidFill>
                          <a:effectLst/>
                          <a:latin typeface="Segoe UI" panose="020B0502040204020203" pitchFamily="34" charset="0"/>
                          <a:ea typeface="游ゴシック" panose="020B0400000000000000" pitchFamily="50" charset="-128"/>
                        </a:rPr>
                        <a:t>区間の距離</a:t>
                      </a:r>
                      <a:endParaRPr lang="ja-JP"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sz="1600" b="1" i="0" u="none" strike="noStrike" dirty="0">
                          <a:solidFill>
                            <a:srgbClr val="FFFFFF"/>
                          </a:solidFill>
                          <a:effectLst/>
                          <a:latin typeface="游ゴシック" panose="020B0400000000000000" pitchFamily="50" charset="-128"/>
                          <a:ea typeface="游ゴシック" panose="020B0400000000000000" pitchFamily="50" charset="-128"/>
                        </a:rPr>
                        <a:t>フレーム</a:t>
                      </a:r>
                      <a:r>
                        <a:rPr lang="ja-JP" sz="1600" b="1" i="0" u="none" strike="noStrike" dirty="0">
                          <a:solidFill>
                            <a:srgbClr val="FFFFFF"/>
                          </a:solidFill>
                          <a:effectLst/>
                          <a:latin typeface="Segoe UI" panose="020B0502040204020203" pitchFamily="34" charset="0"/>
                          <a:ea typeface="游ゴシック" panose="020B0400000000000000" pitchFamily="50" charset="-128"/>
                        </a:rPr>
                        <a:t>1</a:t>
                      </a:r>
                      <a:r>
                        <a:rPr lang="en-US" altLang="ja-JP" sz="1600" b="1" i="0" u="none" strike="noStrike" dirty="0">
                          <a:solidFill>
                            <a:srgbClr val="FFFFFF"/>
                          </a:solidFill>
                          <a:effectLst/>
                          <a:latin typeface="Segoe UI" panose="020B0502040204020203" pitchFamily="34" charset="0"/>
                          <a:ea typeface="游ゴシック" panose="020B0400000000000000" pitchFamily="50" charset="-128"/>
                        </a:rPr>
                        <a:t>49</a:t>
                      </a:r>
                      <a:br>
                        <a:rPr lang="en-US" altLang="ja-JP" sz="1600" b="1" i="0" u="none" strike="noStrike" dirty="0">
                          <a:solidFill>
                            <a:srgbClr val="FFFFFF"/>
                          </a:solidFill>
                          <a:effectLst/>
                          <a:latin typeface="Segoe UI" panose="020B0502040204020203" pitchFamily="34" charset="0"/>
                          <a:ea typeface="游ゴシック" panose="020B0400000000000000" pitchFamily="50" charset="-128"/>
                        </a:rPr>
                      </a:br>
                      <a:r>
                        <a:rPr lang="ja-JP" altLang="en-US" sz="1600" b="1" i="0" u="none" strike="noStrike" dirty="0">
                          <a:solidFill>
                            <a:srgbClr val="FFFFFF"/>
                          </a:solidFill>
                          <a:effectLst/>
                          <a:latin typeface="Segoe UI" panose="020B0502040204020203" pitchFamily="34" charset="0"/>
                          <a:ea typeface="游ゴシック" panose="020B0400000000000000" pitchFamily="50" charset="-128"/>
                        </a:rPr>
                        <a:t>区間の距離</a:t>
                      </a:r>
                      <a:endParaRPr lang="ja-JP" altLang="ja-JP"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tc>
                  <a:txBody>
                    <a:bodyPr/>
                    <a:lstStyle/>
                    <a:p>
                      <a:pPr algn="ctr" fontAlgn="t">
                        <a:buNone/>
                      </a:pPr>
                      <a:r>
                        <a:rPr lang="ja-JP" sz="1600" b="1" i="0" u="none" strike="noStrike" dirty="0">
                          <a:solidFill>
                            <a:schemeClr val="bg1"/>
                          </a:solidFill>
                          <a:effectLst/>
                          <a:latin typeface="游ゴシック" panose="020B0400000000000000" pitchFamily="50" charset="-128"/>
                          <a:ea typeface="游ゴシック" panose="020B0400000000000000" pitchFamily="50" charset="-128"/>
                        </a:rPr>
                        <a:t>変化率(%)</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699"/>
                    </a:solidFill>
                  </a:tcPr>
                </a:tc>
                <a:extLst>
                  <a:ext uri="{0D108BD9-81ED-4DB2-BD59-A6C34878D82A}">
                    <a16:rowId xmlns:a16="http://schemas.microsoft.com/office/drawing/2014/main" val="3536278531"/>
                  </a:ext>
                </a:extLst>
              </a:tr>
              <a:tr h="302817">
                <a:tc rowSpan="3">
                  <a:txBody>
                    <a:bodyPr/>
                    <a:lstStyle/>
                    <a:p>
                      <a:pPr algn="ctr" fontAlgn="t">
                        <a:buNone/>
                      </a:pPr>
                      <a:r>
                        <a:rPr lang="ja-JP" sz="1600" b="1" i="0" u="none" strike="noStrike" dirty="0">
                          <a:solidFill>
                            <a:srgbClr val="0B0B0B"/>
                          </a:solidFill>
                          <a:effectLst/>
                          <a:latin typeface="ＭＳ ゴシック" panose="020B0609070205080204" pitchFamily="49" charset="-128"/>
                          <a:ea typeface="ＭＳ ゴシック" panose="020B0609070205080204" pitchFamily="49" charset="-128"/>
                        </a:rPr>
                        <a:t>拡張前</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L1'</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0.56</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1" i="0" u="none" strike="noStrike">
                          <a:solidFill>
                            <a:srgbClr val="0B0B0B"/>
                          </a:solidFill>
                          <a:effectLst/>
                          <a:latin typeface="Segoe UI" panose="020B0502040204020203" pitchFamily="34" charset="0"/>
                          <a:ea typeface="游ゴシック" panose="020B0400000000000000" pitchFamily="50" charset="-128"/>
                        </a:rPr>
                        <a:t>0.43</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-23.5</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12658232"/>
                  </a:ext>
                </a:extLst>
              </a:tr>
              <a:tr h="294633">
                <a:tc vMerge="1">
                  <a:txBody>
                    <a:bodyPr/>
                    <a:lstStyle/>
                    <a:p>
                      <a:endParaRPr kumimoji="1" lang="ja-JP" altLang="en-US"/>
                    </a:p>
                  </a:txBody>
                  <a:tcPr/>
                </a:tc>
                <a:tc>
                  <a:txBody>
                    <a:bodyPr/>
                    <a:lstStyle/>
                    <a:p>
                      <a:pPr algn="ct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L2'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0.37</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0.29</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-20.8</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86107754"/>
                  </a:ext>
                </a:extLst>
              </a:tr>
              <a:tr h="294633">
                <a:tc vMerge="1">
                  <a:txBody>
                    <a:bodyPr/>
                    <a:lstStyle/>
                    <a:p>
                      <a:endParaRPr kumimoji="1" lang="ja-JP" altLang="en-US"/>
                    </a:p>
                  </a:txBody>
                  <a:tcPr/>
                </a:tc>
                <a:tc>
                  <a:txBody>
                    <a:bodyPr/>
                    <a:lstStyle/>
                    <a:p>
                      <a:pPr algn="ctr" fontAlgn="t">
                        <a:buNone/>
                      </a:pPr>
                      <a:r>
                        <a:rPr lang="ja-JP" sz="1600" b="1" i="0" u="none" strike="noStrike" dirty="0">
                          <a:solidFill>
                            <a:srgbClr val="0B0B0B"/>
                          </a:solidFill>
                          <a:effectLst/>
                          <a:latin typeface="ＭＳ Ｐゴシック" panose="020B0600070205080204" pitchFamily="50" charset="-128"/>
                          <a:ea typeface="ＭＳ Ｐゴシック" panose="020B0600070205080204" pitchFamily="50" charset="-128"/>
                        </a:rPr>
                        <a:t> </a:t>
                      </a:r>
                      <a:r>
                        <a:rPr lang="ja-JP" sz="1600" b="1" i="0" u="none" strike="noStrike" dirty="0">
                          <a:solidFill>
                            <a:srgbClr val="0B0B0B"/>
                          </a:solidFill>
                          <a:effectLst/>
                          <a:latin typeface="游ゴシック Medium" panose="020B0500000000000000" pitchFamily="50" charset="-128"/>
                          <a:ea typeface="游ゴシック Medium" panose="020B0500000000000000" pitchFamily="50" charset="-128"/>
                        </a:rPr>
                        <a:t>合計</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0.92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0.72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r" fontAlgn="t">
                        <a:buNone/>
                      </a:pPr>
                      <a:r>
                        <a:rPr lang="ja-JP" sz="1600" b="1" i="0" u="none" strike="noStrike" dirty="0">
                          <a:solidFill>
                            <a:srgbClr val="FF0000"/>
                          </a:solidFill>
                          <a:effectLst/>
                          <a:latin typeface="Segoe UI" panose="020B0502040204020203" pitchFamily="34" charset="0"/>
                          <a:ea typeface="游ゴシック" panose="020B0400000000000000" pitchFamily="50" charset="-128"/>
                        </a:rPr>
                        <a:t>-22.4</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610484375"/>
                  </a:ext>
                </a:extLst>
              </a:tr>
              <a:tr h="294633">
                <a:tc rowSpan="5">
                  <a:txBody>
                    <a:bodyPr/>
                    <a:lstStyle/>
                    <a:p>
                      <a:pPr algn="ctr" fontAlgn="t">
                        <a:buNone/>
                      </a:pPr>
                      <a:r>
                        <a:rPr lang="ja-JP" sz="1600" b="1" i="0" u="none" strike="noStrike" dirty="0">
                          <a:solidFill>
                            <a:srgbClr val="0B0B0B"/>
                          </a:solidFill>
                          <a:effectLst/>
                          <a:latin typeface="ＭＳ ゴシック" panose="020B0609070205080204" pitchFamily="49" charset="-128"/>
                          <a:ea typeface="ＭＳ ゴシック" panose="020B0609070205080204" pitchFamily="49" charset="-128"/>
                        </a:rPr>
                        <a:t>拡張後</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ct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L1</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0.36</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0.63</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73.8</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2532831960"/>
                  </a:ext>
                </a:extLst>
              </a:tr>
              <a:tr h="294633">
                <a:tc vMerge="1">
                  <a:txBody>
                    <a:bodyPr/>
                    <a:lstStyle/>
                    <a:p>
                      <a:endParaRPr kumimoji="1" lang="ja-JP" altLang="en-US"/>
                    </a:p>
                  </a:txBody>
                  <a:tcPr/>
                </a:tc>
                <a:tc>
                  <a:txBody>
                    <a:bodyPr/>
                    <a:lstStyle/>
                    <a:p>
                      <a:pPr algn="ct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L2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a:solidFill>
                            <a:srgbClr val="0B0B0B"/>
                          </a:solidFill>
                          <a:effectLst/>
                          <a:latin typeface="Segoe UI" panose="020B0502040204020203" pitchFamily="34" charset="0"/>
                          <a:ea typeface="游ゴシック" panose="020B0400000000000000" pitchFamily="50" charset="-128"/>
                        </a:rPr>
                        <a:t>0.35</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0.39</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11.5</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3330525861"/>
                  </a:ext>
                </a:extLst>
              </a:tr>
              <a:tr h="294633">
                <a:tc vMerge="1">
                  <a:txBody>
                    <a:bodyPr/>
                    <a:lstStyle/>
                    <a:p>
                      <a:endParaRPr kumimoji="1" lang="ja-JP" altLang="en-US"/>
                    </a:p>
                  </a:txBody>
                  <a:tcPr/>
                </a:tc>
                <a:tc>
                  <a:txBody>
                    <a:bodyPr/>
                    <a:lstStyle/>
                    <a:p>
                      <a:pPr algn="ct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L3</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a:solidFill>
                            <a:srgbClr val="0B0B0B"/>
                          </a:solidFill>
                          <a:effectLst/>
                          <a:latin typeface="Segoe UI" panose="020B0502040204020203" pitchFamily="34" charset="0"/>
                          <a:ea typeface="游ゴシック" panose="020B0400000000000000" pitchFamily="50" charset="-128"/>
                        </a:rPr>
                        <a:t>0.61</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a:solidFill>
                            <a:srgbClr val="0B0B0B"/>
                          </a:solidFill>
                          <a:effectLst/>
                          <a:latin typeface="Segoe UI" panose="020B0502040204020203" pitchFamily="34" charset="0"/>
                          <a:ea typeface="游ゴシック" panose="020B0400000000000000" pitchFamily="50" charset="-128"/>
                        </a:rPr>
                        <a:t>0.26</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-57.1</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427155780"/>
                  </a:ext>
                </a:extLst>
              </a:tr>
              <a:tr h="294633">
                <a:tc vMerge="1">
                  <a:txBody>
                    <a:bodyPr/>
                    <a:lstStyle/>
                    <a:p>
                      <a:endParaRPr kumimoji="1" lang="ja-JP" altLang="en-US"/>
                    </a:p>
                  </a:txBody>
                  <a:tcPr/>
                </a:tc>
                <a:tc>
                  <a:txBody>
                    <a:bodyPr/>
                    <a:lstStyle/>
                    <a:p>
                      <a:pPr algn="ct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L4</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a:solidFill>
                            <a:srgbClr val="0B0B0B"/>
                          </a:solidFill>
                          <a:effectLst/>
                          <a:latin typeface="Segoe UI" panose="020B0502040204020203" pitchFamily="34" charset="0"/>
                          <a:ea typeface="游ゴシック" panose="020B0400000000000000" pitchFamily="50" charset="-128"/>
                        </a:rPr>
                        <a:t>0.35</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a:solidFill>
                            <a:srgbClr val="0B0B0B"/>
                          </a:solidFill>
                          <a:effectLst/>
                          <a:latin typeface="Segoe UI" panose="020B0502040204020203" pitchFamily="34" charset="0"/>
                          <a:ea typeface="游ゴシック" panose="020B0400000000000000" pitchFamily="50" charset="-128"/>
                        </a:rPr>
                        <a:t>0.39</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10.6</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1395949672"/>
                  </a:ext>
                </a:extLst>
              </a:tr>
              <a:tr h="294633">
                <a:tc vMerge="1">
                  <a:txBody>
                    <a:bodyPr/>
                    <a:lstStyle/>
                    <a:p>
                      <a:endParaRPr kumimoji="1" lang="ja-JP" altLang="en-US"/>
                    </a:p>
                  </a:txBody>
                  <a:tcPr/>
                </a:tc>
                <a:tc>
                  <a:txBody>
                    <a:bodyPr/>
                    <a:lstStyle/>
                    <a:p>
                      <a:pPr algn="ct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 </a:t>
                      </a:r>
                      <a:r>
                        <a:rPr lang="ja-JP" sz="1600" b="1" i="0" u="none" strike="noStrike" dirty="0">
                          <a:solidFill>
                            <a:srgbClr val="0B0B0B"/>
                          </a:solidFill>
                          <a:effectLst/>
                          <a:latin typeface="游ゴシック Medium" panose="020B0500000000000000" pitchFamily="50" charset="-128"/>
                          <a:ea typeface="游ゴシック Medium" panose="020B0500000000000000" pitchFamily="50" charset="-128"/>
                        </a:rPr>
                        <a:t>合計</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1.68</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dirty="0">
                          <a:solidFill>
                            <a:srgbClr val="0B0B0B"/>
                          </a:solidFill>
                          <a:effectLst/>
                          <a:latin typeface="Segoe UI" panose="020B0502040204020203" pitchFamily="34" charset="0"/>
                          <a:ea typeface="游ゴシック" panose="020B0400000000000000" pitchFamily="50" charset="-128"/>
                        </a:rPr>
                        <a:t>1.68</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tc>
                  <a:txBody>
                    <a:bodyPr/>
                    <a:lstStyle/>
                    <a:p>
                      <a:pPr algn="r" fontAlgn="t">
                        <a:buNone/>
                      </a:pPr>
                      <a:r>
                        <a:rPr lang="ja-JP" sz="1600" b="1" i="0" u="none" strike="noStrike" dirty="0">
                          <a:solidFill>
                            <a:srgbClr val="FF0000"/>
                          </a:solidFill>
                          <a:effectLst/>
                          <a:latin typeface="Segoe UI" panose="020B0502040204020203" pitchFamily="34" charset="0"/>
                          <a:ea typeface="游ゴシック" panose="020B0400000000000000" pitchFamily="50" charset="-128"/>
                        </a:rPr>
                        <a:t>-0.02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9EC"/>
                    </a:solidFill>
                  </a:tcPr>
                </a:tc>
                <a:extLst>
                  <a:ext uri="{0D108BD9-81ED-4DB2-BD59-A6C34878D82A}">
                    <a16:rowId xmlns:a16="http://schemas.microsoft.com/office/drawing/2014/main" val="3491511603"/>
                  </a:ext>
                </a:extLst>
              </a:tr>
            </a:tbl>
          </a:graphicData>
        </a:graphic>
      </p:graphicFrame>
      <p:grpSp>
        <p:nvGrpSpPr>
          <p:cNvPr id="18" name="グループ化 17">
            <a:extLst>
              <a:ext uri="{FF2B5EF4-FFF2-40B4-BE49-F238E27FC236}">
                <a16:creationId xmlns:a16="http://schemas.microsoft.com/office/drawing/2014/main" id="{B2496B3E-DCD5-5A40-47A3-24277B28EA23}"/>
              </a:ext>
            </a:extLst>
          </p:cNvPr>
          <p:cNvGrpSpPr/>
          <p:nvPr/>
        </p:nvGrpSpPr>
        <p:grpSpPr>
          <a:xfrm>
            <a:off x="8379263" y="3993987"/>
            <a:ext cx="1560711" cy="2268109"/>
            <a:chOff x="611557" y="996561"/>
            <a:chExt cx="2342443" cy="3952338"/>
          </a:xfrm>
        </p:grpSpPr>
        <p:cxnSp>
          <p:nvCxnSpPr>
            <p:cNvPr id="19" name="直線コネクタ 18">
              <a:extLst>
                <a:ext uri="{FF2B5EF4-FFF2-40B4-BE49-F238E27FC236}">
                  <a16:creationId xmlns:a16="http://schemas.microsoft.com/office/drawing/2014/main" id="{75C18341-8079-3844-6CD3-B97661CFDAB5}"/>
                </a:ext>
              </a:extLst>
            </p:cNvPr>
            <p:cNvCxnSpPr>
              <a:cxnSpLocks/>
            </p:cNvCxnSpPr>
            <p:nvPr/>
          </p:nvCxnSpPr>
          <p:spPr>
            <a:xfrm flipH="1">
              <a:off x="1709463" y="3803488"/>
              <a:ext cx="208915" cy="158485"/>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直線コネクタ 19">
              <a:extLst>
                <a:ext uri="{FF2B5EF4-FFF2-40B4-BE49-F238E27FC236}">
                  <a16:creationId xmlns:a16="http://schemas.microsoft.com/office/drawing/2014/main" id="{C2C1EE25-7736-6E09-4C3E-2A432287013D}"/>
                </a:ext>
              </a:extLst>
            </p:cNvPr>
            <p:cNvCxnSpPr>
              <a:cxnSpLocks/>
            </p:cNvCxnSpPr>
            <p:nvPr/>
          </p:nvCxnSpPr>
          <p:spPr>
            <a:xfrm flipH="1" flipV="1">
              <a:off x="1647747" y="3739168"/>
              <a:ext cx="255967" cy="71270"/>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直線コネクタ 20">
              <a:extLst>
                <a:ext uri="{FF2B5EF4-FFF2-40B4-BE49-F238E27FC236}">
                  <a16:creationId xmlns:a16="http://schemas.microsoft.com/office/drawing/2014/main" id="{51011B29-2B29-7BE9-B9DD-857758122164}"/>
                </a:ext>
              </a:extLst>
            </p:cNvPr>
            <p:cNvCxnSpPr>
              <a:cxnSpLocks/>
            </p:cNvCxnSpPr>
            <p:nvPr/>
          </p:nvCxnSpPr>
          <p:spPr>
            <a:xfrm flipH="1">
              <a:off x="1181716" y="1867696"/>
              <a:ext cx="491108" cy="513513"/>
            </a:xfrm>
            <a:prstGeom prst="line">
              <a:avLst/>
            </a:prstGeom>
            <a:ln w="28575"/>
          </p:spPr>
          <p:style>
            <a:lnRef idx="1">
              <a:schemeClr val="dk1"/>
            </a:lnRef>
            <a:fillRef idx="0">
              <a:schemeClr val="dk1"/>
            </a:fillRef>
            <a:effectRef idx="0">
              <a:schemeClr val="dk1"/>
            </a:effectRef>
            <a:fontRef idx="minor">
              <a:schemeClr val="tx1"/>
            </a:fontRef>
          </p:style>
        </p:cxnSp>
        <p:cxnSp>
          <p:nvCxnSpPr>
            <p:cNvPr id="22" name="直線コネクタ 21">
              <a:extLst>
                <a:ext uri="{FF2B5EF4-FFF2-40B4-BE49-F238E27FC236}">
                  <a16:creationId xmlns:a16="http://schemas.microsoft.com/office/drawing/2014/main" id="{9083B199-CE24-B4A5-32C1-DD9F9CEFEAEE}"/>
                </a:ext>
              </a:extLst>
            </p:cNvPr>
            <p:cNvCxnSpPr>
              <a:cxnSpLocks/>
            </p:cNvCxnSpPr>
            <p:nvPr/>
          </p:nvCxnSpPr>
          <p:spPr>
            <a:xfrm>
              <a:off x="1547065" y="1051415"/>
              <a:ext cx="0" cy="439856"/>
            </a:xfrm>
            <a:prstGeom prst="line">
              <a:avLst/>
            </a:prstGeom>
            <a:ln w="28575"/>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3F27D720-4A46-E7C1-A9D9-50CC2B6F2369}"/>
                </a:ext>
              </a:extLst>
            </p:cNvPr>
            <p:cNvCxnSpPr>
              <a:cxnSpLocks/>
              <a:endCxn id="25" idx="1"/>
            </p:cNvCxnSpPr>
            <p:nvPr/>
          </p:nvCxnSpPr>
          <p:spPr>
            <a:xfrm>
              <a:off x="1673802" y="1841765"/>
              <a:ext cx="282418" cy="788107"/>
            </a:xfrm>
            <a:prstGeom prst="line">
              <a:avLst/>
            </a:prstGeom>
            <a:ln w="28575"/>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431C35C0-764A-D149-1AB7-DCB13D2DA812}"/>
                </a:ext>
              </a:extLst>
            </p:cNvPr>
            <p:cNvCxnSpPr>
              <a:cxnSpLocks/>
            </p:cNvCxnSpPr>
            <p:nvPr/>
          </p:nvCxnSpPr>
          <p:spPr>
            <a:xfrm flipH="1">
              <a:off x="1902959" y="2718054"/>
              <a:ext cx="70371" cy="1092384"/>
            </a:xfrm>
            <a:prstGeom prst="line">
              <a:avLst/>
            </a:prstGeom>
            <a:ln w="28575"/>
          </p:spPr>
          <p:style>
            <a:lnRef idx="1">
              <a:schemeClr val="dk1"/>
            </a:lnRef>
            <a:fillRef idx="0">
              <a:schemeClr val="dk1"/>
            </a:fillRef>
            <a:effectRef idx="0">
              <a:schemeClr val="dk1"/>
            </a:effectRef>
            <a:fontRef idx="minor">
              <a:schemeClr val="tx1"/>
            </a:fontRef>
          </p:style>
        </p:cxnSp>
        <p:sp>
          <p:nvSpPr>
            <p:cNvPr id="25" name="楕円 24">
              <a:extLst>
                <a:ext uri="{FF2B5EF4-FFF2-40B4-BE49-F238E27FC236}">
                  <a16:creationId xmlns:a16="http://schemas.microsoft.com/office/drawing/2014/main" id="{075343C2-574B-E194-99BA-D547BAA2C864}"/>
                </a:ext>
              </a:extLst>
            </p:cNvPr>
            <p:cNvSpPr>
              <a:spLocks noChangeAspect="1"/>
            </p:cNvSpPr>
            <p:nvPr/>
          </p:nvSpPr>
          <p:spPr>
            <a:xfrm>
              <a:off x="1939776" y="2612423"/>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A5A1774D-8F53-74B9-5926-8F150EFB85C1}"/>
                </a:ext>
              </a:extLst>
            </p:cNvPr>
            <p:cNvSpPr>
              <a:spLocks noChangeAspect="1"/>
            </p:cNvSpPr>
            <p:nvPr/>
          </p:nvSpPr>
          <p:spPr>
            <a:xfrm>
              <a:off x="1843933" y="3757432"/>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テキスト ボックス 26">
              <a:extLst>
                <a:ext uri="{FF2B5EF4-FFF2-40B4-BE49-F238E27FC236}">
                  <a16:creationId xmlns:a16="http://schemas.microsoft.com/office/drawing/2014/main" id="{44CAB761-A8B9-9968-3F82-99858955221D}"/>
                </a:ext>
              </a:extLst>
            </p:cNvPr>
            <p:cNvSpPr txBox="1"/>
            <p:nvPr/>
          </p:nvSpPr>
          <p:spPr>
            <a:xfrm>
              <a:off x="1623859" y="1449193"/>
              <a:ext cx="651132" cy="369332"/>
            </a:xfrm>
            <a:prstGeom prst="rect">
              <a:avLst/>
            </a:prstGeom>
            <a:noFill/>
          </p:spPr>
          <p:txBody>
            <a:bodyPr wrap="square" rtlCol="0">
              <a:spAutoFit/>
            </a:bodyPr>
            <a:lstStyle/>
            <a:p>
              <a:endParaRPr kumimoji="1" lang="ja-JP" altLang="en-US" dirty="0"/>
            </a:p>
          </p:txBody>
        </p:sp>
        <p:sp>
          <p:nvSpPr>
            <p:cNvPr id="28" name="テキスト ボックス 27">
              <a:extLst>
                <a:ext uri="{FF2B5EF4-FFF2-40B4-BE49-F238E27FC236}">
                  <a16:creationId xmlns:a16="http://schemas.microsoft.com/office/drawing/2014/main" id="{9FB9D72A-3780-597B-1A9A-C08AD8D03831}"/>
                </a:ext>
              </a:extLst>
            </p:cNvPr>
            <p:cNvSpPr txBox="1"/>
            <p:nvPr/>
          </p:nvSpPr>
          <p:spPr>
            <a:xfrm>
              <a:off x="1956221" y="2079227"/>
              <a:ext cx="921551" cy="643590"/>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L1’</a:t>
              </a:r>
            </a:p>
          </p:txBody>
        </p:sp>
        <p:cxnSp>
          <p:nvCxnSpPr>
            <p:cNvPr id="29" name="直線コネクタ 28">
              <a:extLst>
                <a:ext uri="{FF2B5EF4-FFF2-40B4-BE49-F238E27FC236}">
                  <a16:creationId xmlns:a16="http://schemas.microsoft.com/office/drawing/2014/main" id="{9ED3160E-DC4C-EF21-B4F8-7B3945D12176}"/>
                </a:ext>
              </a:extLst>
            </p:cNvPr>
            <p:cNvCxnSpPr>
              <a:cxnSpLocks/>
            </p:cNvCxnSpPr>
            <p:nvPr/>
          </p:nvCxnSpPr>
          <p:spPr>
            <a:xfrm>
              <a:off x="1547065" y="1480505"/>
              <a:ext cx="100682" cy="372687"/>
            </a:xfrm>
            <a:prstGeom prst="line">
              <a:avLst/>
            </a:prstGeom>
            <a:ln w="28575"/>
          </p:spPr>
          <p:style>
            <a:lnRef idx="1">
              <a:schemeClr val="dk1"/>
            </a:lnRef>
            <a:fillRef idx="0">
              <a:schemeClr val="dk1"/>
            </a:fillRef>
            <a:effectRef idx="0">
              <a:schemeClr val="dk1"/>
            </a:effectRef>
            <a:fontRef idx="minor">
              <a:schemeClr val="tx1"/>
            </a:fontRef>
          </p:style>
        </p:cxnSp>
        <p:sp>
          <p:nvSpPr>
            <p:cNvPr id="30" name="楕円 29">
              <a:extLst>
                <a:ext uri="{FF2B5EF4-FFF2-40B4-BE49-F238E27FC236}">
                  <a16:creationId xmlns:a16="http://schemas.microsoft.com/office/drawing/2014/main" id="{8792F0F7-156F-E8BD-C647-5992934DA705}"/>
                </a:ext>
              </a:extLst>
            </p:cNvPr>
            <p:cNvSpPr>
              <a:spLocks noChangeAspect="1"/>
            </p:cNvSpPr>
            <p:nvPr/>
          </p:nvSpPr>
          <p:spPr>
            <a:xfrm>
              <a:off x="1495996" y="1421860"/>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372579D9-B9FD-478A-9DD9-3E1A3CDE8064}"/>
                </a:ext>
              </a:extLst>
            </p:cNvPr>
            <p:cNvSpPr>
              <a:spLocks noChangeAspect="1"/>
            </p:cNvSpPr>
            <p:nvPr/>
          </p:nvSpPr>
          <p:spPr>
            <a:xfrm>
              <a:off x="1617658" y="181197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B922DECB-F800-1C58-E315-225CF49093DD}"/>
                </a:ext>
              </a:extLst>
            </p:cNvPr>
            <p:cNvSpPr>
              <a:spLocks noChangeAspect="1"/>
            </p:cNvSpPr>
            <p:nvPr/>
          </p:nvSpPr>
          <p:spPr>
            <a:xfrm>
              <a:off x="1484230" y="996561"/>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テキスト ボックス 32">
              <a:extLst>
                <a:ext uri="{FF2B5EF4-FFF2-40B4-BE49-F238E27FC236}">
                  <a16:creationId xmlns:a16="http://schemas.microsoft.com/office/drawing/2014/main" id="{32177D38-5941-73A8-6D71-902EEE3BF3D3}"/>
                </a:ext>
              </a:extLst>
            </p:cNvPr>
            <p:cNvSpPr txBox="1"/>
            <p:nvPr/>
          </p:nvSpPr>
          <p:spPr>
            <a:xfrm>
              <a:off x="1983763" y="3337589"/>
              <a:ext cx="970237" cy="643590"/>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L2’</a:t>
              </a:r>
            </a:p>
          </p:txBody>
        </p:sp>
        <p:cxnSp>
          <p:nvCxnSpPr>
            <p:cNvPr id="34" name="直線コネクタ 33">
              <a:extLst>
                <a:ext uri="{FF2B5EF4-FFF2-40B4-BE49-F238E27FC236}">
                  <a16:creationId xmlns:a16="http://schemas.microsoft.com/office/drawing/2014/main" id="{267B45D3-B856-9795-F2CF-A11960AD73EF}"/>
                </a:ext>
              </a:extLst>
            </p:cNvPr>
            <p:cNvCxnSpPr>
              <a:cxnSpLocks/>
            </p:cNvCxnSpPr>
            <p:nvPr/>
          </p:nvCxnSpPr>
          <p:spPr>
            <a:xfrm flipH="1" flipV="1">
              <a:off x="658316" y="2103710"/>
              <a:ext cx="538514" cy="2612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5" name="楕円 34">
              <a:extLst>
                <a:ext uri="{FF2B5EF4-FFF2-40B4-BE49-F238E27FC236}">
                  <a16:creationId xmlns:a16="http://schemas.microsoft.com/office/drawing/2014/main" id="{A56FEE6C-CC76-AC94-180A-B3A6440308FF}"/>
                </a:ext>
              </a:extLst>
            </p:cNvPr>
            <p:cNvSpPr>
              <a:spLocks noChangeAspect="1"/>
            </p:cNvSpPr>
            <p:nvPr/>
          </p:nvSpPr>
          <p:spPr>
            <a:xfrm>
              <a:off x="1125573" y="230435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56368D64-6374-4E79-B3F5-ED056A4A8409}"/>
                </a:ext>
              </a:extLst>
            </p:cNvPr>
            <p:cNvSpPr>
              <a:spLocks noChangeAspect="1"/>
            </p:cNvSpPr>
            <p:nvPr/>
          </p:nvSpPr>
          <p:spPr>
            <a:xfrm>
              <a:off x="611557" y="206487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a:extLst>
                <a:ext uri="{FF2B5EF4-FFF2-40B4-BE49-F238E27FC236}">
                  <a16:creationId xmlns:a16="http://schemas.microsoft.com/office/drawing/2014/main" id="{B42DF0EF-9E5C-B2E8-2B67-0CA70B30CB63}"/>
                </a:ext>
              </a:extLst>
            </p:cNvPr>
            <p:cNvCxnSpPr>
              <a:cxnSpLocks/>
            </p:cNvCxnSpPr>
            <p:nvPr/>
          </p:nvCxnSpPr>
          <p:spPr>
            <a:xfrm flipH="1">
              <a:off x="1705880" y="3943912"/>
              <a:ext cx="26732" cy="1004987"/>
            </a:xfrm>
            <a:prstGeom prst="line">
              <a:avLst/>
            </a:prstGeom>
            <a:ln w="28575"/>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34F85288-04FE-FB91-C55A-06C60867F816}"/>
                </a:ext>
              </a:extLst>
            </p:cNvPr>
            <p:cNvCxnSpPr>
              <a:cxnSpLocks/>
            </p:cNvCxnSpPr>
            <p:nvPr/>
          </p:nvCxnSpPr>
          <p:spPr>
            <a:xfrm flipH="1">
              <a:off x="1427270" y="3739168"/>
              <a:ext cx="216894" cy="1069831"/>
            </a:xfrm>
            <a:prstGeom prst="line">
              <a:avLst/>
            </a:prstGeom>
            <a:ln w="28575"/>
          </p:spPr>
          <p:style>
            <a:lnRef idx="1">
              <a:schemeClr val="dk1"/>
            </a:lnRef>
            <a:fillRef idx="0">
              <a:schemeClr val="dk1"/>
            </a:fillRef>
            <a:effectRef idx="0">
              <a:schemeClr val="dk1"/>
            </a:effectRef>
            <a:fontRef idx="minor">
              <a:schemeClr val="tx1"/>
            </a:fontRef>
          </p:style>
        </p:cxnSp>
        <p:sp>
          <p:nvSpPr>
            <p:cNvPr id="39" name="楕円 38">
              <a:extLst>
                <a:ext uri="{FF2B5EF4-FFF2-40B4-BE49-F238E27FC236}">
                  <a16:creationId xmlns:a16="http://schemas.microsoft.com/office/drawing/2014/main" id="{DA8BD88C-1BC7-484B-2AA5-C3FF4F9AEEF9}"/>
                </a:ext>
              </a:extLst>
            </p:cNvPr>
            <p:cNvSpPr>
              <a:spLocks noChangeAspect="1"/>
            </p:cNvSpPr>
            <p:nvPr/>
          </p:nvSpPr>
          <p:spPr>
            <a:xfrm>
              <a:off x="1603114" y="369128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24F6097D-11F4-BB48-0561-F2C602773583}"/>
                </a:ext>
              </a:extLst>
            </p:cNvPr>
            <p:cNvSpPr>
              <a:spLocks noChangeAspect="1"/>
            </p:cNvSpPr>
            <p:nvPr/>
          </p:nvSpPr>
          <p:spPr>
            <a:xfrm>
              <a:off x="1675815" y="390239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F780FBE7-E2D7-BBAC-F956-6B49C814B08C}"/>
              </a:ext>
            </a:extLst>
          </p:cNvPr>
          <p:cNvGrpSpPr/>
          <p:nvPr/>
        </p:nvGrpSpPr>
        <p:grpSpPr>
          <a:xfrm>
            <a:off x="10011210" y="4038854"/>
            <a:ext cx="1638101" cy="2239956"/>
            <a:chOff x="611557" y="996561"/>
            <a:chExt cx="2249802" cy="3952338"/>
          </a:xfrm>
        </p:grpSpPr>
        <p:cxnSp>
          <p:nvCxnSpPr>
            <p:cNvPr id="42" name="直線コネクタ 41">
              <a:extLst>
                <a:ext uri="{FF2B5EF4-FFF2-40B4-BE49-F238E27FC236}">
                  <a16:creationId xmlns:a16="http://schemas.microsoft.com/office/drawing/2014/main" id="{FAC0FAA3-4078-278B-0F61-09BBBA66A1F3}"/>
                </a:ext>
              </a:extLst>
            </p:cNvPr>
            <p:cNvCxnSpPr>
              <a:cxnSpLocks/>
            </p:cNvCxnSpPr>
            <p:nvPr/>
          </p:nvCxnSpPr>
          <p:spPr>
            <a:xfrm flipH="1">
              <a:off x="1709463" y="3803488"/>
              <a:ext cx="208915" cy="158485"/>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直線コネクタ 42">
              <a:extLst>
                <a:ext uri="{FF2B5EF4-FFF2-40B4-BE49-F238E27FC236}">
                  <a16:creationId xmlns:a16="http://schemas.microsoft.com/office/drawing/2014/main" id="{5F58FBA2-E229-2010-D81B-2C1F13760EB7}"/>
                </a:ext>
              </a:extLst>
            </p:cNvPr>
            <p:cNvCxnSpPr>
              <a:cxnSpLocks/>
            </p:cNvCxnSpPr>
            <p:nvPr/>
          </p:nvCxnSpPr>
          <p:spPr>
            <a:xfrm flipH="1" flipV="1">
              <a:off x="1647747" y="3739168"/>
              <a:ext cx="255967" cy="71270"/>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0B73DD3A-D4A4-13A9-8785-70AEF1999719}"/>
                </a:ext>
              </a:extLst>
            </p:cNvPr>
            <p:cNvCxnSpPr>
              <a:cxnSpLocks/>
            </p:cNvCxnSpPr>
            <p:nvPr/>
          </p:nvCxnSpPr>
          <p:spPr>
            <a:xfrm flipH="1">
              <a:off x="1181716" y="1867696"/>
              <a:ext cx="491108" cy="513513"/>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直線コネクタ 44">
              <a:extLst>
                <a:ext uri="{FF2B5EF4-FFF2-40B4-BE49-F238E27FC236}">
                  <a16:creationId xmlns:a16="http://schemas.microsoft.com/office/drawing/2014/main" id="{39092BBD-DD22-9996-460C-EC066D3B0653}"/>
                </a:ext>
              </a:extLst>
            </p:cNvPr>
            <p:cNvCxnSpPr>
              <a:cxnSpLocks/>
            </p:cNvCxnSpPr>
            <p:nvPr/>
          </p:nvCxnSpPr>
          <p:spPr>
            <a:xfrm>
              <a:off x="1547065" y="1051415"/>
              <a:ext cx="0" cy="439856"/>
            </a:xfrm>
            <a:prstGeom prst="line">
              <a:avLst/>
            </a:prstGeom>
            <a:ln w="28575"/>
          </p:spPr>
          <p:style>
            <a:lnRef idx="1">
              <a:schemeClr val="dk1"/>
            </a:lnRef>
            <a:fillRef idx="0">
              <a:schemeClr val="dk1"/>
            </a:fillRef>
            <a:effectRef idx="0">
              <a:schemeClr val="dk1"/>
            </a:effectRef>
            <a:fontRef idx="minor">
              <a:schemeClr val="tx1"/>
            </a:fontRef>
          </p:style>
        </p:cxnSp>
        <p:cxnSp>
          <p:nvCxnSpPr>
            <p:cNvPr id="46" name="直線コネクタ 45">
              <a:extLst>
                <a:ext uri="{FF2B5EF4-FFF2-40B4-BE49-F238E27FC236}">
                  <a16:creationId xmlns:a16="http://schemas.microsoft.com/office/drawing/2014/main" id="{F8ABF979-95C5-FFDB-3B90-5A860EC810F2}"/>
                </a:ext>
              </a:extLst>
            </p:cNvPr>
            <p:cNvCxnSpPr>
              <a:cxnSpLocks/>
            </p:cNvCxnSpPr>
            <p:nvPr/>
          </p:nvCxnSpPr>
          <p:spPr>
            <a:xfrm>
              <a:off x="1673802" y="1841765"/>
              <a:ext cx="228600" cy="342900"/>
            </a:xfrm>
            <a:prstGeom prst="line">
              <a:avLst/>
            </a:prstGeom>
            <a:ln w="28575"/>
          </p:spPr>
          <p:style>
            <a:lnRef idx="1">
              <a:schemeClr val="dk1"/>
            </a:lnRef>
            <a:fillRef idx="0">
              <a:schemeClr val="dk1"/>
            </a:fillRef>
            <a:effectRef idx="0">
              <a:schemeClr val="dk1"/>
            </a:effectRef>
            <a:fontRef idx="minor">
              <a:schemeClr val="tx1"/>
            </a:fontRef>
          </p:style>
        </p:cxnSp>
        <p:cxnSp>
          <p:nvCxnSpPr>
            <p:cNvPr id="47" name="直線コネクタ 46">
              <a:extLst>
                <a:ext uri="{FF2B5EF4-FFF2-40B4-BE49-F238E27FC236}">
                  <a16:creationId xmlns:a16="http://schemas.microsoft.com/office/drawing/2014/main" id="{E991BD60-1427-FEE0-D14C-F1894F447404}"/>
                </a:ext>
              </a:extLst>
            </p:cNvPr>
            <p:cNvCxnSpPr>
              <a:cxnSpLocks/>
            </p:cNvCxnSpPr>
            <p:nvPr/>
          </p:nvCxnSpPr>
          <p:spPr>
            <a:xfrm>
              <a:off x="1902402" y="2184665"/>
              <a:ext cx="93518" cy="498764"/>
            </a:xfrm>
            <a:prstGeom prst="line">
              <a:avLst/>
            </a:prstGeom>
            <a:ln w="28575"/>
          </p:spPr>
          <p:style>
            <a:lnRef idx="1">
              <a:schemeClr val="dk1"/>
            </a:lnRef>
            <a:fillRef idx="0">
              <a:schemeClr val="dk1"/>
            </a:fillRef>
            <a:effectRef idx="0">
              <a:schemeClr val="dk1"/>
            </a:effectRef>
            <a:fontRef idx="minor">
              <a:schemeClr val="tx1"/>
            </a:fontRef>
          </p:style>
        </p:cxnSp>
        <p:cxnSp>
          <p:nvCxnSpPr>
            <p:cNvPr id="48" name="直線コネクタ 47">
              <a:extLst>
                <a:ext uri="{FF2B5EF4-FFF2-40B4-BE49-F238E27FC236}">
                  <a16:creationId xmlns:a16="http://schemas.microsoft.com/office/drawing/2014/main" id="{E3CEFC4E-E61A-9732-3AF1-E83F54A8B9B3}"/>
                </a:ext>
              </a:extLst>
            </p:cNvPr>
            <p:cNvCxnSpPr>
              <a:cxnSpLocks/>
            </p:cNvCxnSpPr>
            <p:nvPr/>
          </p:nvCxnSpPr>
          <p:spPr>
            <a:xfrm>
              <a:off x="1995920" y="2683429"/>
              <a:ext cx="0" cy="592282"/>
            </a:xfrm>
            <a:prstGeom prst="line">
              <a:avLst/>
            </a:prstGeom>
            <a:ln w="28575"/>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EA170826-109A-D114-2B9B-1609BE93B8CE}"/>
                </a:ext>
              </a:extLst>
            </p:cNvPr>
            <p:cNvCxnSpPr>
              <a:cxnSpLocks/>
            </p:cNvCxnSpPr>
            <p:nvPr/>
          </p:nvCxnSpPr>
          <p:spPr>
            <a:xfrm flipH="1">
              <a:off x="1902402" y="3189120"/>
              <a:ext cx="93518" cy="647700"/>
            </a:xfrm>
            <a:prstGeom prst="line">
              <a:avLst/>
            </a:prstGeom>
            <a:ln w="28575"/>
          </p:spPr>
          <p:style>
            <a:lnRef idx="1">
              <a:schemeClr val="dk1"/>
            </a:lnRef>
            <a:fillRef idx="0">
              <a:schemeClr val="dk1"/>
            </a:fillRef>
            <a:effectRef idx="0">
              <a:schemeClr val="dk1"/>
            </a:effectRef>
            <a:fontRef idx="minor">
              <a:schemeClr val="tx1"/>
            </a:fontRef>
          </p:style>
        </p:cxnSp>
        <p:sp>
          <p:nvSpPr>
            <p:cNvPr id="50" name="楕円 49">
              <a:extLst>
                <a:ext uri="{FF2B5EF4-FFF2-40B4-BE49-F238E27FC236}">
                  <a16:creationId xmlns:a16="http://schemas.microsoft.com/office/drawing/2014/main" id="{74DE977D-6394-6629-960D-1A6C0C2E07DC}"/>
                </a:ext>
              </a:extLst>
            </p:cNvPr>
            <p:cNvSpPr>
              <a:spLocks noChangeAspect="1"/>
            </p:cNvSpPr>
            <p:nvPr/>
          </p:nvSpPr>
          <p:spPr>
            <a:xfrm>
              <a:off x="1836874" y="2154877"/>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楕円 50">
              <a:extLst>
                <a:ext uri="{FF2B5EF4-FFF2-40B4-BE49-F238E27FC236}">
                  <a16:creationId xmlns:a16="http://schemas.microsoft.com/office/drawing/2014/main" id="{131FE7A5-8C40-FB8B-3CC9-343F82FA6F76}"/>
                </a:ext>
              </a:extLst>
            </p:cNvPr>
            <p:cNvSpPr>
              <a:spLocks noChangeAspect="1"/>
            </p:cNvSpPr>
            <p:nvPr/>
          </p:nvSpPr>
          <p:spPr>
            <a:xfrm>
              <a:off x="1939776" y="2612423"/>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楕円 51">
              <a:extLst>
                <a:ext uri="{FF2B5EF4-FFF2-40B4-BE49-F238E27FC236}">
                  <a16:creationId xmlns:a16="http://schemas.microsoft.com/office/drawing/2014/main" id="{00EBE656-F2FA-76CD-5850-10A76DD5A15D}"/>
                </a:ext>
              </a:extLst>
            </p:cNvPr>
            <p:cNvSpPr>
              <a:spLocks noChangeAspect="1"/>
            </p:cNvSpPr>
            <p:nvPr/>
          </p:nvSpPr>
          <p:spPr>
            <a:xfrm>
              <a:off x="1939776" y="3167310"/>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楕円 52">
              <a:extLst>
                <a:ext uri="{FF2B5EF4-FFF2-40B4-BE49-F238E27FC236}">
                  <a16:creationId xmlns:a16="http://schemas.microsoft.com/office/drawing/2014/main" id="{65EFE355-0E67-6FA5-DF1D-B8204C2583CB}"/>
                </a:ext>
              </a:extLst>
            </p:cNvPr>
            <p:cNvSpPr>
              <a:spLocks noChangeAspect="1"/>
            </p:cNvSpPr>
            <p:nvPr/>
          </p:nvSpPr>
          <p:spPr>
            <a:xfrm>
              <a:off x="1842729" y="373916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07D07A8F-B1C6-A6F1-990A-9F4CB455D17F}"/>
                </a:ext>
              </a:extLst>
            </p:cNvPr>
            <p:cNvSpPr txBox="1"/>
            <p:nvPr/>
          </p:nvSpPr>
          <p:spPr>
            <a:xfrm>
              <a:off x="1836874" y="1825843"/>
              <a:ext cx="651132" cy="369332"/>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L1</a:t>
              </a:r>
            </a:p>
          </p:txBody>
        </p:sp>
        <p:sp>
          <p:nvSpPr>
            <p:cNvPr id="55" name="テキスト ボックス 54">
              <a:extLst>
                <a:ext uri="{FF2B5EF4-FFF2-40B4-BE49-F238E27FC236}">
                  <a16:creationId xmlns:a16="http://schemas.microsoft.com/office/drawing/2014/main" id="{F7C0FF82-38EC-10C3-A563-39FD949DC037}"/>
                </a:ext>
              </a:extLst>
            </p:cNvPr>
            <p:cNvSpPr txBox="1"/>
            <p:nvPr/>
          </p:nvSpPr>
          <p:spPr>
            <a:xfrm>
              <a:off x="1995919" y="2263516"/>
              <a:ext cx="765607" cy="728677"/>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L2</a:t>
              </a:r>
            </a:p>
          </p:txBody>
        </p:sp>
        <p:cxnSp>
          <p:nvCxnSpPr>
            <p:cNvPr id="56" name="直線コネクタ 55">
              <a:extLst>
                <a:ext uri="{FF2B5EF4-FFF2-40B4-BE49-F238E27FC236}">
                  <a16:creationId xmlns:a16="http://schemas.microsoft.com/office/drawing/2014/main" id="{692092FA-F62B-2BB9-D6F5-AD5ABD38774F}"/>
                </a:ext>
              </a:extLst>
            </p:cNvPr>
            <p:cNvCxnSpPr>
              <a:cxnSpLocks/>
            </p:cNvCxnSpPr>
            <p:nvPr/>
          </p:nvCxnSpPr>
          <p:spPr>
            <a:xfrm>
              <a:off x="1547065" y="1480505"/>
              <a:ext cx="100682" cy="372687"/>
            </a:xfrm>
            <a:prstGeom prst="line">
              <a:avLst/>
            </a:prstGeom>
            <a:ln w="28575"/>
          </p:spPr>
          <p:style>
            <a:lnRef idx="1">
              <a:schemeClr val="dk1"/>
            </a:lnRef>
            <a:fillRef idx="0">
              <a:schemeClr val="dk1"/>
            </a:fillRef>
            <a:effectRef idx="0">
              <a:schemeClr val="dk1"/>
            </a:effectRef>
            <a:fontRef idx="minor">
              <a:schemeClr val="tx1"/>
            </a:fontRef>
          </p:style>
        </p:cxnSp>
        <p:sp>
          <p:nvSpPr>
            <p:cNvPr id="57" name="楕円 56">
              <a:extLst>
                <a:ext uri="{FF2B5EF4-FFF2-40B4-BE49-F238E27FC236}">
                  <a16:creationId xmlns:a16="http://schemas.microsoft.com/office/drawing/2014/main" id="{7524888A-D9FB-E64F-389D-C66A22D904B8}"/>
                </a:ext>
              </a:extLst>
            </p:cNvPr>
            <p:cNvSpPr>
              <a:spLocks noChangeAspect="1"/>
            </p:cNvSpPr>
            <p:nvPr/>
          </p:nvSpPr>
          <p:spPr>
            <a:xfrm>
              <a:off x="1495996" y="1421860"/>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58" name="楕円 57">
              <a:extLst>
                <a:ext uri="{FF2B5EF4-FFF2-40B4-BE49-F238E27FC236}">
                  <a16:creationId xmlns:a16="http://schemas.microsoft.com/office/drawing/2014/main" id="{7F1432B3-0DBB-09B7-F333-8F2903609546}"/>
                </a:ext>
              </a:extLst>
            </p:cNvPr>
            <p:cNvSpPr>
              <a:spLocks noChangeAspect="1"/>
            </p:cNvSpPr>
            <p:nvPr/>
          </p:nvSpPr>
          <p:spPr>
            <a:xfrm>
              <a:off x="1617658" y="1811978"/>
              <a:ext cx="112287" cy="1191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2EFBB767-2328-E419-289B-B48AF5EE7437}"/>
                </a:ext>
              </a:extLst>
            </p:cNvPr>
            <p:cNvSpPr txBox="1"/>
            <p:nvPr/>
          </p:nvSpPr>
          <p:spPr>
            <a:xfrm>
              <a:off x="2089436" y="2794903"/>
              <a:ext cx="771923" cy="728677"/>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L3</a:t>
              </a:r>
            </a:p>
          </p:txBody>
        </p:sp>
        <p:sp>
          <p:nvSpPr>
            <p:cNvPr id="60" name="楕円 59">
              <a:extLst>
                <a:ext uri="{FF2B5EF4-FFF2-40B4-BE49-F238E27FC236}">
                  <a16:creationId xmlns:a16="http://schemas.microsoft.com/office/drawing/2014/main" id="{7BA716EB-A805-61EF-8917-45B6C741A18E}"/>
                </a:ext>
              </a:extLst>
            </p:cNvPr>
            <p:cNvSpPr>
              <a:spLocks noChangeAspect="1"/>
            </p:cNvSpPr>
            <p:nvPr/>
          </p:nvSpPr>
          <p:spPr>
            <a:xfrm>
              <a:off x="1484230" y="996561"/>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1" name="テキスト ボックス 60">
              <a:extLst>
                <a:ext uri="{FF2B5EF4-FFF2-40B4-BE49-F238E27FC236}">
                  <a16:creationId xmlns:a16="http://schemas.microsoft.com/office/drawing/2014/main" id="{E2563EF4-9A14-0D80-825C-840B63B38D7D}"/>
                </a:ext>
              </a:extLst>
            </p:cNvPr>
            <p:cNvSpPr txBox="1"/>
            <p:nvPr/>
          </p:nvSpPr>
          <p:spPr>
            <a:xfrm>
              <a:off x="1983761" y="3337587"/>
              <a:ext cx="877596" cy="728677"/>
            </a:xfrm>
            <a:prstGeom prst="rect">
              <a:avLst/>
            </a:prstGeom>
            <a:noFill/>
          </p:spPr>
          <p:txBody>
            <a:bodyPr wrap="square" rtlCol="0">
              <a:spAutoFit/>
            </a:bodyPr>
            <a:lstStyle/>
            <a:p>
              <a:r>
                <a:rPr kumimoji="1" lang="en-US" altLang="ja-JP" dirty="0">
                  <a:latin typeface="BIZ UDP明朝 Medium" panose="02020500000000000000" pitchFamily="18" charset="-128"/>
                  <a:ea typeface="BIZ UDP明朝 Medium" panose="02020500000000000000" pitchFamily="18" charset="-128"/>
                </a:rPr>
                <a:t>L4</a:t>
              </a:r>
            </a:p>
          </p:txBody>
        </p:sp>
        <p:cxnSp>
          <p:nvCxnSpPr>
            <p:cNvPr id="62" name="直線コネクタ 61">
              <a:extLst>
                <a:ext uri="{FF2B5EF4-FFF2-40B4-BE49-F238E27FC236}">
                  <a16:creationId xmlns:a16="http://schemas.microsoft.com/office/drawing/2014/main" id="{0E4D307C-60A3-1CAD-914B-2AC736D1ADFF}"/>
                </a:ext>
              </a:extLst>
            </p:cNvPr>
            <p:cNvCxnSpPr>
              <a:cxnSpLocks/>
            </p:cNvCxnSpPr>
            <p:nvPr/>
          </p:nvCxnSpPr>
          <p:spPr>
            <a:xfrm flipH="1" flipV="1">
              <a:off x="658316" y="2103710"/>
              <a:ext cx="538514" cy="2612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63" name="楕円 62">
              <a:extLst>
                <a:ext uri="{FF2B5EF4-FFF2-40B4-BE49-F238E27FC236}">
                  <a16:creationId xmlns:a16="http://schemas.microsoft.com/office/drawing/2014/main" id="{AA017C8C-CC0F-506A-B09F-8567C385CDFF}"/>
                </a:ext>
              </a:extLst>
            </p:cNvPr>
            <p:cNvSpPr>
              <a:spLocks noChangeAspect="1"/>
            </p:cNvSpPr>
            <p:nvPr/>
          </p:nvSpPr>
          <p:spPr>
            <a:xfrm>
              <a:off x="1125573" y="230435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楕円 63">
              <a:extLst>
                <a:ext uri="{FF2B5EF4-FFF2-40B4-BE49-F238E27FC236}">
                  <a16:creationId xmlns:a16="http://schemas.microsoft.com/office/drawing/2014/main" id="{A68C9694-7F2F-846C-629B-2CE849190667}"/>
                </a:ext>
              </a:extLst>
            </p:cNvPr>
            <p:cNvSpPr>
              <a:spLocks noChangeAspect="1"/>
            </p:cNvSpPr>
            <p:nvPr/>
          </p:nvSpPr>
          <p:spPr>
            <a:xfrm>
              <a:off x="611557" y="2064877"/>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5" name="直線コネクタ 64">
              <a:extLst>
                <a:ext uri="{FF2B5EF4-FFF2-40B4-BE49-F238E27FC236}">
                  <a16:creationId xmlns:a16="http://schemas.microsoft.com/office/drawing/2014/main" id="{288B1C61-53A7-BC9E-1DF6-A2C92F0F5318}"/>
                </a:ext>
              </a:extLst>
            </p:cNvPr>
            <p:cNvCxnSpPr>
              <a:cxnSpLocks/>
            </p:cNvCxnSpPr>
            <p:nvPr/>
          </p:nvCxnSpPr>
          <p:spPr>
            <a:xfrm flipH="1">
              <a:off x="1705880" y="3943912"/>
              <a:ext cx="26732" cy="1004987"/>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B54A3BC2-3CED-C5C6-E93C-1C86B8BBD6D2}"/>
                </a:ext>
              </a:extLst>
            </p:cNvPr>
            <p:cNvCxnSpPr>
              <a:cxnSpLocks/>
            </p:cNvCxnSpPr>
            <p:nvPr/>
          </p:nvCxnSpPr>
          <p:spPr>
            <a:xfrm flipH="1">
              <a:off x="1427270" y="3739168"/>
              <a:ext cx="216894" cy="1069831"/>
            </a:xfrm>
            <a:prstGeom prst="line">
              <a:avLst/>
            </a:prstGeom>
            <a:ln w="28575"/>
          </p:spPr>
          <p:style>
            <a:lnRef idx="1">
              <a:schemeClr val="dk1"/>
            </a:lnRef>
            <a:fillRef idx="0">
              <a:schemeClr val="dk1"/>
            </a:fillRef>
            <a:effectRef idx="0">
              <a:schemeClr val="dk1"/>
            </a:effectRef>
            <a:fontRef idx="minor">
              <a:schemeClr val="tx1"/>
            </a:fontRef>
          </p:style>
        </p:cxnSp>
        <p:sp>
          <p:nvSpPr>
            <p:cNvPr id="67" name="楕円 66">
              <a:extLst>
                <a:ext uri="{FF2B5EF4-FFF2-40B4-BE49-F238E27FC236}">
                  <a16:creationId xmlns:a16="http://schemas.microsoft.com/office/drawing/2014/main" id="{19E26B46-49FF-2D24-7783-9FFA8E71889B}"/>
                </a:ext>
              </a:extLst>
            </p:cNvPr>
            <p:cNvSpPr>
              <a:spLocks noChangeAspect="1"/>
            </p:cNvSpPr>
            <p:nvPr/>
          </p:nvSpPr>
          <p:spPr>
            <a:xfrm>
              <a:off x="1603114" y="369128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楕円 67">
              <a:extLst>
                <a:ext uri="{FF2B5EF4-FFF2-40B4-BE49-F238E27FC236}">
                  <a16:creationId xmlns:a16="http://schemas.microsoft.com/office/drawing/2014/main" id="{EEA9CF6D-E0E4-2704-7CE8-378A479D15B4}"/>
                </a:ext>
              </a:extLst>
            </p:cNvPr>
            <p:cNvSpPr>
              <a:spLocks noChangeAspect="1"/>
            </p:cNvSpPr>
            <p:nvPr/>
          </p:nvSpPr>
          <p:spPr>
            <a:xfrm>
              <a:off x="1675815" y="3902398"/>
              <a:ext cx="112287" cy="1191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0" name="テキスト ボックス 69">
            <a:extLst>
              <a:ext uri="{FF2B5EF4-FFF2-40B4-BE49-F238E27FC236}">
                <a16:creationId xmlns:a16="http://schemas.microsoft.com/office/drawing/2014/main" id="{C20F21EB-6465-EFC9-20E8-7834E5147F94}"/>
              </a:ext>
            </a:extLst>
          </p:cNvPr>
          <p:cNvSpPr txBox="1"/>
          <p:nvPr/>
        </p:nvSpPr>
        <p:spPr>
          <a:xfrm>
            <a:off x="9156659" y="6004099"/>
            <a:ext cx="847479" cy="338554"/>
          </a:xfrm>
          <a:prstGeom prst="rect">
            <a:avLst/>
          </a:prstGeom>
          <a:noFill/>
        </p:spPr>
        <p:txBody>
          <a:bodyPr vert="horz" wrap="square" rtlCol="0">
            <a:spAutoFit/>
          </a:bodyPr>
          <a:lstStyle/>
          <a:p>
            <a:r>
              <a:rPr lang="ja-JP" altLang="en-US" sz="1600" dirty="0"/>
              <a:t>拡張前</a:t>
            </a:r>
            <a:endParaRPr lang="en-US" altLang="ja-JP" sz="1600" dirty="0"/>
          </a:p>
        </p:txBody>
      </p:sp>
      <p:sp>
        <p:nvSpPr>
          <p:cNvPr id="72" name="テキスト ボックス 71">
            <a:extLst>
              <a:ext uri="{FF2B5EF4-FFF2-40B4-BE49-F238E27FC236}">
                <a16:creationId xmlns:a16="http://schemas.microsoft.com/office/drawing/2014/main" id="{39FFB5A3-88CD-E860-EF97-CCCEEC54DC80}"/>
              </a:ext>
            </a:extLst>
          </p:cNvPr>
          <p:cNvSpPr txBox="1"/>
          <p:nvPr/>
        </p:nvSpPr>
        <p:spPr>
          <a:xfrm>
            <a:off x="10905671" y="5991738"/>
            <a:ext cx="847479" cy="338554"/>
          </a:xfrm>
          <a:prstGeom prst="rect">
            <a:avLst/>
          </a:prstGeom>
          <a:noFill/>
        </p:spPr>
        <p:txBody>
          <a:bodyPr vert="horz" wrap="square" rtlCol="0">
            <a:spAutoFit/>
          </a:bodyPr>
          <a:lstStyle/>
          <a:p>
            <a:r>
              <a:rPr lang="ja-JP" altLang="en-US" sz="1600" dirty="0"/>
              <a:t>拡張後</a:t>
            </a:r>
            <a:endParaRPr lang="en-US" altLang="ja-JP" sz="1600" dirty="0"/>
          </a:p>
        </p:txBody>
      </p:sp>
      <p:pic>
        <p:nvPicPr>
          <p:cNvPr id="74" name="図 73">
            <a:extLst>
              <a:ext uri="{FF2B5EF4-FFF2-40B4-BE49-F238E27FC236}">
                <a16:creationId xmlns:a16="http://schemas.microsoft.com/office/drawing/2014/main" id="{F20542AF-5602-DDF1-02FF-397A3057E9E5}"/>
              </a:ext>
            </a:extLst>
          </p:cNvPr>
          <p:cNvPicPr>
            <a:picLocks noChangeAspect="1"/>
          </p:cNvPicPr>
          <p:nvPr/>
        </p:nvPicPr>
        <p:blipFill>
          <a:blip r:embed="rId3">
            <a:extLst>
              <a:ext uri="{28A0092B-C50C-407E-A947-70E740481C1C}">
                <a14:useLocalDpi xmlns:a14="http://schemas.microsoft.com/office/drawing/2010/main" val="0"/>
              </a:ext>
            </a:extLst>
          </a:blip>
          <a:srcRect r="49820"/>
          <a:stretch>
            <a:fillRect/>
          </a:stretch>
        </p:blipFill>
        <p:spPr>
          <a:xfrm>
            <a:off x="7503379" y="1695011"/>
            <a:ext cx="2054834" cy="2047489"/>
          </a:xfrm>
          <a:prstGeom prst="rect">
            <a:avLst/>
          </a:prstGeom>
        </p:spPr>
      </p:pic>
      <p:pic>
        <p:nvPicPr>
          <p:cNvPr id="76" name="図 75">
            <a:extLst>
              <a:ext uri="{FF2B5EF4-FFF2-40B4-BE49-F238E27FC236}">
                <a16:creationId xmlns:a16="http://schemas.microsoft.com/office/drawing/2014/main" id="{154BBBEE-E441-5AF0-97D2-E58CE380066D}"/>
              </a:ext>
            </a:extLst>
          </p:cNvPr>
          <p:cNvPicPr>
            <a:picLocks noChangeAspect="1"/>
          </p:cNvPicPr>
          <p:nvPr/>
        </p:nvPicPr>
        <p:blipFill>
          <a:blip r:embed="rId4">
            <a:extLst>
              <a:ext uri="{28A0092B-C50C-407E-A947-70E740481C1C}">
                <a14:useLocalDpi xmlns:a14="http://schemas.microsoft.com/office/drawing/2010/main" val="0"/>
              </a:ext>
            </a:extLst>
          </a:blip>
          <a:srcRect r="50134"/>
          <a:stretch>
            <a:fillRect/>
          </a:stretch>
        </p:blipFill>
        <p:spPr>
          <a:xfrm>
            <a:off x="9735308" y="1681488"/>
            <a:ext cx="2038433" cy="2043923"/>
          </a:xfrm>
          <a:prstGeom prst="rect">
            <a:avLst/>
          </a:prstGeom>
        </p:spPr>
      </p:pic>
      <p:sp>
        <p:nvSpPr>
          <p:cNvPr id="78" name="テキスト ボックス 77">
            <a:extLst>
              <a:ext uri="{FF2B5EF4-FFF2-40B4-BE49-F238E27FC236}">
                <a16:creationId xmlns:a16="http://schemas.microsoft.com/office/drawing/2014/main" id="{D4355873-2172-5C0E-1B5F-2E2495EDD03A}"/>
              </a:ext>
            </a:extLst>
          </p:cNvPr>
          <p:cNvSpPr txBox="1"/>
          <p:nvPr/>
        </p:nvSpPr>
        <p:spPr>
          <a:xfrm>
            <a:off x="7935066" y="3701875"/>
            <a:ext cx="1257757" cy="338554"/>
          </a:xfrm>
          <a:prstGeom prst="rect">
            <a:avLst/>
          </a:prstGeom>
          <a:noFill/>
        </p:spPr>
        <p:txBody>
          <a:bodyPr vert="horz" wrap="square" rtlCol="0">
            <a:spAutoFit/>
          </a:bodyPr>
          <a:lstStyle/>
          <a:p>
            <a:r>
              <a:rPr lang="ja-JP" altLang="en-US" sz="1600" dirty="0"/>
              <a:t>フレーム</a:t>
            </a:r>
            <a:r>
              <a:rPr lang="en-US" altLang="ja-JP" sz="1600" dirty="0"/>
              <a:t>24</a:t>
            </a:r>
          </a:p>
        </p:txBody>
      </p:sp>
      <p:sp>
        <p:nvSpPr>
          <p:cNvPr id="80" name="テキスト ボックス 79">
            <a:extLst>
              <a:ext uri="{FF2B5EF4-FFF2-40B4-BE49-F238E27FC236}">
                <a16:creationId xmlns:a16="http://schemas.microsoft.com/office/drawing/2014/main" id="{50D9EDEC-0919-A051-8BC4-0B1080A2658F}"/>
              </a:ext>
            </a:extLst>
          </p:cNvPr>
          <p:cNvSpPr txBox="1"/>
          <p:nvPr/>
        </p:nvSpPr>
        <p:spPr>
          <a:xfrm>
            <a:off x="10056779" y="3725887"/>
            <a:ext cx="1443228" cy="338554"/>
          </a:xfrm>
          <a:prstGeom prst="rect">
            <a:avLst/>
          </a:prstGeom>
          <a:noFill/>
        </p:spPr>
        <p:txBody>
          <a:bodyPr vert="horz" wrap="square" rtlCol="0">
            <a:spAutoFit/>
          </a:bodyPr>
          <a:lstStyle/>
          <a:p>
            <a:r>
              <a:rPr lang="ja-JP" altLang="en-US" sz="1600" dirty="0"/>
              <a:t>フレーム</a:t>
            </a:r>
            <a:r>
              <a:rPr lang="en-US" altLang="ja-JP" sz="1600" dirty="0"/>
              <a:t>149</a:t>
            </a:r>
          </a:p>
        </p:txBody>
      </p:sp>
    </p:spTree>
    <p:extLst>
      <p:ext uri="{BB962C8B-B14F-4D97-AF65-F5344CB8AC3E}">
        <p14:creationId xmlns:p14="http://schemas.microsoft.com/office/powerpoint/2010/main" val="315102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57023-BC97-3CB3-7AEE-EE6EC050EC6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2F21B4F-640B-31D8-C6AB-05D29B735BEC}"/>
              </a:ext>
            </a:extLst>
          </p:cNvPr>
          <p:cNvSpPr>
            <a:spLocks noGrp="1"/>
          </p:cNvSpPr>
          <p:nvPr>
            <p:ph type="sldNum" sz="quarter" idx="12"/>
          </p:nvPr>
        </p:nvSpPr>
        <p:spPr/>
        <p:txBody>
          <a:bodyPr/>
          <a:lstStyle/>
          <a:p>
            <a:fld id="{465F6A33-8929-41AA-8A25-00E3AA79F1EE}" type="slidenum">
              <a:rPr lang="en-US" smtClean="0"/>
              <a:t>12</a:t>
            </a:fld>
            <a:endParaRPr lang="en-US"/>
          </a:p>
        </p:txBody>
      </p:sp>
      <p:sp>
        <p:nvSpPr>
          <p:cNvPr id="11" name="テキスト ボックス 10">
            <a:extLst>
              <a:ext uri="{FF2B5EF4-FFF2-40B4-BE49-F238E27FC236}">
                <a16:creationId xmlns:a16="http://schemas.microsoft.com/office/drawing/2014/main" id="{63D74D0C-1281-2A3C-DA5B-0FD35FA5BBDA}"/>
              </a:ext>
            </a:extLst>
          </p:cNvPr>
          <p:cNvSpPr txBox="1"/>
          <p:nvPr/>
        </p:nvSpPr>
        <p:spPr>
          <a:xfrm>
            <a:off x="277091" y="258618"/>
            <a:ext cx="6465454" cy="646331"/>
          </a:xfrm>
          <a:prstGeom prst="rect">
            <a:avLst/>
          </a:prstGeom>
          <a:noFill/>
        </p:spPr>
        <p:txBody>
          <a:bodyPr wrap="square" rtlCol="0">
            <a:spAutoFit/>
          </a:bodyPr>
          <a:lstStyle/>
          <a:p>
            <a:r>
              <a:rPr lang="ja-JP" altLang="en-US" sz="3600" b="1" dirty="0">
                <a:solidFill>
                  <a:srgbClr val="222222"/>
                </a:solidFill>
                <a:latin typeface="Noto Sans JP"/>
              </a:rPr>
              <a:t>工程③ 柔軟性</a:t>
            </a:r>
            <a:r>
              <a:rPr lang="ja-JP" altLang="en-US" sz="3600" b="1">
                <a:solidFill>
                  <a:srgbClr val="222222"/>
                </a:solidFill>
                <a:latin typeface="Noto Sans JP"/>
              </a:rPr>
              <a:t>の評価</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94B0A09B-B481-0150-328F-ABD7F9B0EB3A}"/>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411FAA94-0048-A0E7-156A-10400225C5D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FEA77378-0A9F-0567-ABBF-87025D39CBD4}"/>
              </a:ext>
            </a:extLst>
          </p:cNvPr>
          <p:cNvSpPr>
            <a:spLocks noGrp="1"/>
          </p:cNvSpPr>
          <p:nvPr>
            <p:ph type="dt" sz="half" idx="10"/>
          </p:nvPr>
        </p:nvSpPr>
        <p:spPr>
          <a:xfrm>
            <a:off x="838200" y="6449338"/>
            <a:ext cx="2743200" cy="365125"/>
          </a:xfrm>
        </p:spPr>
        <p:txBody>
          <a:bodyPr/>
          <a:lstStyle/>
          <a:p>
            <a:r>
              <a:rPr lang="en-US"/>
              <a:t>2026/9/24</a:t>
            </a:r>
          </a:p>
        </p:txBody>
      </p:sp>
      <p:sp>
        <p:nvSpPr>
          <p:cNvPr id="27" name="テキスト ボックス 26">
            <a:extLst>
              <a:ext uri="{FF2B5EF4-FFF2-40B4-BE49-F238E27FC236}">
                <a16:creationId xmlns:a16="http://schemas.microsoft.com/office/drawing/2014/main" id="{A5D6F99F-8A88-FB2B-E2B0-D1C8740F3CA1}"/>
              </a:ext>
            </a:extLst>
          </p:cNvPr>
          <p:cNvSpPr txBox="1"/>
          <p:nvPr/>
        </p:nvSpPr>
        <p:spPr>
          <a:xfrm>
            <a:off x="3349291" y="5305708"/>
            <a:ext cx="847479" cy="338554"/>
          </a:xfrm>
          <a:prstGeom prst="rect">
            <a:avLst/>
          </a:prstGeom>
          <a:noFill/>
        </p:spPr>
        <p:txBody>
          <a:bodyPr vert="horz" wrap="square" rtlCol="0">
            <a:spAutoFit/>
          </a:bodyPr>
          <a:lstStyle/>
          <a:p>
            <a:r>
              <a:rPr lang="ja-JP" altLang="en-US" sz="1600" dirty="0"/>
              <a:t>拡張前</a:t>
            </a:r>
            <a:endParaRPr lang="en-US" altLang="ja-JP" sz="1600" dirty="0"/>
          </a:p>
        </p:txBody>
      </p:sp>
      <p:sp>
        <p:nvSpPr>
          <p:cNvPr id="29" name="テキスト ボックス 28">
            <a:extLst>
              <a:ext uri="{FF2B5EF4-FFF2-40B4-BE49-F238E27FC236}">
                <a16:creationId xmlns:a16="http://schemas.microsoft.com/office/drawing/2014/main" id="{4BD6AF18-122E-8937-F855-C0C122A8AAE3}"/>
              </a:ext>
            </a:extLst>
          </p:cNvPr>
          <p:cNvSpPr txBox="1"/>
          <p:nvPr/>
        </p:nvSpPr>
        <p:spPr>
          <a:xfrm>
            <a:off x="7995228" y="5301146"/>
            <a:ext cx="847479" cy="338554"/>
          </a:xfrm>
          <a:prstGeom prst="rect">
            <a:avLst/>
          </a:prstGeom>
          <a:noFill/>
        </p:spPr>
        <p:txBody>
          <a:bodyPr vert="horz" wrap="square" rtlCol="0">
            <a:spAutoFit/>
          </a:bodyPr>
          <a:lstStyle/>
          <a:p>
            <a:r>
              <a:rPr lang="ja-JP" altLang="en-US" sz="1600" dirty="0"/>
              <a:t>拡張後</a:t>
            </a:r>
            <a:endParaRPr lang="en-US" altLang="ja-JP" sz="1600" dirty="0"/>
          </a:p>
        </p:txBody>
      </p:sp>
      <p:sp>
        <p:nvSpPr>
          <p:cNvPr id="13" name="TextBox 3">
            <a:extLst>
              <a:ext uri="{FF2B5EF4-FFF2-40B4-BE49-F238E27FC236}">
                <a16:creationId xmlns:a16="http://schemas.microsoft.com/office/drawing/2014/main" id="{F707882B-37F6-4322-20FE-AE34AEEE10CC}"/>
              </a:ext>
            </a:extLst>
          </p:cNvPr>
          <p:cNvSpPr txBox="1"/>
          <p:nvPr/>
        </p:nvSpPr>
        <p:spPr>
          <a:xfrm>
            <a:off x="3773031" y="5825961"/>
            <a:ext cx="4645937" cy="307775"/>
          </a:xfrm>
          <a:prstGeom prst="rect">
            <a:avLst/>
          </a:prstGeom>
          <a:noFill/>
        </p:spPr>
        <p:txBody>
          <a:bodyPr wrap="square" lIns="0" tIns="0" rIns="0" bIns="0" anchor="t">
            <a:spAutoFit/>
          </a:bodyPr>
          <a:lstStyle/>
          <a:p>
            <a:pPr algn="ctr">
              <a:lnSpc>
                <a:spcPts val="2400"/>
              </a:lnSpc>
            </a:pPr>
            <a:r>
              <a:rPr lang="ja-JP" altLang="en-US" sz="2000" dirty="0"/>
              <a:t>正面から見たら問題なく推定できている</a:t>
            </a:r>
            <a:endParaRPr lang="en-US" altLang="ja-JP" sz="2000" dirty="0"/>
          </a:p>
        </p:txBody>
      </p:sp>
      <p:pic>
        <p:nvPicPr>
          <p:cNvPr id="5" name="17pt_camera4_lefthalf_torso">
            <a:hlinkClick r:id="" action="ppaction://media"/>
            <a:extLst>
              <a:ext uri="{FF2B5EF4-FFF2-40B4-BE49-F238E27FC236}">
                <a16:creationId xmlns:a16="http://schemas.microsoft.com/office/drawing/2014/main" id="{5D560D72-8E2F-9824-3AEB-A31F9C4416F6}"/>
              </a:ext>
            </a:extLst>
          </p:cNvPr>
          <p:cNvPicPr>
            <a:picLocks noChangeAspect="1"/>
          </p:cNvPicPr>
          <p:nvPr>
            <a:videoFile r:link="rId1"/>
            <p:extLst>
              <p:ext uri="{DAA4B4D4-6D71-4841-9C94-3DE7FCFB9230}">
                <p14:media xmlns:p14="http://schemas.microsoft.com/office/powerpoint/2010/main" r:embed="rId2">
                  <p14:trim st="8000" end="5084"/>
                </p14:media>
              </p:ext>
            </p:extLst>
          </p:nvPr>
        </p:nvPicPr>
        <p:blipFill>
          <a:blip r:embed="rId6"/>
          <a:stretch>
            <a:fillRect/>
          </a:stretch>
        </p:blipFill>
        <p:spPr>
          <a:xfrm>
            <a:off x="1886174" y="1551282"/>
            <a:ext cx="3773714" cy="3773714"/>
          </a:xfrm>
          <a:prstGeom prst="rect">
            <a:avLst/>
          </a:prstGeom>
        </p:spPr>
      </p:pic>
      <p:pic>
        <p:nvPicPr>
          <p:cNvPr id="8" name="19pt_camera4_lefthalf_spine 2">
            <a:hlinkClick r:id="" action="ppaction://media"/>
            <a:extLst>
              <a:ext uri="{FF2B5EF4-FFF2-40B4-BE49-F238E27FC236}">
                <a16:creationId xmlns:a16="http://schemas.microsoft.com/office/drawing/2014/main" id="{C3B5AF02-B019-B8BF-BF4D-6FE445EF9350}"/>
              </a:ext>
            </a:extLst>
          </p:cNvPr>
          <p:cNvPicPr>
            <a:picLocks noChangeAspect="1"/>
          </p:cNvPicPr>
          <p:nvPr>
            <a:videoFile r:link="rId1"/>
            <p:extLst>
              <p:ext uri="{DAA4B4D4-6D71-4841-9C94-3DE7FCFB9230}">
                <p14:media xmlns:p14="http://schemas.microsoft.com/office/powerpoint/2010/main" r:embed="rId3">
                  <p14:trim st="8000" end="5084"/>
                </p14:media>
              </p:ext>
            </p:extLst>
          </p:nvPr>
        </p:nvPicPr>
        <p:blipFill>
          <a:blip r:embed="rId7"/>
          <a:stretch>
            <a:fillRect/>
          </a:stretch>
        </p:blipFill>
        <p:spPr>
          <a:xfrm>
            <a:off x="6532112" y="1551280"/>
            <a:ext cx="3773712" cy="3773712"/>
          </a:xfrm>
          <a:prstGeom prst="rect">
            <a:avLst/>
          </a:prstGeom>
        </p:spPr>
      </p:pic>
      <p:sp>
        <p:nvSpPr>
          <p:cNvPr id="15" name="TextBox 3">
            <a:extLst>
              <a:ext uri="{FF2B5EF4-FFF2-40B4-BE49-F238E27FC236}">
                <a16:creationId xmlns:a16="http://schemas.microsoft.com/office/drawing/2014/main" id="{F2C60EB4-7E97-2543-3703-81AF8D2BFC41}"/>
              </a:ext>
            </a:extLst>
          </p:cNvPr>
          <p:cNvSpPr txBox="1"/>
          <p:nvPr/>
        </p:nvSpPr>
        <p:spPr>
          <a:xfrm>
            <a:off x="581025" y="1174629"/>
            <a:ext cx="10772775"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胴体の正面からの推定結果を目視で確認</a:t>
            </a:r>
            <a:endParaRPr lang="en-US" altLang="ja-JP" sz="2000" dirty="0">
              <a:solidFill>
                <a:srgbClr val="222222"/>
              </a:solidFill>
              <a:latin typeface="Noto Sans JP"/>
            </a:endParaRPr>
          </a:p>
        </p:txBody>
      </p:sp>
    </p:spTree>
    <p:extLst>
      <p:ext uri="{BB962C8B-B14F-4D97-AF65-F5344CB8AC3E}">
        <p14:creationId xmlns:p14="http://schemas.microsoft.com/office/powerpoint/2010/main" val="62803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0" fill="hold"/>
                                        <p:tgtEl>
                                          <p:spTgt spid="5"/>
                                        </p:tgtEl>
                                      </p:cBhvr>
                                    </p:cmd>
                                  </p:childTnLst>
                                </p:cTn>
                              </p:par>
                              <p:par>
                                <p:cTn id="7" presetID="1" presetClass="mediacall" presetSubtype="0" fill="hold" nodeType="withEffect">
                                  <p:stCondLst>
                                    <p:cond delay="0"/>
                                  </p:stCondLst>
                                  <p:childTnLst>
                                    <p:cmd type="call" cmd="playFrom(0.0)">
                                      <p:cBhvr>
                                        <p:cTn id="8" dur="3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fill="hold" display="0">
                  <p:stCondLst>
                    <p:cond delay="indefinite"/>
                  </p:stCondLst>
                </p:cTn>
                <p:tgtEl>
                  <p:spTgt spid="5"/>
                </p:tgtEl>
              </p:cMediaNode>
            </p:video>
            <p:seq concurrent="1" nextAc="seek">
              <p:cTn id="10" restart="whenNotActive" fill="hold" evtFilter="cancelBubble" nodeType="interactiveSeq">
                <p:stCondLst>
                  <p:cond evt="onClick" delay="0">
                    <p:tgtEl>
                      <p:spTgt spid="5"/>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5"/>
                                        </p:tgtEl>
                                      </p:cBhvr>
                                    </p:cmd>
                                  </p:childTnLst>
                                </p:cTn>
                              </p:par>
                            </p:childTnLst>
                          </p:cTn>
                        </p:par>
                      </p:childTnLst>
                    </p:cTn>
                  </p:par>
                </p:childTnLst>
              </p:cTn>
              <p:nextCondLst>
                <p:cond evt="onClick" delay="0">
                  <p:tgtEl>
                    <p:spTgt spid="5"/>
                  </p:tgtEl>
                </p:cond>
              </p:nextCondLst>
            </p:seq>
            <p:video>
              <p:cMediaNode vol="80000">
                <p:cTn id="15" fill="hold" display="0">
                  <p:stCondLst>
                    <p:cond delay="indefinite"/>
                  </p:stCondLst>
                </p:cTn>
                <p:tgtEl>
                  <p:spTgt spid="8"/>
                </p:tgtEl>
              </p:cMediaNode>
            </p:video>
            <p:seq concurrent="1" nextAc="seek">
              <p:cTn id="16" restart="whenNotActive" fill="hold" evtFilter="cancelBubble" nodeType="interactiveSeq">
                <p:stCondLst>
                  <p:cond evt="onClick" delay="0">
                    <p:tgtEl>
                      <p:spTgt spid="8"/>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E4D0B-9E0C-BAA1-02E2-8D52E12D415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9021184-5729-1D2E-9846-D89C3E209DAF}"/>
              </a:ext>
            </a:extLst>
          </p:cNvPr>
          <p:cNvSpPr>
            <a:spLocks noGrp="1"/>
          </p:cNvSpPr>
          <p:nvPr>
            <p:ph type="sldNum" sz="quarter" idx="12"/>
          </p:nvPr>
        </p:nvSpPr>
        <p:spPr/>
        <p:txBody>
          <a:bodyPr/>
          <a:lstStyle/>
          <a:p>
            <a:fld id="{465F6A33-8929-41AA-8A25-00E3AA79F1EE}" type="slidenum">
              <a:rPr lang="en-US" smtClean="0"/>
              <a:t>13</a:t>
            </a:fld>
            <a:endParaRPr lang="en-US"/>
          </a:p>
        </p:txBody>
      </p:sp>
      <p:sp>
        <p:nvSpPr>
          <p:cNvPr id="11" name="テキスト ボックス 10">
            <a:extLst>
              <a:ext uri="{FF2B5EF4-FFF2-40B4-BE49-F238E27FC236}">
                <a16:creationId xmlns:a16="http://schemas.microsoft.com/office/drawing/2014/main" id="{6C61B612-70E1-8B1E-67CC-1BF399DC8092}"/>
              </a:ext>
            </a:extLst>
          </p:cNvPr>
          <p:cNvSpPr txBox="1"/>
          <p:nvPr/>
        </p:nvSpPr>
        <p:spPr>
          <a:xfrm>
            <a:off x="277091" y="258618"/>
            <a:ext cx="6465454" cy="646331"/>
          </a:xfrm>
          <a:prstGeom prst="rect">
            <a:avLst/>
          </a:prstGeom>
          <a:noFill/>
        </p:spPr>
        <p:txBody>
          <a:bodyPr wrap="square" rtlCol="0">
            <a:spAutoFit/>
          </a:bodyPr>
          <a:lstStyle/>
          <a:p>
            <a:r>
              <a:rPr lang="ja-JP" altLang="en-US" sz="3600" b="1" dirty="0">
                <a:solidFill>
                  <a:srgbClr val="222222"/>
                </a:solidFill>
                <a:latin typeface="Noto Sans JP"/>
              </a:rPr>
              <a:t>工程③ 柔軟性</a:t>
            </a:r>
            <a:r>
              <a:rPr lang="ja-JP" altLang="en-US" sz="3600" b="1">
                <a:solidFill>
                  <a:srgbClr val="222222"/>
                </a:solidFill>
                <a:latin typeface="Noto Sans JP"/>
              </a:rPr>
              <a:t>の評価</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A99CD27B-A1AE-79F2-A671-C039825895FA}"/>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754CBF05-2151-6F3B-B629-E1034DBB4308}"/>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4B916092-D8D6-CB09-301C-50408E16EECB}"/>
              </a:ext>
            </a:extLst>
          </p:cNvPr>
          <p:cNvSpPr>
            <a:spLocks noGrp="1"/>
          </p:cNvSpPr>
          <p:nvPr>
            <p:ph type="dt" sz="half" idx="10"/>
          </p:nvPr>
        </p:nvSpPr>
        <p:spPr>
          <a:xfrm>
            <a:off x="838200" y="6449338"/>
            <a:ext cx="2743200" cy="365125"/>
          </a:xfrm>
        </p:spPr>
        <p:txBody>
          <a:bodyPr/>
          <a:lstStyle/>
          <a:p>
            <a:r>
              <a:rPr lang="en-US"/>
              <a:t>2026/9/24</a:t>
            </a:r>
          </a:p>
        </p:txBody>
      </p:sp>
      <p:sp>
        <p:nvSpPr>
          <p:cNvPr id="27" name="テキスト ボックス 26">
            <a:extLst>
              <a:ext uri="{FF2B5EF4-FFF2-40B4-BE49-F238E27FC236}">
                <a16:creationId xmlns:a16="http://schemas.microsoft.com/office/drawing/2014/main" id="{8BFD6F5F-2ACF-AA6D-2945-148361084F89}"/>
              </a:ext>
            </a:extLst>
          </p:cNvPr>
          <p:cNvSpPr txBox="1"/>
          <p:nvPr/>
        </p:nvSpPr>
        <p:spPr>
          <a:xfrm>
            <a:off x="3345031" y="5306522"/>
            <a:ext cx="847479" cy="338554"/>
          </a:xfrm>
          <a:prstGeom prst="rect">
            <a:avLst/>
          </a:prstGeom>
          <a:noFill/>
        </p:spPr>
        <p:txBody>
          <a:bodyPr vert="horz" wrap="square" rtlCol="0">
            <a:spAutoFit/>
          </a:bodyPr>
          <a:lstStyle/>
          <a:p>
            <a:r>
              <a:rPr lang="ja-JP" altLang="en-US" sz="1600"/>
              <a:t>拡張前</a:t>
            </a:r>
            <a:endParaRPr lang="en-US" altLang="ja-JP" sz="1600"/>
          </a:p>
        </p:txBody>
      </p:sp>
      <p:sp>
        <p:nvSpPr>
          <p:cNvPr id="29" name="テキスト ボックス 28">
            <a:extLst>
              <a:ext uri="{FF2B5EF4-FFF2-40B4-BE49-F238E27FC236}">
                <a16:creationId xmlns:a16="http://schemas.microsoft.com/office/drawing/2014/main" id="{C0AD9EE6-D4EC-73AF-CF40-B3CEDF3FDA43}"/>
              </a:ext>
            </a:extLst>
          </p:cNvPr>
          <p:cNvSpPr txBox="1"/>
          <p:nvPr/>
        </p:nvSpPr>
        <p:spPr>
          <a:xfrm>
            <a:off x="8014076" y="5267477"/>
            <a:ext cx="847479" cy="338554"/>
          </a:xfrm>
          <a:prstGeom prst="rect">
            <a:avLst/>
          </a:prstGeom>
          <a:noFill/>
        </p:spPr>
        <p:txBody>
          <a:bodyPr vert="horz" wrap="square" rtlCol="0">
            <a:spAutoFit/>
          </a:bodyPr>
          <a:lstStyle/>
          <a:p>
            <a:r>
              <a:rPr lang="ja-JP" altLang="en-US" sz="1600" dirty="0"/>
              <a:t>拡張後</a:t>
            </a:r>
            <a:endParaRPr lang="en-US" altLang="ja-JP" sz="1600" dirty="0"/>
          </a:p>
        </p:txBody>
      </p:sp>
      <p:pic>
        <p:nvPicPr>
          <p:cNvPr id="5" name="19pt_camera1_spine_keypoints">
            <a:hlinkClick r:id="" action="ppaction://media"/>
            <a:extLst>
              <a:ext uri="{FF2B5EF4-FFF2-40B4-BE49-F238E27FC236}">
                <a16:creationId xmlns:a16="http://schemas.microsoft.com/office/drawing/2014/main" id="{BB26A6A0-979F-3ED4-09FE-CD1AAA9618D5}"/>
              </a:ext>
            </a:extLst>
          </p:cNvPr>
          <p:cNvPicPr>
            <a:picLocks noChangeAspect="1"/>
          </p:cNvPicPr>
          <p:nvPr>
            <a:videoFile r:link="rId1"/>
            <p:extLst>
              <p:ext uri="{DAA4B4D4-6D71-4841-9C94-3DE7FCFB9230}">
                <p14:media xmlns:p14="http://schemas.microsoft.com/office/powerpoint/2010/main" r:embed="rId2">
                  <p14:trim end="12084"/>
                </p14:media>
              </p:ext>
            </p:extLst>
          </p:nvPr>
        </p:nvPicPr>
        <p:blipFill>
          <a:blip r:embed="rId6"/>
          <a:stretch>
            <a:fillRect/>
          </a:stretch>
        </p:blipFill>
        <p:spPr>
          <a:xfrm>
            <a:off x="6555218" y="1527626"/>
            <a:ext cx="3755042" cy="3755042"/>
          </a:xfrm>
          <a:prstGeom prst="rect">
            <a:avLst/>
          </a:prstGeom>
        </p:spPr>
      </p:pic>
      <p:pic>
        <p:nvPicPr>
          <p:cNvPr id="8" name="17pt_camera1_spine_proxy_keypoints">
            <a:hlinkClick r:id="" action="ppaction://media"/>
            <a:extLst>
              <a:ext uri="{FF2B5EF4-FFF2-40B4-BE49-F238E27FC236}">
                <a16:creationId xmlns:a16="http://schemas.microsoft.com/office/drawing/2014/main" id="{FD8AA589-F11F-6623-0E20-4945C8039396}"/>
              </a:ext>
            </a:extLst>
          </p:cNvPr>
          <p:cNvPicPr>
            <a:picLocks noChangeAspect="1"/>
          </p:cNvPicPr>
          <p:nvPr>
            <a:videoFile r:link="rId1"/>
            <p:extLst>
              <p:ext uri="{DAA4B4D4-6D71-4841-9C94-3DE7FCFB9230}">
                <p14:media xmlns:p14="http://schemas.microsoft.com/office/powerpoint/2010/main" r:embed="rId3">
                  <p14:trim end="12084"/>
                </p14:media>
              </p:ext>
            </p:extLst>
          </p:nvPr>
        </p:nvPicPr>
        <p:blipFill>
          <a:blip r:embed="rId7"/>
          <a:stretch>
            <a:fillRect/>
          </a:stretch>
        </p:blipFill>
        <p:spPr>
          <a:xfrm>
            <a:off x="1891249" y="1547834"/>
            <a:ext cx="3755041" cy="3755041"/>
          </a:xfrm>
          <a:prstGeom prst="rect">
            <a:avLst/>
          </a:prstGeom>
        </p:spPr>
      </p:pic>
      <p:sp>
        <p:nvSpPr>
          <p:cNvPr id="4" name="TextBox 3">
            <a:extLst>
              <a:ext uri="{FF2B5EF4-FFF2-40B4-BE49-F238E27FC236}">
                <a16:creationId xmlns:a16="http://schemas.microsoft.com/office/drawing/2014/main" id="{23CA1550-A71D-07A0-1BF9-C0E426AC2B85}"/>
              </a:ext>
            </a:extLst>
          </p:cNvPr>
          <p:cNvSpPr txBox="1"/>
          <p:nvPr/>
        </p:nvSpPr>
        <p:spPr>
          <a:xfrm>
            <a:off x="2730223" y="5799162"/>
            <a:ext cx="6731554" cy="307777"/>
          </a:xfrm>
          <a:prstGeom prst="rect">
            <a:avLst/>
          </a:prstGeom>
          <a:noFill/>
        </p:spPr>
        <p:txBody>
          <a:bodyPr wrap="square" lIns="0" tIns="0" rIns="0" bIns="0" anchor="t">
            <a:spAutoFit/>
          </a:bodyPr>
          <a:lstStyle/>
          <a:p>
            <a:pPr algn="ctr">
              <a:lnSpc>
                <a:spcPts val="2400"/>
              </a:lnSpc>
            </a:pPr>
            <a:r>
              <a:rPr lang="ja-JP" altLang="en-US" sz="2000" dirty="0"/>
              <a:t>体の側面からの推定では、不自然な推定がされている</a:t>
            </a:r>
            <a:endParaRPr lang="en-US" altLang="ja-JP" sz="2000" dirty="0"/>
          </a:p>
        </p:txBody>
      </p:sp>
      <p:sp>
        <p:nvSpPr>
          <p:cNvPr id="17" name="TextBox 3">
            <a:extLst>
              <a:ext uri="{FF2B5EF4-FFF2-40B4-BE49-F238E27FC236}">
                <a16:creationId xmlns:a16="http://schemas.microsoft.com/office/drawing/2014/main" id="{B3582421-006B-3435-5D21-E11BBFF2B649}"/>
              </a:ext>
            </a:extLst>
          </p:cNvPr>
          <p:cNvSpPr txBox="1"/>
          <p:nvPr/>
        </p:nvSpPr>
        <p:spPr>
          <a:xfrm>
            <a:off x="581025" y="1174629"/>
            <a:ext cx="10772775" cy="307777"/>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胴体が伸び縮みする場面の側面からの推定結果を目視で確認</a:t>
            </a:r>
            <a:endParaRPr lang="en-US" altLang="ja-JP" sz="2000" dirty="0">
              <a:solidFill>
                <a:srgbClr val="222222"/>
              </a:solidFill>
              <a:latin typeface="Noto Sans JP"/>
            </a:endParaRPr>
          </a:p>
        </p:txBody>
      </p:sp>
    </p:spTree>
    <p:extLst>
      <p:ext uri="{BB962C8B-B14F-4D97-AF65-F5344CB8AC3E}">
        <p14:creationId xmlns:p14="http://schemas.microsoft.com/office/powerpoint/2010/main" val="339590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0" fill="hold"/>
                                        <p:tgtEl>
                                          <p:spTgt spid="5"/>
                                        </p:tgtEl>
                                      </p:cBhvr>
                                    </p:cmd>
                                  </p:childTnLst>
                                </p:cTn>
                              </p:par>
                              <p:par>
                                <p:cTn id="7" presetID="1" presetClass="mediacall" presetSubtype="0" fill="hold" nodeType="withEffect">
                                  <p:stCondLst>
                                    <p:cond delay="0"/>
                                  </p:stCondLst>
                                  <p:childTnLst>
                                    <p:cmd type="call" cmd="playFrom(0.0)">
                                      <p:cBhvr>
                                        <p:cTn id="8" dur="4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fill="hold" display="0">
                  <p:stCondLst>
                    <p:cond delay="indefinite"/>
                  </p:stCondLst>
                </p:cTn>
                <p:tgtEl>
                  <p:spTgt spid="5"/>
                </p:tgtEl>
              </p:cMediaNode>
            </p:video>
            <p:seq concurrent="1" nextAc="seek">
              <p:cTn id="10" restart="whenNotActive" fill="hold" evtFilter="cancelBubble" nodeType="interactiveSeq">
                <p:stCondLst>
                  <p:cond evt="onClick" delay="0">
                    <p:tgtEl>
                      <p:spTgt spid="5"/>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5"/>
                                        </p:tgtEl>
                                      </p:cBhvr>
                                    </p:cmd>
                                  </p:childTnLst>
                                </p:cTn>
                              </p:par>
                            </p:childTnLst>
                          </p:cTn>
                        </p:par>
                      </p:childTnLst>
                    </p:cTn>
                  </p:par>
                </p:childTnLst>
              </p:cTn>
              <p:nextCondLst>
                <p:cond evt="onClick" delay="0">
                  <p:tgtEl>
                    <p:spTgt spid="5"/>
                  </p:tgtEl>
                </p:cond>
              </p:nextCondLst>
            </p:seq>
            <p:video>
              <p:cMediaNode vol="80000">
                <p:cTn id="15" fill="hold" display="0">
                  <p:stCondLst>
                    <p:cond delay="indefinite"/>
                  </p:stCondLst>
                </p:cTn>
                <p:tgtEl>
                  <p:spTgt spid="8"/>
                </p:tgtEl>
              </p:cMediaNode>
            </p:video>
            <p:seq concurrent="1" nextAc="seek">
              <p:cTn id="16" restart="whenNotActive" fill="hold" evtFilter="cancelBubble" nodeType="interactiveSeq">
                <p:stCondLst>
                  <p:cond evt="onClick" delay="0">
                    <p:tgtEl>
                      <p:spTgt spid="8"/>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9495-881B-22D2-8C7A-107E45E5096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93BC1D-3A25-B0B1-6CAB-E93C3EC2883A}"/>
              </a:ext>
            </a:extLst>
          </p:cNvPr>
          <p:cNvSpPr>
            <a:spLocks noGrp="1"/>
          </p:cNvSpPr>
          <p:nvPr>
            <p:ph type="sldNum" sz="quarter" idx="12"/>
          </p:nvPr>
        </p:nvSpPr>
        <p:spPr/>
        <p:txBody>
          <a:bodyPr/>
          <a:lstStyle/>
          <a:p>
            <a:fld id="{465F6A33-8929-41AA-8A25-00E3AA79F1EE}" type="slidenum">
              <a:rPr lang="en-US" smtClean="0"/>
              <a:t>14</a:t>
            </a:fld>
            <a:endParaRPr lang="en-US"/>
          </a:p>
        </p:txBody>
      </p:sp>
      <p:sp>
        <p:nvSpPr>
          <p:cNvPr id="11" name="テキスト ボックス 10">
            <a:extLst>
              <a:ext uri="{FF2B5EF4-FFF2-40B4-BE49-F238E27FC236}">
                <a16:creationId xmlns:a16="http://schemas.microsoft.com/office/drawing/2014/main" id="{06140BCD-47BF-7E01-E735-469E650F861A}"/>
              </a:ext>
            </a:extLst>
          </p:cNvPr>
          <p:cNvSpPr txBox="1"/>
          <p:nvPr/>
        </p:nvSpPr>
        <p:spPr>
          <a:xfrm>
            <a:off x="277090" y="258618"/>
            <a:ext cx="11520657" cy="646331"/>
          </a:xfrm>
          <a:prstGeom prst="rect">
            <a:avLst/>
          </a:prstGeom>
          <a:noFill/>
        </p:spPr>
        <p:txBody>
          <a:bodyPr wrap="square" rtlCol="0">
            <a:spAutoFit/>
          </a:bodyPr>
          <a:lstStyle/>
          <a:p>
            <a:r>
              <a:rPr lang="ja-JP" altLang="en-US" sz="3600" b="1" dirty="0">
                <a:solidFill>
                  <a:srgbClr val="222222"/>
                </a:solidFill>
                <a:latin typeface="Noto Sans JP"/>
              </a:rPr>
              <a:t>工程③</a:t>
            </a:r>
            <a:r>
              <a:rPr lang="ja-JP" altLang="en-US" sz="3600" b="1">
                <a:solidFill>
                  <a:srgbClr val="222222"/>
                </a:solidFill>
                <a:latin typeface="Noto Sans JP"/>
              </a:rPr>
              <a:t> </a:t>
            </a:r>
            <a:r>
              <a:rPr lang="ja-JP" altLang="en-US" sz="3600" b="1" dirty="0">
                <a:solidFill>
                  <a:srgbClr val="222222"/>
                </a:solidFill>
                <a:latin typeface="Noto Sans JP"/>
              </a:rPr>
              <a:t>セルフオクルージョン</a:t>
            </a:r>
            <a:r>
              <a:rPr lang="ja-JP" altLang="en-US" sz="3600" b="1">
                <a:solidFill>
                  <a:srgbClr val="222222"/>
                </a:solidFill>
                <a:latin typeface="Noto Sans JP"/>
              </a:rPr>
              <a:t>の評価</a:t>
            </a:r>
            <a:endParaRPr kumimoji="1" lang="ja-JP" altLang="en-US" sz="3600" dirty="0"/>
          </a:p>
        </p:txBody>
      </p:sp>
      <p:cxnSp>
        <p:nvCxnSpPr>
          <p:cNvPr id="10" name="直線コネクタ 9">
            <a:extLst>
              <a:ext uri="{FF2B5EF4-FFF2-40B4-BE49-F238E27FC236}">
                <a16:creationId xmlns:a16="http://schemas.microsoft.com/office/drawing/2014/main" id="{DAC74646-5ACF-0BF0-66BF-81D5BBB8BDA6}"/>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28A44BE0-645D-98CB-ADC1-1261899A37A0}"/>
              </a:ext>
            </a:extLst>
          </p:cNvPr>
          <p:cNvSpPr>
            <a:spLocks noGrp="1"/>
          </p:cNvSpPr>
          <p:nvPr>
            <p:ph type="ftr" sz="quarter" idx="11"/>
          </p:nvPr>
        </p:nvSpPr>
        <p:spPr>
          <a:xfrm>
            <a:off x="4038600" y="6449338"/>
            <a:ext cx="4114800" cy="365125"/>
          </a:xfrm>
        </p:spPr>
        <p:txBody>
          <a:bodyPr/>
          <a:lstStyle/>
          <a:p>
            <a:r>
              <a:rPr lang="en-US" dirty="0"/>
              <a:t>A-14-02</a:t>
            </a:r>
          </a:p>
        </p:txBody>
      </p:sp>
      <p:sp>
        <p:nvSpPr>
          <p:cNvPr id="7" name="Date Placeholder 3">
            <a:extLst>
              <a:ext uri="{FF2B5EF4-FFF2-40B4-BE49-F238E27FC236}">
                <a16:creationId xmlns:a16="http://schemas.microsoft.com/office/drawing/2014/main" id="{11456585-B97F-5D86-4B3D-03E5C00CF854}"/>
              </a:ext>
            </a:extLst>
          </p:cNvPr>
          <p:cNvSpPr>
            <a:spLocks noGrp="1"/>
          </p:cNvSpPr>
          <p:nvPr>
            <p:ph type="dt" sz="half" idx="10"/>
          </p:nvPr>
        </p:nvSpPr>
        <p:spPr>
          <a:xfrm>
            <a:off x="838200" y="6449338"/>
            <a:ext cx="2743200" cy="365125"/>
          </a:xfrm>
        </p:spPr>
        <p:txBody>
          <a:bodyPr/>
          <a:lstStyle/>
          <a:p>
            <a:r>
              <a:rPr lang="en-US"/>
              <a:t>2026/9/24</a:t>
            </a:r>
          </a:p>
        </p:txBody>
      </p:sp>
      <p:sp>
        <p:nvSpPr>
          <p:cNvPr id="8" name="TextBox 3">
            <a:extLst>
              <a:ext uri="{FF2B5EF4-FFF2-40B4-BE49-F238E27FC236}">
                <a16:creationId xmlns:a16="http://schemas.microsoft.com/office/drawing/2014/main" id="{1C683C20-B0E8-9AA0-6473-A02CD4D92A54}"/>
              </a:ext>
            </a:extLst>
          </p:cNvPr>
          <p:cNvSpPr txBox="1"/>
          <p:nvPr/>
        </p:nvSpPr>
        <p:spPr>
          <a:xfrm>
            <a:off x="581025" y="1160121"/>
            <a:ext cx="10772775" cy="307777"/>
          </a:xfrm>
          <a:prstGeom prst="rect">
            <a:avLst/>
          </a:prstGeom>
          <a:noFill/>
        </p:spPr>
        <p:txBody>
          <a:bodyPr wrap="square" lIns="0" tIns="0" rIns="0" bIns="0" anchor="t">
            <a:spAutoFit/>
          </a:bodyPr>
          <a:lstStyle/>
          <a:p>
            <a:pPr>
              <a:lnSpc>
                <a:spcPts val="2400"/>
              </a:lnSpc>
            </a:pPr>
            <a:r>
              <a:rPr lang="ja-JP" altLang="en-US" sz="2000" dirty="0"/>
              <a:t>拡張前と拡張後のモデルでセルフオクルージョンに対する精度を比較</a:t>
            </a:r>
            <a:endParaRPr lang="en-US" altLang="ja-JP" sz="2000" dirty="0">
              <a:solidFill>
                <a:srgbClr val="222222"/>
              </a:solidFill>
              <a:latin typeface="Noto Sans JP"/>
            </a:endParaRPr>
          </a:p>
        </p:txBody>
      </p:sp>
      <p:graphicFrame>
        <p:nvGraphicFramePr>
          <p:cNvPr id="22" name="表 21">
            <a:extLst>
              <a:ext uri="{FF2B5EF4-FFF2-40B4-BE49-F238E27FC236}">
                <a16:creationId xmlns:a16="http://schemas.microsoft.com/office/drawing/2014/main" id="{00001B2E-FAD7-5B49-D994-E8CBEBB328B6}"/>
              </a:ext>
            </a:extLst>
          </p:cNvPr>
          <p:cNvGraphicFramePr>
            <a:graphicFrameLocks noGrp="1"/>
          </p:cNvGraphicFramePr>
          <p:nvPr>
            <p:extLst>
              <p:ext uri="{D42A27DB-BD31-4B8C-83A1-F6EECF244321}">
                <p14:modId xmlns:p14="http://schemas.microsoft.com/office/powerpoint/2010/main" val="628531026"/>
              </p:ext>
            </p:extLst>
          </p:nvPr>
        </p:nvGraphicFramePr>
        <p:xfrm>
          <a:off x="3413412" y="4789682"/>
          <a:ext cx="5769531" cy="741680"/>
        </p:xfrm>
        <a:graphic>
          <a:graphicData uri="http://schemas.openxmlformats.org/drawingml/2006/table">
            <a:tbl>
              <a:tblPr firstRow="1" bandRow="1">
                <a:tableStyleId>{5C22544A-7EE6-4342-B048-85BDC9FD1C3A}</a:tableStyleId>
              </a:tblPr>
              <a:tblGrid>
                <a:gridCol w="1923177">
                  <a:extLst>
                    <a:ext uri="{9D8B030D-6E8A-4147-A177-3AD203B41FA5}">
                      <a16:colId xmlns:a16="http://schemas.microsoft.com/office/drawing/2014/main" val="327735879"/>
                    </a:ext>
                  </a:extLst>
                </a:gridCol>
                <a:gridCol w="1923177">
                  <a:extLst>
                    <a:ext uri="{9D8B030D-6E8A-4147-A177-3AD203B41FA5}">
                      <a16:colId xmlns:a16="http://schemas.microsoft.com/office/drawing/2014/main" val="3337162787"/>
                    </a:ext>
                  </a:extLst>
                </a:gridCol>
                <a:gridCol w="1923177">
                  <a:extLst>
                    <a:ext uri="{9D8B030D-6E8A-4147-A177-3AD203B41FA5}">
                      <a16:colId xmlns:a16="http://schemas.microsoft.com/office/drawing/2014/main" val="797477872"/>
                    </a:ext>
                  </a:extLst>
                </a:gridCol>
              </a:tblGrid>
              <a:tr h="370840">
                <a:tc>
                  <a:txBody>
                    <a:bodyPr/>
                    <a:lstStyle/>
                    <a:p>
                      <a:pPr algn="ctr" fontAlgn="ctr">
                        <a:buNone/>
                      </a:pPr>
                      <a:endParaRPr 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dirty="0"/>
                        <a:t>拡張前</a:t>
                      </a:r>
                    </a:p>
                  </a:txBody>
                  <a:tcPr marL="9525" marR="9525" marT="9525" marB="0" anchor="ctr"/>
                </a:tc>
                <a:tc>
                  <a:txBody>
                    <a:bodyPr/>
                    <a:lstStyle/>
                    <a:p>
                      <a:pPr algn="ctr" fontAlgn="ctr">
                        <a:buNone/>
                      </a:pPr>
                      <a:r>
                        <a:rPr lang="ja-JP" altLang="en-US" dirty="0"/>
                        <a:t>拡張後</a:t>
                      </a:r>
                    </a:p>
                  </a:txBody>
                  <a:tcPr marL="9525" marR="9525" marT="9525" marB="0" anchor="ctr"/>
                </a:tc>
                <a:extLst>
                  <a:ext uri="{0D108BD9-81ED-4DB2-BD59-A6C34878D82A}">
                    <a16:rowId xmlns:a16="http://schemas.microsoft.com/office/drawing/2014/main" val="1585422239"/>
                  </a:ext>
                </a:extLst>
              </a:tr>
              <a:tr h="370840">
                <a:tc>
                  <a:txBody>
                    <a:bodyPr/>
                    <a:lstStyle/>
                    <a:p>
                      <a:pPr algn="ctr"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推定値と真値の距離</a:t>
                      </a:r>
                    </a:p>
                  </a:txBody>
                  <a:tcPr marL="9525" marR="9525" marT="9525" marB="0" anchor="ctr"/>
                </a:tc>
                <a:tc>
                  <a:txBody>
                    <a:bodyPr/>
                    <a:lstStyle/>
                    <a:p>
                      <a:pPr algn="r"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0.58</a:t>
                      </a:r>
                    </a:p>
                  </a:txBody>
                  <a:tcPr marL="9525" marR="9525" marT="9525" marB="0" anchor="ctr"/>
                </a:tc>
                <a:tc>
                  <a:txBody>
                    <a:bodyPr/>
                    <a:lstStyle/>
                    <a:p>
                      <a:pPr algn="r" fontAlgn="ctr">
                        <a:buNone/>
                      </a:pPr>
                      <a:r>
                        <a:rPr lang="ja-JP" sz="1600" b="1" i="0" u="none" strike="noStrike" dirty="0">
                          <a:solidFill>
                            <a:srgbClr val="000000"/>
                          </a:solidFill>
                          <a:effectLst/>
                          <a:latin typeface="游ゴシック" panose="020B0400000000000000" pitchFamily="50" charset="-128"/>
                          <a:ea typeface="游ゴシック" panose="020B0400000000000000" pitchFamily="50" charset="-128"/>
                        </a:rPr>
                        <a:t>1.04</a:t>
                      </a:r>
                    </a:p>
                  </a:txBody>
                  <a:tcPr marL="9525" marR="9525" marT="9525" marB="0" anchor="ctr"/>
                </a:tc>
                <a:extLst>
                  <a:ext uri="{0D108BD9-81ED-4DB2-BD59-A6C34878D82A}">
                    <a16:rowId xmlns:a16="http://schemas.microsoft.com/office/drawing/2014/main" val="2058442032"/>
                  </a:ext>
                </a:extLst>
              </a:tr>
            </a:tbl>
          </a:graphicData>
        </a:graphic>
      </p:graphicFrame>
      <p:sp>
        <p:nvSpPr>
          <p:cNvPr id="24" name="TextBox 11">
            <a:extLst>
              <a:ext uri="{FF2B5EF4-FFF2-40B4-BE49-F238E27FC236}">
                <a16:creationId xmlns:a16="http://schemas.microsoft.com/office/drawing/2014/main" id="{831148DF-AEE4-D20C-53D1-498E98C27200}"/>
              </a:ext>
            </a:extLst>
          </p:cNvPr>
          <p:cNvSpPr txBox="1"/>
          <p:nvPr/>
        </p:nvSpPr>
        <p:spPr>
          <a:xfrm>
            <a:off x="3089599" y="4457911"/>
            <a:ext cx="6588043"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拡張前と拡張後のモデルの</a:t>
            </a:r>
            <a:r>
              <a:rPr lang="en-US" altLang="ja-JP" sz="1400" dirty="0">
                <a:solidFill>
                  <a:srgbClr val="222222"/>
                </a:solidFill>
                <a:latin typeface="Noto Sans JP"/>
              </a:rPr>
              <a:t>3D</a:t>
            </a:r>
            <a:r>
              <a:rPr lang="ja-JP" altLang="en-US" sz="1400" dirty="0">
                <a:solidFill>
                  <a:srgbClr val="222222"/>
                </a:solidFill>
                <a:latin typeface="Noto Sans JP"/>
              </a:rPr>
              <a:t>の推定結果を比較（両腕の</a:t>
            </a:r>
            <a:r>
              <a:rPr lang="en-US" altLang="ja-JP" sz="1400" dirty="0">
                <a:solidFill>
                  <a:srgbClr val="222222"/>
                </a:solidFill>
                <a:latin typeface="Noto Sans JP"/>
              </a:rPr>
              <a:t>6</a:t>
            </a:r>
            <a:r>
              <a:rPr lang="ja-JP" altLang="en-US" sz="1400" dirty="0">
                <a:solidFill>
                  <a:srgbClr val="222222"/>
                </a:solidFill>
                <a:latin typeface="Noto Sans JP"/>
              </a:rPr>
              <a:t>点の平均値）</a:t>
            </a:r>
          </a:p>
        </p:txBody>
      </p:sp>
      <p:graphicFrame>
        <p:nvGraphicFramePr>
          <p:cNvPr id="26" name="表 25">
            <a:extLst>
              <a:ext uri="{FF2B5EF4-FFF2-40B4-BE49-F238E27FC236}">
                <a16:creationId xmlns:a16="http://schemas.microsoft.com/office/drawing/2014/main" id="{04FC79B4-3E43-A9EC-D55F-90C4047E9181}"/>
              </a:ext>
            </a:extLst>
          </p:cNvPr>
          <p:cNvGraphicFramePr>
            <a:graphicFrameLocks noGrp="1"/>
          </p:cNvGraphicFramePr>
          <p:nvPr>
            <p:extLst>
              <p:ext uri="{D42A27DB-BD31-4B8C-83A1-F6EECF244321}">
                <p14:modId xmlns:p14="http://schemas.microsoft.com/office/powerpoint/2010/main" val="1754376276"/>
              </p:ext>
            </p:extLst>
          </p:nvPr>
        </p:nvGraphicFramePr>
        <p:xfrm>
          <a:off x="3310448" y="2340251"/>
          <a:ext cx="6146346" cy="1112520"/>
        </p:xfrm>
        <a:graphic>
          <a:graphicData uri="http://schemas.openxmlformats.org/drawingml/2006/table">
            <a:tbl>
              <a:tblPr firstRow="1" bandRow="1">
                <a:tableStyleId>{5C22544A-7EE6-4342-B048-85BDC9FD1C3A}</a:tableStyleId>
              </a:tblPr>
              <a:tblGrid>
                <a:gridCol w="2048782">
                  <a:extLst>
                    <a:ext uri="{9D8B030D-6E8A-4147-A177-3AD203B41FA5}">
                      <a16:colId xmlns:a16="http://schemas.microsoft.com/office/drawing/2014/main" val="2308677527"/>
                    </a:ext>
                  </a:extLst>
                </a:gridCol>
                <a:gridCol w="2048782">
                  <a:extLst>
                    <a:ext uri="{9D8B030D-6E8A-4147-A177-3AD203B41FA5}">
                      <a16:colId xmlns:a16="http://schemas.microsoft.com/office/drawing/2014/main" val="862168852"/>
                    </a:ext>
                  </a:extLst>
                </a:gridCol>
                <a:gridCol w="2048782">
                  <a:extLst>
                    <a:ext uri="{9D8B030D-6E8A-4147-A177-3AD203B41FA5}">
                      <a16:colId xmlns:a16="http://schemas.microsoft.com/office/drawing/2014/main" val="2329512245"/>
                    </a:ext>
                  </a:extLst>
                </a:gridCol>
              </a:tblGrid>
              <a:tr h="370840">
                <a:tc>
                  <a:txBody>
                    <a:bodyPr/>
                    <a:lstStyle/>
                    <a:p>
                      <a:pPr algn="l" fontAlgn="ctr">
                        <a:buNone/>
                      </a:pPr>
                      <a:endParaRPr lang="ja-JP" sz="1600" b="1"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sz="1600" b="1" i="0" u="none" strike="noStrike" dirty="0">
                          <a:solidFill>
                            <a:schemeClr val="bg1"/>
                          </a:solidFill>
                          <a:effectLst/>
                          <a:latin typeface="游ゴシック" panose="020B0400000000000000" pitchFamily="50" charset="-128"/>
                          <a:ea typeface="游ゴシック" panose="020B0400000000000000" pitchFamily="50" charset="-128"/>
                        </a:rPr>
                        <a:t>拡張前</a:t>
                      </a:r>
                    </a:p>
                  </a:txBody>
                  <a:tcPr marL="9525" marR="9525" marT="9525" marB="0" anchor="ctr"/>
                </a:tc>
                <a:tc>
                  <a:txBody>
                    <a:bodyPr/>
                    <a:lstStyle/>
                    <a:p>
                      <a:pPr algn="ctr" fontAlgn="ctr">
                        <a:buNone/>
                      </a:pPr>
                      <a:r>
                        <a:rPr lang="ja-JP" sz="1600" b="1" i="0" u="none" strike="noStrike" dirty="0">
                          <a:solidFill>
                            <a:schemeClr val="bg1"/>
                          </a:solidFill>
                          <a:effectLst/>
                          <a:latin typeface="游ゴシック" panose="020B0400000000000000" pitchFamily="50" charset="-128"/>
                          <a:ea typeface="游ゴシック" panose="020B0400000000000000" pitchFamily="50" charset="-128"/>
                        </a:rPr>
                        <a:t>拡張後</a:t>
                      </a:r>
                    </a:p>
                  </a:txBody>
                  <a:tcPr marL="9525" marR="9525" marT="9525" marB="0" anchor="ctr"/>
                </a:tc>
                <a:extLst>
                  <a:ext uri="{0D108BD9-81ED-4DB2-BD59-A6C34878D82A}">
                    <a16:rowId xmlns:a16="http://schemas.microsoft.com/office/drawing/2014/main" val="3893994991"/>
                  </a:ext>
                </a:extLst>
              </a:tr>
              <a:tr h="370840">
                <a:tc>
                  <a:txBody>
                    <a:bodyPr/>
                    <a:lstStyle/>
                    <a:p>
                      <a:pPr algn="ctr" fontAlgn="ctr">
                        <a:buNone/>
                      </a:pPr>
                      <a:r>
                        <a:rPr lang="ja-JP" sz="1600" b="1" i="0" u="none" strike="noStrike">
                          <a:solidFill>
                            <a:schemeClr val="tx1"/>
                          </a:solidFill>
                          <a:effectLst/>
                          <a:latin typeface="游ゴシック" panose="020B0400000000000000" pitchFamily="50" charset="-128"/>
                          <a:ea typeface="游ゴシック" panose="020B0400000000000000" pitchFamily="50" charset="-128"/>
                        </a:rPr>
                        <a:t>人物の領域内</a:t>
                      </a:r>
                    </a:p>
                  </a:txBody>
                  <a:tcPr marL="9525" marR="9525" marT="9525" marB="0" anchor="ctr"/>
                </a:tc>
                <a:tc>
                  <a:txBody>
                    <a:bodyPr/>
                    <a:lstStyle/>
                    <a:p>
                      <a:pPr algn="r" fontAlgn="ctr">
                        <a:buNone/>
                      </a:pPr>
                      <a:r>
                        <a:rPr lang="ja-JP" sz="1600" b="1" i="0" u="none" strike="noStrike" dirty="0">
                          <a:solidFill>
                            <a:schemeClr val="tx1"/>
                          </a:solidFill>
                          <a:effectLst/>
                          <a:latin typeface="游ゴシック" panose="020B0400000000000000" pitchFamily="50" charset="-128"/>
                          <a:ea typeface="游ゴシック" panose="020B0400000000000000" pitchFamily="50" charset="-128"/>
                        </a:rPr>
                        <a:t>0.7</a:t>
                      </a:r>
                      <a:r>
                        <a:rPr lang="en-US" altLang="ja-JP" sz="1600" b="1" i="0" u="none" strike="noStrike" dirty="0">
                          <a:solidFill>
                            <a:schemeClr val="tx1"/>
                          </a:solidFill>
                          <a:effectLst/>
                          <a:latin typeface="游ゴシック" panose="020B0400000000000000" pitchFamily="50" charset="-128"/>
                          <a:ea typeface="游ゴシック" panose="020B0400000000000000" pitchFamily="50" charset="-128"/>
                        </a:rPr>
                        <a:t>8</a:t>
                      </a:r>
                      <a:endParaRPr lang="ja-JP" sz="1600" b="1"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b="1" i="0" u="none" strike="noStrike" dirty="0">
                          <a:solidFill>
                            <a:schemeClr val="tx1"/>
                          </a:solidFill>
                          <a:effectLst/>
                          <a:latin typeface="游ゴシック" panose="020B0400000000000000" pitchFamily="50" charset="-128"/>
                          <a:ea typeface="游ゴシック" panose="020B0400000000000000" pitchFamily="50" charset="-128"/>
                        </a:rPr>
                        <a:t>0.7</a:t>
                      </a:r>
                      <a:r>
                        <a:rPr lang="en-US" altLang="ja-JP" sz="1600" b="1" i="0" u="none" strike="noStrike" dirty="0">
                          <a:solidFill>
                            <a:schemeClr val="tx1"/>
                          </a:solidFill>
                          <a:effectLst/>
                          <a:latin typeface="游ゴシック" panose="020B0400000000000000" pitchFamily="50" charset="-128"/>
                          <a:ea typeface="游ゴシック" panose="020B0400000000000000" pitchFamily="50" charset="-128"/>
                        </a:rPr>
                        <a:t>9</a:t>
                      </a:r>
                      <a:endParaRPr lang="ja-JP" sz="1600" b="1"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4246085514"/>
                  </a:ext>
                </a:extLst>
              </a:tr>
              <a:tr h="370840">
                <a:tc>
                  <a:txBody>
                    <a:bodyPr/>
                    <a:lstStyle/>
                    <a:p>
                      <a:pPr algn="ctr" fontAlgn="ctr">
                        <a:buNone/>
                      </a:pPr>
                      <a:r>
                        <a:rPr lang="ja-JP" sz="1600" b="1" i="0" u="none" strike="noStrike" dirty="0">
                          <a:solidFill>
                            <a:schemeClr val="tx1"/>
                          </a:solidFill>
                          <a:effectLst/>
                          <a:latin typeface="游ゴシック" panose="020B0400000000000000" pitchFamily="50" charset="-128"/>
                          <a:ea typeface="游ゴシック" panose="020B0400000000000000" pitchFamily="50" charset="-128"/>
                        </a:rPr>
                        <a:t>背景</a:t>
                      </a:r>
                    </a:p>
                  </a:txBody>
                  <a:tcPr marL="9525" marR="9525" marT="9525" marB="0" anchor="ctr"/>
                </a:tc>
                <a:tc>
                  <a:txBody>
                    <a:bodyPr/>
                    <a:lstStyle/>
                    <a:p>
                      <a:pPr algn="r" fontAlgn="ctr">
                        <a:buNone/>
                      </a:pPr>
                      <a:r>
                        <a:rPr lang="ja-JP" sz="1600" b="1" i="0" u="none" strike="noStrike" dirty="0">
                          <a:solidFill>
                            <a:schemeClr val="tx1"/>
                          </a:solidFill>
                          <a:effectLst/>
                          <a:latin typeface="游ゴシック" panose="020B0400000000000000" pitchFamily="50" charset="-128"/>
                          <a:ea typeface="游ゴシック" panose="020B0400000000000000" pitchFamily="50" charset="-128"/>
                        </a:rPr>
                        <a:t>0.73</a:t>
                      </a:r>
                    </a:p>
                  </a:txBody>
                  <a:tcPr marL="9525" marR="9525" marT="9525" marB="0" anchor="ctr"/>
                </a:tc>
                <a:tc>
                  <a:txBody>
                    <a:bodyPr/>
                    <a:lstStyle/>
                    <a:p>
                      <a:pPr algn="r" fontAlgn="ctr">
                        <a:buNone/>
                      </a:pPr>
                      <a:r>
                        <a:rPr lang="ja-JP" sz="1600" b="1" i="0" u="none" strike="noStrike" dirty="0">
                          <a:solidFill>
                            <a:schemeClr val="tx1"/>
                          </a:solidFill>
                          <a:effectLst/>
                          <a:latin typeface="游ゴシック" panose="020B0400000000000000" pitchFamily="50" charset="-128"/>
                          <a:ea typeface="游ゴシック" panose="020B0400000000000000" pitchFamily="50" charset="-128"/>
                        </a:rPr>
                        <a:t>0.63</a:t>
                      </a:r>
                    </a:p>
                  </a:txBody>
                  <a:tcPr marL="9525" marR="9525" marT="9525" marB="0" anchor="ctr"/>
                </a:tc>
                <a:extLst>
                  <a:ext uri="{0D108BD9-81ED-4DB2-BD59-A6C34878D82A}">
                    <a16:rowId xmlns:a16="http://schemas.microsoft.com/office/drawing/2014/main" val="1459082900"/>
                  </a:ext>
                </a:extLst>
              </a:tr>
            </a:tbl>
          </a:graphicData>
        </a:graphic>
      </p:graphicFrame>
      <p:sp>
        <p:nvSpPr>
          <p:cNvPr id="28" name="TextBox 11">
            <a:extLst>
              <a:ext uri="{FF2B5EF4-FFF2-40B4-BE49-F238E27FC236}">
                <a16:creationId xmlns:a16="http://schemas.microsoft.com/office/drawing/2014/main" id="{94C449EE-64D2-6AD9-B402-9CE85A0B3A78}"/>
              </a:ext>
            </a:extLst>
          </p:cNvPr>
          <p:cNvSpPr txBox="1"/>
          <p:nvPr/>
        </p:nvSpPr>
        <p:spPr>
          <a:xfrm>
            <a:off x="3089599" y="2076609"/>
            <a:ext cx="6588043"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拡張前と拡張後のモデルの</a:t>
            </a:r>
            <a:r>
              <a:rPr lang="en-US" altLang="ja-JP" sz="1400" dirty="0">
                <a:solidFill>
                  <a:srgbClr val="222222"/>
                </a:solidFill>
                <a:latin typeface="Noto Sans JP"/>
              </a:rPr>
              <a:t>2D</a:t>
            </a:r>
            <a:r>
              <a:rPr lang="ja-JP" altLang="en-US" sz="1400" dirty="0">
                <a:solidFill>
                  <a:srgbClr val="222222"/>
                </a:solidFill>
                <a:latin typeface="Noto Sans JP"/>
              </a:rPr>
              <a:t>の推定結果の信頼度を比較（両腕の</a:t>
            </a:r>
            <a:r>
              <a:rPr lang="en-US" altLang="ja-JP" sz="1400" dirty="0">
                <a:solidFill>
                  <a:srgbClr val="222222"/>
                </a:solidFill>
                <a:latin typeface="Noto Sans JP"/>
              </a:rPr>
              <a:t>6</a:t>
            </a:r>
            <a:r>
              <a:rPr lang="ja-JP" altLang="en-US" sz="1400" dirty="0">
                <a:solidFill>
                  <a:srgbClr val="222222"/>
                </a:solidFill>
                <a:latin typeface="Noto Sans JP"/>
              </a:rPr>
              <a:t>点の平均値）</a:t>
            </a:r>
          </a:p>
        </p:txBody>
      </p:sp>
      <p:sp>
        <p:nvSpPr>
          <p:cNvPr id="30" name="TextBox 3">
            <a:extLst>
              <a:ext uri="{FF2B5EF4-FFF2-40B4-BE49-F238E27FC236}">
                <a16:creationId xmlns:a16="http://schemas.microsoft.com/office/drawing/2014/main" id="{B7D80035-D0A1-EA0D-9257-CE85A96C8351}"/>
              </a:ext>
            </a:extLst>
          </p:cNvPr>
          <p:cNvSpPr txBox="1"/>
          <p:nvPr/>
        </p:nvSpPr>
        <p:spPr>
          <a:xfrm>
            <a:off x="3089599" y="3663186"/>
            <a:ext cx="6731554" cy="307777"/>
          </a:xfrm>
          <a:prstGeom prst="rect">
            <a:avLst/>
          </a:prstGeom>
          <a:noFill/>
        </p:spPr>
        <p:txBody>
          <a:bodyPr wrap="square" lIns="0" tIns="0" rIns="0" bIns="0" anchor="t">
            <a:spAutoFit/>
          </a:bodyPr>
          <a:lstStyle/>
          <a:p>
            <a:pPr algn="ctr">
              <a:lnSpc>
                <a:spcPts val="2400"/>
              </a:lnSpc>
            </a:pPr>
            <a:r>
              <a:rPr lang="en-US" altLang="ja-JP" sz="2000" dirty="0"/>
              <a:t>2D</a:t>
            </a:r>
            <a:r>
              <a:rPr lang="ja-JP" altLang="en-US" sz="2000" dirty="0"/>
              <a:t>では、拡張後のモデルでの信頼度の向上がみられた</a:t>
            </a:r>
            <a:endParaRPr lang="en-US" altLang="ja-JP" sz="2000" dirty="0"/>
          </a:p>
        </p:txBody>
      </p:sp>
      <p:graphicFrame>
        <p:nvGraphicFramePr>
          <p:cNvPr id="4" name="表 3">
            <a:extLst>
              <a:ext uri="{FF2B5EF4-FFF2-40B4-BE49-F238E27FC236}">
                <a16:creationId xmlns:a16="http://schemas.microsoft.com/office/drawing/2014/main" id="{8268DA31-4FDE-3C63-B0F1-9FB7CDE777A7}"/>
              </a:ext>
            </a:extLst>
          </p:cNvPr>
          <p:cNvGraphicFramePr>
            <a:graphicFrameLocks noGrp="1"/>
          </p:cNvGraphicFramePr>
          <p:nvPr>
            <p:extLst>
              <p:ext uri="{D42A27DB-BD31-4B8C-83A1-F6EECF244321}">
                <p14:modId xmlns:p14="http://schemas.microsoft.com/office/powerpoint/2010/main" val="4031372220"/>
              </p:ext>
            </p:extLst>
          </p:nvPr>
        </p:nvGraphicFramePr>
        <p:xfrm>
          <a:off x="12739951" y="1952334"/>
          <a:ext cx="6146346" cy="1112520"/>
        </p:xfrm>
        <a:graphic>
          <a:graphicData uri="http://schemas.openxmlformats.org/drawingml/2006/table">
            <a:tbl>
              <a:tblPr firstRow="1" bandRow="1">
                <a:tableStyleId>{5C22544A-7EE6-4342-B048-85BDC9FD1C3A}</a:tableStyleId>
              </a:tblPr>
              <a:tblGrid>
                <a:gridCol w="2048782">
                  <a:extLst>
                    <a:ext uri="{9D8B030D-6E8A-4147-A177-3AD203B41FA5}">
                      <a16:colId xmlns:a16="http://schemas.microsoft.com/office/drawing/2014/main" val="2308677527"/>
                    </a:ext>
                  </a:extLst>
                </a:gridCol>
                <a:gridCol w="2048782">
                  <a:extLst>
                    <a:ext uri="{9D8B030D-6E8A-4147-A177-3AD203B41FA5}">
                      <a16:colId xmlns:a16="http://schemas.microsoft.com/office/drawing/2014/main" val="862168852"/>
                    </a:ext>
                  </a:extLst>
                </a:gridCol>
                <a:gridCol w="2048782">
                  <a:extLst>
                    <a:ext uri="{9D8B030D-6E8A-4147-A177-3AD203B41FA5}">
                      <a16:colId xmlns:a16="http://schemas.microsoft.com/office/drawing/2014/main" val="2329512245"/>
                    </a:ext>
                  </a:extLst>
                </a:gridCol>
              </a:tblGrid>
              <a:tr h="370840">
                <a:tc>
                  <a:txBody>
                    <a:bodyPr/>
                    <a:lstStyle/>
                    <a:p>
                      <a:pPr algn="l" fontAlgn="ctr">
                        <a:buNone/>
                      </a:pPr>
                      <a:endParaRPr lang="ja-JP" sz="1600" b="1"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sz="1600" b="1" i="0" u="none" strike="noStrike" dirty="0">
                          <a:solidFill>
                            <a:schemeClr val="bg1"/>
                          </a:solidFill>
                          <a:effectLst/>
                          <a:latin typeface="游ゴシック" panose="020B0400000000000000" pitchFamily="50" charset="-128"/>
                          <a:ea typeface="游ゴシック" panose="020B0400000000000000" pitchFamily="50" charset="-128"/>
                        </a:rPr>
                        <a:t>拡張前</a:t>
                      </a:r>
                    </a:p>
                  </a:txBody>
                  <a:tcPr marL="9525" marR="9525" marT="9525" marB="0" anchor="ctr"/>
                </a:tc>
                <a:tc>
                  <a:txBody>
                    <a:bodyPr/>
                    <a:lstStyle/>
                    <a:p>
                      <a:pPr algn="ctr" fontAlgn="ctr">
                        <a:buNone/>
                      </a:pPr>
                      <a:r>
                        <a:rPr lang="ja-JP" sz="1600" b="1" i="0" u="none" strike="noStrike" dirty="0">
                          <a:solidFill>
                            <a:schemeClr val="bg1"/>
                          </a:solidFill>
                          <a:effectLst/>
                          <a:latin typeface="游ゴシック" panose="020B0400000000000000" pitchFamily="50" charset="-128"/>
                          <a:ea typeface="游ゴシック" panose="020B0400000000000000" pitchFamily="50" charset="-128"/>
                        </a:rPr>
                        <a:t>拡張後</a:t>
                      </a:r>
                    </a:p>
                  </a:txBody>
                  <a:tcPr marL="9525" marR="9525" marT="9525" marB="0" anchor="ctr"/>
                </a:tc>
                <a:extLst>
                  <a:ext uri="{0D108BD9-81ED-4DB2-BD59-A6C34878D82A}">
                    <a16:rowId xmlns:a16="http://schemas.microsoft.com/office/drawing/2014/main" val="3893994991"/>
                  </a:ext>
                </a:extLst>
              </a:tr>
              <a:tr h="370840">
                <a:tc>
                  <a:txBody>
                    <a:bodyPr/>
                    <a:lstStyle/>
                    <a:p>
                      <a:pPr algn="ctr" fontAlgn="ctr">
                        <a:buNone/>
                      </a:pPr>
                      <a:r>
                        <a:rPr lang="ja-JP" sz="1600" b="1" i="0" u="none" strike="noStrike">
                          <a:solidFill>
                            <a:schemeClr val="tx1"/>
                          </a:solidFill>
                          <a:effectLst/>
                          <a:latin typeface="游ゴシック" panose="020B0400000000000000" pitchFamily="50" charset="-128"/>
                          <a:ea typeface="游ゴシック" panose="020B0400000000000000" pitchFamily="50" charset="-128"/>
                        </a:rPr>
                        <a:t>人物の領域内</a:t>
                      </a:r>
                    </a:p>
                  </a:txBody>
                  <a:tcPr marL="9525" marR="9525" marT="9525" marB="0" anchor="ctr"/>
                </a:tc>
                <a:tc>
                  <a:txBody>
                    <a:bodyPr/>
                    <a:lstStyle/>
                    <a:p>
                      <a:pPr algn="r" fontAlgn="ctr">
                        <a:buNone/>
                      </a:pPr>
                      <a:r>
                        <a:rPr lang="ja-JP" sz="1600" b="1" i="0" u="none" strike="noStrike" dirty="0">
                          <a:solidFill>
                            <a:schemeClr val="tx1"/>
                          </a:solidFill>
                          <a:effectLst/>
                          <a:latin typeface="游ゴシック" panose="020B0400000000000000" pitchFamily="50" charset="-128"/>
                          <a:ea typeface="游ゴシック" panose="020B0400000000000000" pitchFamily="50" charset="-128"/>
                        </a:rPr>
                        <a:t>0.777</a:t>
                      </a:r>
                    </a:p>
                  </a:txBody>
                  <a:tcPr marL="9525" marR="9525" marT="9525" marB="0" anchor="ctr"/>
                </a:tc>
                <a:tc>
                  <a:txBody>
                    <a:bodyPr/>
                    <a:lstStyle/>
                    <a:p>
                      <a:pPr algn="r" fontAlgn="ctr">
                        <a:buNone/>
                      </a:pPr>
                      <a:r>
                        <a:rPr lang="ja-JP" sz="1600" b="1" i="0" u="none" strike="noStrike" dirty="0">
                          <a:solidFill>
                            <a:schemeClr val="tx1"/>
                          </a:solidFill>
                          <a:effectLst/>
                          <a:latin typeface="游ゴシック" panose="020B0400000000000000" pitchFamily="50" charset="-128"/>
                          <a:ea typeface="游ゴシック" panose="020B0400000000000000" pitchFamily="50" charset="-128"/>
                        </a:rPr>
                        <a:t>0.785</a:t>
                      </a:r>
                    </a:p>
                  </a:txBody>
                  <a:tcPr marL="9525" marR="9525" marT="9525" marB="0" anchor="ctr"/>
                </a:tc>
                <a:extLst>
                  <a:ext uri="{0D108BD9-81ED-4DB2-BD59-A6C34878D82A}">
                    <a16:rowId xmlns:a16="http://schemas.microsoft.com/office/drawing/2014/main" val="4246085514"/>
                  </a:ext>
                </a:extLst>
              </a:tr>
              <a:tr h="370840">
                <a:tc>
                  <a:txBody>
                    <a:bodyPr/>
                    <a:lstStyle/>
                    <a:p>
                      <a:pPr algn="ctr" fontAlgn="ctr">
                        <a:buNone/>
                      </a:pPr>
                      <a:r>
                        <a:rPr lang="ja-JP" sz="1600" b="1" i="0" u="none" strike="noStrike" dirty="0">
                          <a:solidFill>
                            <a:schemeClr val="tx1"/>
                          </a:solidFill>
                          <a:effectLst/>
                          <a:latin typeface="游ゴシック" panose="020B0400000000000000" pitchFamily="50" charset="-128"/>
                          <a:ea typeface="游ゴシック" panose="020B0400000000000000" pitchFamily="50" charset="-128"/>
                        </a:rPr>
                        <a:t>背景</a:t>
                      </a:r>
                    </a:p>
                  </a:txBody>
                  <a:tcPr marL="9525" marR="9525" marT="9525" marB="0" anchor="ctr"/>
                </a:tc>
                <a:tc>
                  <a:txBody>
                    <a:bodyPr/>
                    <a:lstStyle/>
                    <a:p>
                      <a:pPr algn="r" fontAlgn="ctr">
                        <a:buNone/>
                      </a:pPr>
                      <a:r>
                        <a:rPr lang="ja-JP" sz="1600" b="1" i="0" u="none" strike="noStrike" dirty="0">
                          <a:solidFill>
                            <a:schemeClr val="tx1"/>
                          </a:solidFill>
                          <a:effectLst/>
                          <a:latin typeface="游ゴシック" panose="020B0400000000000000" pitchFamily="50" charset="-128"/>
                          <a:ea typeface="游ゴシック" panose="020B0400000000000000" pitchFamily="50" charset="-128"/>
                        </a:rPr>
                        <a:t>0.732</a:t>
                      </a:r>
                    </a:p>
                  </a:txBody>
                  <a:tcPr marL="9525" marR="9525" marT="9525" marB="0" anchor="ctr"/>
                </a:tc>
                <a:tc>
                  <a:txBody>
                    <a:bodyPr/>
                    <a:lstStyle/>
                    <a:p>
                      <a:pPr algn="r" fontAlgn="ctr">
                        <a:buNone/>
                      </a:pPr>
                      <a:r>
                        <a:rPr lang="ja-JP" sz="1600" b="1" i="0" u="none" strike="noStrike" dirty="0">
                          <a:solidFill>
                            <a:schemeClr val="tx1"/>
                          </a:solidFill>
                          <a:effectLst/>
                          <a:latin typeface="游ゴシック" panose="020B0400000000000000" pitchFamily="50" charset="-128"/>
                          <a:ea typeface="游ゴシック" panose="020B0400000000000000" pitchFamily="50" charset="-128"/>
                        </a:rPr>
                        <a:t>0.63</a:t>
                      </a:r>
                    </a:p>
                  </a:txBody>
                  <a:tcPr marL="9525" marR="9525" marT="9525" marB="0" anchor="ctr"/>
                </a:tc>
                <a:extLst>
                  <a:ext uri="{0D108BD9-81ED-4DB2-BD59-A6C34878D82A}">
                    <a16:rowId xmlns:a16="http://schemas.microsoft.com/office/drawing/2014/main" val="1459082900"/>
                  </a:ext>
                </a:extLst>
              </a:tr>
            </a:tbl>
          </a:graphicData>
        </a:graphic>
      </p:graphicFrame>
      <p:pic>
        <p:nvPicPr>
          <p:cNvPr id="9" name="図 8">
            <a:extLst>
              <a:ext uri="{FF2B5EF4-FFF2-40B4-BE49-F238E27FC236}">
                <a16:creationId xmlns:a16="http://schemas.microsoft.com/office/drawing/2014/main" id="{6025D013-1083-9A0E-F0E7-247CDBD139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5990" y="1897536"/>
            <a:ext cx="1751757" cy="1751757"/>
          </a:xfrm>
          <a:prstGeom prst="rect">
            <a:avLst/>
          </a:prstGeom>
        </p:spPr>
      </p:pic>
      <p:pic>
        <p:nvPicPr>
          <p:cNvPr id="14" name="図 13">
            <a:extLst>
              <a:ext uri="{FF2B5EF4-FFF2-40B4-BE49-F238E27FC236}">
                <a16:creationId xmlns:a16="http://schemas.microsoft.com/office/drawing/2014/main" id="{EFB4C5D6-327B-29F4-9878-0184A9F7F1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45990" y="3779605"/>
            <a:ext cx="1751757" cy="1751757"/>
          </a:xfrm>
          <a:prstGeom prst="rect">
            <a:avLst/>
          </a:prstGeom>
        </p:spPr>
      </p:pic>
      <p:sp>
        <p:nvSpPr>
          <p:cNvPr id="16" name="テキスト ボックス 15">
            <a:extLst>
              <a:ext uri="{FF2B5EF4-FFF2-40B4-BE49-F238E27FC236}">
                <a16:creationId xmlns:a16="http://schemas.microsoft.com/office/drawing/2014/main" id="{48B60F5E-9FF3-4B11-D0CA-12AC02D5D79D}"/>
              </a:ext>
            </a:extLst>
          </p:cNvPr>
          <p:cNvSpPr txBox="1"/>
          <p:nvPr/>
        </p:nvSpPr>
        <p:spPr>
          <a:xfrm>
            <a:off x="10140258" y="5634216"/>
            <a:ext cx="1563219" cy="338554"/>
          </a:xfrm>
          <a:prstGeom prst="rect">
            <a:avLst/>
          </a:prstGeom>
          <a:noFill/>
        </p:spPr>
        <p:txBody>
          <a:bodyPr vert="horz" wrap="square" rtlCol="0">
            <a:spAutoFit/>
          </a:bodyPr>
          <a:lstStyle/>
          <a:p>
            <a:pPr algn="ctr"/>
            <a:r>
              <a:rPr lang="ja-JP" altLang="en-US" sz="1600" dirty="0"/>
              <a:t>マスク画像</a:t>
            </a:r>
            <a:endParaRPr lang="en-US" altLang="ja-JP" sz="1600" dirty="0"/>
          </a:p>
        </p:txBody>
      </p:sp>
      <p:sp>
        <p:nvSpPr>
          <p:cNvPr id="19" name="テキスト ボックス 18">
            <a:extLst>
              <a:ext uri="{FF2B5EF4-FFF2-40B4-BE49-F238E27FC236}">
                <a16:creationId xmlns:a16="http://schemas.microsoft.com/office/drawing/2014/main" id="{5AECEE48-0C7C-BAE9-6A3E-012B5D1CE3EE}"/>
              </a:ext>
            </a:extLst>
          </p:cNvPr>
          <p:cNvSpPr txBox="1"/>
          <p:nvPr/>
        </p:nvSpPr>
        <p:spPr>
          <a:xfrm>
            <a:off x="717270" y="5143122"/>
            <a:ext cx="1751757" cy="338554"/>
          </a:xfrm>
          <a:prstGeom prst="rect">
            <a:avLst/>
          </a:prstGeom>
          <a:noFill/>
        </p:spPr>
        <p:txBody>
          <a:bodyPr vert="horz" wrap="square" rtlCol="0">
            <a:spAutoFit/>
          </a:bodyPr>
          <a:lstStyle/>
          <a:p>
            <a:r>
              <a:rPr lang="ja-JP" altLang="en-US" sz="1600" dirty="0"/>
              <a:t>推定したシーン</a:t>
            </a:r>
            <a:endParaRPr lang="en-US" altLang="ja-JP" sz="1600" dirty="0"/>
          </a:p>
        </p:txBody>
      </p:sp>
      <p:pic>
        <p:nvPicPr>
          <p:cNvPr id="3" name="motion_00x_test_Camera1_frame1-222">
            <a:hlinkClick r:id="" action="ppaction://media"/>
            <a:extLst>
              <a:ext uri="{FF2B5EF4-FFF2-40B4-BE49-F238E27FC236}">
                <a16:creationId xmlns:a16="http://schemas.microsoft.com/office/drawing/2014/main" id="{68848F81-C17D-C947-D5AB-AA3D683F2A90}"/>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321533" y="2568899"/>
            <a:ext cx="2543229" cy="2543229"/>
          </a:xfrm>
          <a:prstGeom prst="rect">
            <a:avLst/>
          </a:prstGeom>
        </p:spPr>
      </p:pic>
    </p:spTree>
    <p:extLst>
      <p:ext uri="{BB962C8B-B14F-4D97-AF65-F5344CB8AC3E}">
        <p14:creationId xmlns:p14="http://schemas.microsoft.com/office/powerpoint/2010/main" val="363039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25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ECFB3-69BB-49C5-C3E4-41BBAA939F2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AEC1B1-F6B9-B6C4-782C-3C61B4C2C948}"/>
              </a:ext>
            </a:extLst>
          </p:cNvPr>
          <p:cNvSpPr>
            <a:spLocks noGrp="1"/>
          </p:cNvSpPr>
          <p:nvPr>
            <p:ph type="sldNum" sz="quarter" idx="12"/>
          </p:nvPr>
        </p:nvSpPr>
        <p:spPr/>
        <p:txBody>
          <a:bodyPr/>
          <a:lstStyle/>
          <a:p>
            <a:fld id="{465F6A33-8929-41AA-8A25-00E3AA79F1EE}" type="slidenum">
              <a:rPr lang="en-US" smtClean="0"/>
              <a:t>15</a:t>
            </a:fld>
            <a:endParaRPr lang="en-US"/>
          </a:p>
        </p:txBody>
      </p:sp>
      <p:sp>
        <p:nvSpPr>
          <p:cNvPr id="11" name="テキスト ボックス 10">
            <a:extLst>
              <a:ext uri="{FF2B5EF4-FFF2-40B4-BE49-F238E27FC236}">
                <a16:creationId xmlns:a16="http://schemas.microsoft.com/office/drawing/2014/main" id="{BD7F2914-19A2-0536-564A-DD3721539646}"/>
              </a:ext>
            </a:extLst>
          </p:cNvPr>
          <p:cNvSpPr txBox="1"/>
          <p:nvPr/>
        </p:nvSpPr>
        <p:spPr>
          <a:xfrm>
            <a:off x="277091" y="258618"/>
            <a:ext cx="6465454" cy="646331"/>
          </a:xfrm>
          <a:prstGeom prst="rect">
            <a:avLst/>
          </a:prstGeom>
          <a:noFill/>
        </p:spPr>
        <p:txBody>
          <a:bodyPr wrap="square" rtlCol="0">
            <a:spAutoFit/>
          </a:bodyPr>
          <a:lstStyle/>
          <a:p>
            <a:r>
              <a:rPr kumimoji="1" lang="ja-JP" altLang="en-US" sz="3600"/>
              <a:t>まとめ・今後の展望</a:t>
            </a:r>
          </a:p>
        </p:txBody>
      </p:sp>
      <p:cxnSp>
        <p:nvCxnSpPr>
          <p:cNvPr id="10" name="直線コネクタ 9">
            <a:extLst>
              <a:ext uri="{FF2B5EF4-FFF2-40B4-BE49-F238E27FC236}">
                <a16:creationId xmlns:a16="http://schemas.microsoft.com/office/drawing/2014/main" id="{BC9A0A62-72AF-FDD0-BB97-BC53C8910D6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AFE01174-DB34-5F27-EDE1-8C2E45A7CC3B}"/>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106AF545-2C35-05AA-B323-A7AD4089A0DC}"/>
              </a:ext>
            </a:extLst>
          </p:cNvPr>
          <p:cNvSpPr>
            <a:spLocks noGrp="1"/>
          </p:cNvSpPr>
          <p:nvPr>
            <p:ph type="dt" sz="half" idx="10"/>
          </p:nvPr>
        </p:nvSpPr>
        <p:spPr>
          <a:xfrm>
            <a:off x="838200" y="6449338"/>
            <a:ext cx="2743200" cy="365125"/>
          </a:xfrm>
        </p:spPr>
        <p:txBody>
          <a:bodyPr/>
          <a:lstStyle/>
          <a:p>
            <a:r>
              <a:rPr lang="en-US"/>
              <a:t>2026/9/24</a:t>
            </a:r>
          </a:p>
        </p:txBody>
      </p:sp>
      <p:sp>
        <p:nvSpPr>
          <p:cNvPr id="5" name="TextBox 3">
            <a:extLst>
              <a:ext uri="{FF2B5EF4-FFF2-40B4-BE49-F238E27FC236}">
                <a16:creationId xmlns:a16="http://schemas.microsoft.com/office/drawing/2014/main" id="{481F3886-3DE3-76F0-1C75-EB43A3572131}"/>
              </a:ext>
            </a:extLst>
          </p:cNvPr>
          <p:cNvSpPr txBox="1"/>
          <p:nvPr/>
        </p:nvSpPr>
        <p:spPr>
          <a:xfrm>
            <a:off x="581025" y="1163634"/>
            <a:ext cx="10772775" cy="3436838"/>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まとめ</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a:t>
            </a:r>
            <a:r>
              <a:rPr lang="ja-JP" altLang="ja-JP" sz="2000" dirty="0"/>
              <a:t>人体モデルの</a:t>
            </a:r>
            <a:r>
              <a:rPr lang="ja-JP" altLang="en-US" sz="2000" dirty="0"/>
              <a:t>拡張</a:t>
            </a:r>
            <a:r>
              <a:rPr lang="ja-JP" altLang="ja-JP" sz="2000" dirty="0"/>
              <a:t>手法</a:t>
            </a:r>
            <a:r>
              <a:rPr lang="ja-JP" altLang="en-US" sz="2000" dirty="0"/>
              <a:t>と</a:t>
            </a:r>
            <a:r>
              <a:rPr lang="en-US" altLang="ja-JP" sz="2000" dirty="0">
                <a:solidFill>
                  <a:srgbClr val="222222"/>
                </a:solidFill>
                <a:latin typeface="Noto Sans JP"/>
              </a:rPr>
              <a:t>3DCG</a:t>
            </a:r>
            <a:r>
              <a:rPr lang="ja-JP" altLang="en-US" sz="2000" dirty="0">
                <a:solidFill>
                  <a:srgbClr val="222222"/>
                </a:solidFill>
                <a:latin typeface="Noto Sans JP"/>
              </a:rPr>
              <a:t>を活用したデータセットの拡張手法と</a:t>
            </a:r>
            <a:r>
              <a:rPr lang="ja-JP" altLang="en-US" sz="2000" dirty="0"/>
              <a:t>提案</a:t>
            </a:r>
            <a:endParaRPr lang="en-US" altLang="ja-JP" sz="2000" dirty="0"/>
          </a:p>
          <a:p>
            <a:pPr>
              <a:lnSpc>
                <a:spcPts val="2400"/>
              </a:lnSpc>
            </a:pPr>
            <a:r>
              <a:rPr lang="ja-JP" altLang="en-US" sz="2000" dirty="0">
                <a:solidFill>
                  <a:srgbClr val="222222"/>
                </a:solidFill>
                <a:latin typeface="Noto Sans JP"/>
              </a:rPr>
              <a:t>　　→ </a:t>
            </a:r>
            <a:r>
              <a:rPr lang="en-US" altLang="ja-JP" sz="2000" dirty="0">
                <a:solidFill>
                  <a:srgbClr val="222222"/>
                </a:solidFill>
                <a:latin typeface="Noto Sans JP"/>
              </a:rPr>
              <a:t>19</a:t>
            </a:r>
            <a:r>
              <a:rPr lang="ja-JP" altLang="en-US" sz="2000" dirty="0">
                <a:solidFill>
                  <a:srgbClr val="222222"/>
                </a:solidFill>
                <a:latin typeface="Noto Sans JP"/>
              </a:rPr>
              <a:t>点のキーポイントを持つモデルを作成し、データセットの拡張と追加学習を実施した</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r>
              <a:rPr lang="en-US" altLang="ja-JP" sz="2000" dirty="0">
                <a:solidFill>
                  <a:srgbClr val="FF0000"/>
                </a:solidFill>
                <a:latin typeface="Noto Sans JP"/>
              </a:rPr>
              <a:t> - </a:t>
            </a:r>
            <a:r>
              <a:rPr lang="ja-JP" altLang="en-US" sz="2000" dirty="0">
                <a:solidFill>
                  <a:srgbClr val="FF0000"/>
                </a:solidFill>
                <a:latin typeface="Noto Sans JP"/>
              </a:rPr>
              <a:t>本手法により短時間で大量のデータセットを作成できた</a:t>
            </a:r>
            <a:endParaRPr lang="en-US" altLang="ja-JP" sz="2000" dirty="0">
              <a:solidFill>
                <a:srgbClr val="222222"/>
              </a:solidFill>
              <a:latin typeface="Noto Sans JP"/>
            </a:endParaRPr>
          </a:p>
          <a:p>
            <a:pPr>
              <a:lnSpc>
                <a:spcPts val="2400"/>
              </a:lnSpc>
            </a:pPr>
            <a:r>
              <a:rPr lang="en-US" altLang="ja-JP" sz="2000" dirty="0">
                <a:solidFill>
                  <a:srgbClr val="FF0000"/>
                </a:solidFill>
                <a:latin typeface="Noto Sans JP"/>
              </a:rPr>
              <a:t> - 3DCG</a:t>
            </a:r>
            <a:r>
              <a:rPr lang="ja-JP" altLang="en-US" sz="2000" dirty="0">
                <a:solidFill>
                  <a:srgbClr val="FF0000"/>
                </a:solidFill>
                <a:latin typeface="Noto Sans JP"/>
              </a:rPr>
              <a:t>で作成したデータセットでも有効な追加学習が行える　</a:t>
            </a:r>
            <a:endParaRPr lang="en-US" altLang="ja-JP" sz="2000" dirty="0">
              <a:solidFill>
                <a:srgbClr val="FF0000"/>
              </a:solidFill>
              <a:latin typeface="Noto Sans JP"/>
            </a:endParaRPr>
          </a:p>
          <a:p>
            <a:pPr>
              <a:lnSpc>
                <a:spcPts val="2400"/>
              </a:lnSpc>
            </a:pPr>
            <a:r>
              <a:rPr lang="en-US" altLang="ja-JP" sz="2000" dirty="0">
                <a:solidFill>
                  <a:srgbClr val="FF0000"/>
                </a:solidFill>
                <a:latin typeface="Noto Sans JP"/>
              </a:rPr>
              <a:t> - </a:t>
            </a:r>
            <a:r>
              <a:rPr lang="ja-JP" altLang="en-US" sz="2000" dirty="0">
                <a:solidFill>
                  <a:srgbClr val="FF0000"/>
                </a:solidFill>
                <a:latin typeface="Noto Sans JP"/>
              </a:rPr>
              <a:t>拡張前のモデルに比べて、恒常性を再現した推定が可能となった</a:t>
            </a:r>
            <a:endParaRPr lang="en-US" altLang="ja-JP" sz="2000" dirty="0">
              <a:solidFill>
                <a:srgbClr val="FF0000"/>
              </a:solidFill>
              <a:latin typeface="Noto Sans JP"/>
            </a:endParaRPr>
          </a:p>
          <a:p>
            <a:pPr>
              <a:lnSpc>
                <a:spcPts val="2400"/>
              </a:lnSpc>
            </a:pPr>
            <a:br>
              <a:rPr lang="en-US" altLang="ja-JP" sz="2000" b="1" dirty="0">
                <a:solidFill>
                  <a:srgbClr val="222222"/>
                </a:solidFill>
                <a:latin typeface="Noto Sans JP"/>
              </a:rPr>
            </a:br>
            <a:endParaRPr lang="en-US" altLang="ja-JP" sz="2000" b="1" dirty="0">
              <a:solidFill>
                <a:srgbClr val="222222"/>
              </a:solidFill>
              <a:latin typeface="Noto Sans JP"/>
            </a:endParaRPr>
          </a:p>
          <a:p>
            <a:pPr>
              <a:spcAft>
                <a:spcPts val="400"/>
              </a:spcAft>
            </a:pPr>
            <a:r>
              <a:rPr lang="ja-JP" altLang="en-US" sz="2000" b="1" dirty="0">
                <a:solidFill>
                  <a:srgbClr val="222222"/>
                </a:solidFill>
                <a:latin typeface="Noto Sans JP"/>
              </a:rPr>
              <a:t>今後の展望</a:t>
            </a:r>
            <a:endParaRPr lang="en-US" altLang="ja-JP" sz="2000" b="1" dirty="0">
              <a:solidFill>
                <a:srgbClr val="222222"/>
              </a:solidFill>
              <a:latin typeface="Noto Sans JP"/>
            </a:endParaRPr>
          </a:p>
          <a:p>
            <a:pPr>
              <a:spcAft>
                <a:spcPts val="400"/>
              </a:spcAft>
            </a:pPr>
            <a:r>
              <a:rPr lang="ja-JP" altLang="en-US" sz="2000" dirty="0">
                <a:solidFill>
                  <a:srgbClr val="222222"/>
                </a:solidFill>
                <a:latin typeface="Noto Sans JP"/>
              </a:rPr>
              <a:t>・実用的なデータセット、モデルを拡張する適切な観点を検討し、</a:t>
            </a:r>
            <a:r>
              <a:rPr lang="en-US" altLang="ja-JP" sz="2000" dirty="0">
                <a:solidFill>
                  <a:srgbClr val="222222"/>
                </a:solidFill>
                <a:latin typeface="Noto Sans JP"/>
              </a:rPr>
              <a:t>2</a:t>
            </a:r>
            <a:r>
              <a:rPr lang="ja-JP" altLang="en-US" sz="2000" dirty="0">
                <a:solidFill>
                  <a:srgbClr val="222222"/>
                </a:solidFill>
                <a:latin typeface="Noto Sans JP"/>
              </a:rPr>
              <a:t>巡目以降を実施</a:t>
            </a:r>
            <a:endParaRPr lang="en-US" altLang="ja-JP" sz="2000" dirty="0">
              <a:solidFill>
                <a:srgbClr val="222222"/>
              </a:solidFill>
              <a:latin typeface="Noto Sans JP"/>
            </a:endParaRPr>
          </a:p>
        </p:txBody>
      </p:sp>
    </p:spTree>
    <p:extLst>
      <p:ext uri="{BB962C8B-B14F-4D97-AF65-F5344CB8AC3E}">
        <p14:creationId xmlns:p14="http://schemas.microsoft.com/office/powerpoint/2010/main" val="1265696255"/>
      </p:ext>
    </p:extLst>
  </p:cSld>
  <p:clrMapOvr>
    <a:masterClrMapping/>
  </p:clrMapOvr>
</p:sld>
</file>

<file path=ppt/theme/theme1.xml><?xml version="1.0" encoding="utf-8"?>
<a:theme xmlns:a="http://schemas.openxmlformats.org/drawingml/2006/main" name="Office Theme">
  <a:themeElements>
    <a:clrScheme name="ataka">
      <a:dk1>
        <a:sysClr val="windowText" lastClr="000000"/>
      </a:dk1>
      <a:lt1>
        <a:sysClr val="window" lastClr="FFFFFF"/>
      </a:lt1>
      <a:dk2>
        <a:srgbClr val="44546A"/>
      </a:dk2>
      <a:lt2>
        <a:srgbClr val="E7E6E6"/>
      </a:lt2>
      <a:accent1>
        <a:srgbClr val="006699"/>
      </a:accent1>
      <a:accent2>
        <a:srgbClr val="FF3300"/>
      </a:accent2>
      <a:accent3>
        <a:srgbClr val="A5A5A5"/>
      </a:accent3>
      <a:accent4>
        <a:srgbClr val="FFC000"/>
      </a:accent4>
      <a:accent5>
        <a:srgbClr val="5B9BD5"/>
      </a:accent5>
      <a:accent6>
        <a:srgbClr val="70AD47"/>
      </a:accent6>
      <a:hlink>
        <a:srgbClr val="0563C1"/>
      </a:hlink>
      <a:folHlink>
        <a:srgbClr val="954F72"/>
      </a:folHlink>
    </a:clrScheme>
    <a:fontScheme name="UD Slide">
      <a:majorFont>
        <a:latin typeface="Segoe UI"/>
        <a:ea typeface="BIZ UDGothic"/>
        <a:cs typeface=""/>
      </a:majorFont>
      <a:minorFont>
        <a:latin typeface="Segoe UI"/>
        <a:ea typeface="BIZ UDGothi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81a6398-a7c7-453b-b7c7-722cd86c103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C48C65AB480B74A898A96065A706975" ma:contentTypeVersion="16" ma:contentTypeDescription="新しいドキュメントを作成します。" ma:contentTypeScope="" ma:versionID="302ce235408e83e8265b158f2a6fb236">
  <xsd:schema xmlns:xsd="http://www.w3.org/2001/XMLSchema" xmlns:xs="http://www.w3.org/2001/XMLSchema" xmlns:p="http://schemas.microsoft.com/office/2006/metadata/properties" xmlns:ns3="981a6398-a7c7-453b-b7c7-722cd86c1035" xmlns:ns4="755413fb-6b5e-4a11-9108-91cec50f39ba" targetNamespace="http://schemas.microsoft.com/office/2006/metadata/properties" ma:root="true" ma:fieldsID="f549494a49d89a2ae1fb954d479086d8" ns3:_="" ns4:_="">
    <xsd:import namespace="981a6398-a7c7-453b-b7c7-722cd86c1035"/>
    <xsd:import namespace="755413fb-6b5e-4a11-9108-91cec50f39ba"/>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Details" minOccurs="0"/>
                <xsd:element ref="ns4:SharingHintHash" minOccurs="0"/>
                <xsd:element ref="ns4:SharedWithUsers" minOccurs="0"/>
                <xsd:element ref="ns3:MediaServiceDateTaken" minOccurs="0"/>
                <xsd:element ref="ns3:MediaLengthInSeconds" minOccurs="0"/>
                <xsd:element ref="ns3:_activity" minOccurs="0"/>
                <xsd:element ref="ns3:MediaServiceLocation"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1a6398-a7c7-453b-b7c7-722cd86c10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5413fb-6b5e-4a11-9108-91cec50f39ba" elementFormDefault="qualified">
    <xsd:import namespace="http://schemas.microsoft.com/office/2006/documentManagement/types"/>
    <xsd:import namespace="http://schemas.microsoft.com/office/infopath/2007/PartnerControls"/>
    <xsd:element name="SharedWithDetails" ma:index="14" nillable="true" ma:displayName="共有相手の詳細情報" ma:internalName="SharedWithDetails" ma:readOnly="true">
      <xsd:simpleType>
        <xsd:restriction base="dms:Note">
          <xsd:maxLength value="255"/>
        </xsd:restriction>
      </xsd:simpleType>
    </xsd:element>
    <xsd:element name="SharingHintHash" ma:index="15" nillable="true" ma:displayName="共有のヒントのハッシュ" ma:hidden="true" ma:internalName="SharingHintHash" ma:readOnly="true">
      <xsd:simpleType>
        <xsd:restriction base="dms:Text"/>
      </xsd:simpleType>
    </xsd:element>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3F2EDB-B8FA-4ECB-9B99-E00F8C796FB7}">
  <ds:schemaRefs>
    <ds:schemaRef ds:uri="http://schemas.microsoft.com/sharepoint/v3/contenttype/forms"/>
  </ds:schemaRefs>
</ds:datastoreItem>
</file>

<file path=customXml/itemProps2.xml><?xml version="1.0" encoding="utf-8"?>
<ds:datastoreItem xmlns:ds="http://schemas.openxmlformats.org/officeDocument/2006/customXml" ds:itemID="{B097FFD5-1240-413C-A802-68446FC40684}">
  <ds:schemaRefs>
    <ds:schemaRef ds:uri="http://purl.org/dc/terms/"/>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981a6398-a7c7-453b-b7c7-722cd86c1035"/>
    <ds:schemaRef ds:uri="755413fb-6b5e-4a11-9108-91cec50f39ba"/>
    <ds:schemaRef ds:uri="http://purl.org/dc/dcmitype/"/>
    <ds:schemaRef ds:uri="http://purl.org/dc/elements/1.1/"/>
  </ds:schemaRefs>
</ds:datastoreItem>
</file>

<file path=customXml/itemProps3.xml><?xml version="1.0" encoding="utf-8"?>
<ds:datastoreItem xmlns:ds="http://schemas.openxmlformats.org/officeDocument/2006/customXml" ds:itemID="{AC3AC93D-4E71-4252-83D1-BD51B3C2E1A8}">
  <ds:schemaRefs>
    <ds:schemaRef ds:uri="755413fb-6b5e-4a11-9108-91cec50f39ba"/>
    <ds:schemaRef ds:uri="981a6398-a7c7-453b-b7c7-722cd86c103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emplate>TM02900769[[fn=Retrospect]]</Template>
  <TotalTime>7033</TotalTime>
  <Words>3037</Words>
  <Application>Microsoft Office PowerPoint</Application>
  <PresentationFormat>ワイド画面</PresentationFormat>
  <Paragraphs>525</Paragraphs>
  <Slides>15</Slides>
  <Notes>15</Notes>
  <HiddenSlides>0</HiddenSlides>
  <MMClips>7</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15</vt:i4>
      </vt:variant>
    </vt:vector>
  </HeadingPairs>
  <TitlesOfParts>
    <vt:vector size="27" baseType="lpstr">
      <vt:lpstr>Arial</vt:lpstr>
      <vt:lpstr>游ゴシック</vt:lpstr>
      <vt:lpstr>Noto Sans JP</vt:lpstr>
      <vt:lpstr>Segoe WPC</vt:lpstr>
      <vt:lpstr>BIZ UDGothic</vt:lpstr>
      <vt:lpstr>游ゴシック Medium</vt:lpstr>
      <vt:lpstr>ＭＳ ゴシック</vt:lpstr>
      <vt:lpstr>Segoe UI</vt:lpstr>
      <vt:lpstr>Calibri</vt:lpstr>
      <vt:lpstr>ＭＳ Ｐゴシック</vt:lpstr>
      <vt:lpstr>BIZ UDP明朝 Medium</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dc:title>
  <dc:creator>ACEM2-15 ac32814x(長岡高専)</dc:creator>
  <cp:lastModifiedBy>ACEM2-21 ac37822m(長岡高専)</cp:lastModifiedBy>
  <cp:revision>1</cp:revision>
  <dcterms:created xsi:type="dcterms:W3CDTF">2022-01-28T04:44:58Z</dcterms:created>
  <dcterms:modified xsi:type="dcterms:W3CDTF">2026-09-22T14:22:41Z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0x010100AC48C65AB480B74A898A96065A706975</vt:lpwstr>
  </property>
</Properties>
</file>