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18"/>
  </p:notesMasterIdLst>
  <p:sldIdLst>
    <p:sldId id="256" r:id="rId5"/>
    <p:sldId id="257" r:id="rId6"/>
    <p:sldId id="260" r:id="rId7"/>
    <p:sldId id="261" r:id="rId8"/>
    <p:sldId id="267" r:id="rId9"/>
    <p:sldId id="271" r:id="rId10"/>
    <p:sldId id="270" r:id="rId11"/>
    <p:sldId id="263" r:id="rId12"/>
    <p:sldId id="272" r:id="rId13"/>
    <p:sldId id="266" r:id="rId14"/>
    <p:sldId id="268" r:id="rId15"/>
    <p:sldId id="262" r:id="rId16"/>
    <p:sldId id="269" r:id="rId17"/>
  </p:sldIdLst>
  <p:sldSz cx="12192000" cy="6858000"/>
  <p:notesSz cx="6858000" cy="9144000"/>
  <p:embeddedFontLst>
    <p:embeddedFont>
      <p:font typeface="BIZ UDGothic" panose="020B0400000000000000" pitchFamily="49" charset="-128"/>
      <p:regular r:id="rId19"/>
      <p:bold r:id="rId20"/>
    </p:embeddedFont>
    <p:embeddedFont>
      <p:font typeface="Noto Sans JP" panose="020B0200000000000000" pitchFamily="50" charset="-128"/>
      <p:regular r:id="rId21"/>
      <p:bold r:id="rId22"/>
    </p:embeddedFont>
    <p:embeddedFont>
      <p:font typeface="Segoe UI" panose="020B0502040204020203" pitchFamily="34" charset="0"/>
      <p:regular r:id="rId23"/>
      <p:bold r:id="rId24"/>
      <p:italic r:id="rId25"/>
      <p:boldItalic r:id="rId26"/>
    </p:embeddedFont>
    <p:embeddedFont>
      <p:font typeface="游ゴシック" panose="020B0400000000000000" pitchFamily="50" charset="-128"/>
      <p:regular r:id="rId27"/>
      <p:bold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99"/>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3F7C56-C28E-4C80-99CE-18D956E35EA3}" v="4" dt="2026-09-07T15:18:14.023"/>
    <p1510:client id="{4CC4B614-ACA6-44BE-B526-790BCE883FC6}" v="2" dt="2026-09-08T02:35:10.963"/>
    <p1510:client id="{851DFBAE-7E0A-4C91-88C9-53B335EC0029}" v="3" dt="2026-09-07T05:59:26.378"/>
    <p1510:client id="{B57630DF-9760-4C94-836A-64DB97A18A62}" v="4" dt="2026-09-07T13:42:19.47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485" autoAdjust="0"/>
  </p:normalViewPr>
  <p:slideViewPr>
    <p:cSldViewPr snapToGrid="0">
      <p:cViewPr>
        <p:scale>
          <a:sx n="66" d="100"/>
          <a:sy n="66" d="100"/>
        </p:scale>
        <p:origin x="2274" y="474"/>
      </p:cViewPr>
      <p:guideLst>
        <p:guide orient="horz" pos="2183"/>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notesMaster" Target="notesMasters/notesMaster1.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 Id="rId24" Type="http://schemas.openxmlformats.org/officeDocument/2006/relationships/font" Target="fonts/font6.fntdata"/><Relationship Id="rId25" Type="http://schemas.openxmlformats.org/officeDocument/2006/relationships/font" Target="fonts/font7.fntdata"/><Relationship Id="rId26" Type="http://schemas.openxmlformats.org/officeDocument/2006/relationships/font" Target="fonts/font8.fntdata"/><Relationship Id="rId27" Type="http://schemas.openxmlformats.org/officeDocument/2006/relationships/font" Target="fonts/font9.fntdata"/><Relationship Id="rId28" Type="http://schemas.openxmlformats.org/officeDocument/2006/relationships/font" Target="fonts/font10.fntdata"/><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6/11/relationships/changesInfo" Target="changesInfos/changesInfo1.xml"/><Relationship Id="rId3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CEM2-21 ac37822m(長岡高専)" userId="45dd5a03-675d-49d7-a16d-8a5974401386" providerId="ADAL" clId="{0A89F58A-4406-444B-99B4-2490481C0A91}"/>
    <pc:docChg chg="undo custSel addSld modSld">
      <pc:chgData name="ACEM2-21 ac37822m(長岡高専)" userId="45dd5a03-675d-49d7-a16d-8a5974401386" providerId="ADAL" clId="{0A89F58A-4406-444B-99B4-2490481C0A91}" dt="2026-09-08T02:44:53.409" v="1466" actId="20577"/>
      <pc:docMkLst>
        <pc:docMk/>
      </pc:docMkLst>
      <pc:sldChg chg="modSp mod">
        <pc:chgData name="ACEM2-21 ac37822m(長岡高専)" userId="45dd5a03-675d-49d7-a16d-8a5974401386" providerId="ADAL" clId="{0A89F58A-4406-444B-99B4-2490481C0A91}" dt="2026-08-28T02:30:19.861" v="144" actId="1076"/>
        <pc:sldMkLst>
          <pc:docMk/>
          <pc:sldMk cId="1614531952" sldId="257"/>
        </pc:sldMkLst>
      </pc:sldChg>
      <pc:sldChg chg="addSp delSp modSp mod modNotesTx">
        <pc:chgData name="ACEM2-21 ac37822m(長岡高専)" userId="45dd5a03-675d-49d7-a16d-8a5974401386" providerId="ADAL" clId="{0A89F58A-4406-444B-99B4-2490481C0A91}" dt="2026-08-28T03:26:40.777" v="1002" actId="14100"/>
        <pc:sldMkLst>
          <pc:docMk/>
          <pc:sldMk cId="642173746" sldId="262"/>
        </pc:sldMkLst>
        <pc:spChg chg="add mod">
          <ac:chgData name="ACEM2-21 ac37822m(長岡高専)" userId="45dd5a03-675d-49d7-a16d-8a5974401386" providerId="ADAL" clId="{0A89F58A-4406-444B-99B4-2490481C0A91}" dt="2026-08-28T03:26:40.777" v="1002" actId="14100"/>
          <ac:spMkLst>
            <pc:docMk/>
            <pc:sldMk cId="642173746" sldId="262"/>
            <ac:spMk id="5" creationId="{FCDC865E-4ACC-17DF-588B-C80C695FF7B9}"/>
          </ac:spMkLst>
        </pc:spChg>
      </pc:sldChg>
      <pc:sldChg chg="addSp delSp modSp mod">
        <pc:chgData name="ACEM2-21 ac37822m(長岡高専)" userId="45dd5a03-675d-49d7-a16d-8a5974401386" providerId="ADAL" clId="{0A89F58A-4406-444B-99B4-2490481C0A91}" dt="2026-09-07T13:42:23.676" v="1377" actId="1076"/>
        <pc:sldMkLst>
          <pc:docMk/>
          <pc:sldMk cId="683892195" sldId="263"/>
        </pc:sldMkLst>
        <pc:spChg chg="mod">
          <ac:chgData name="ACEM2-21 ac37822m(長岡高専)" userId="45dd5a03-675d-49d7-a16d-8a5974401386" providerId="ADAL" clId="{0A89F58A-4406-444B-99B4-2490481C0A91}" dt="2026-08-28T02:40:20.190" v="378" actId="20577"/>
          <ac:spMkLst>
            <pc:docMk/>
            <pc:sldMk cId="683892195" sldId="263"/>
            <ac:spMk id="3" creationId="{9110F28A-CA9B-779F-0836-DA711CD3014F}"/>
          </ac:spMkLst>
        </pc:spChg>
        <pc:spChg chg="add del">
          <ac:chgData name="ACEM2-21 ac37822m(長岡高専)" userId="45dd5a03-675d-49d7-a16d-8a5974401386" providerId="ADAL" clId="{0A89F58A-4406-444B-99B4-2490481C0A91}" dt="2026-09-07T13:42:11.624" v="1375" actId="22"/>
          <ac:spMkLst>
            <pc:docMk/>
            <pc:sldMk cId="683892195" sldId="263"/>
            <ac:spMk id="15" creationId="{A7962E9C-5E26-1E55-DED5-8F3993E22393}"/>
          </ac:spMkLst>
        </pc:spChg>
        <pc:spChg chg="add mod">
          <ac:chgData name="ACEM2-21 ac37822m(長岡高専)" userId="45dd5a03-675d-49d7-a16d-8a5974401386" providerId="ADAL" clId="{0A89F58A-4406-444B-99B4-2490481C0A91}" dt="2026-08-28T03:30:06.283" v="1126" actId="20577"/>
          <ac:spMkLst>
            <pc:docMk/>
            <pc:sldMk cId="683892195" sldId="263"/>
            <ac:spMk id="17" creationId="{B09F0192-B95E-3FAA-855E-9F21C371D09D}"/>
          </ac:spMkLst>
        </pc:spChg>
        <pc:spChg chg="add del mod">
          <ac:chgData name="ACEM2-21 ac37822m(長岡高専)" userId="45dd5a03-675d-49d7-a16d-8a5974401386" providerId="ADAL" clId="{0A89F58A-4406-444B-99B4-2490481C0A91}" dt="2026-09-07T13:42:09.402" v="1373" actId="21"/>
          <ac:spMkLst>
            <pc:docMk/>
            <pc:sldMk cId="683892195" sldId="263"/>
            <ac:spMk id="27" creationId="{9F4087BC-9E2C-ECB0-D83B-A1E21230B45D}"/>
          </ac:spMkLst>
        </pc:spChg>
        <pc:graphicFrameChg chg="add del mod modGraphic">
          <ac:chgData name="ACEM2-21 ac37822m(長岡高専)" userId="45dd5a03-675d-49d7-a16d-8a5974401386" providerId="ADAL" clId="{0A89F58A-4406-444B-99B4-2490481C0A91}" dt="2026-09-07T13:42:09.402" v="1373" actId="21"/>
          <ac:graphicFrameMkLst>
            <pc:docMk/>
            <pc:sldMk cId="683892195" sldId="263"/>
            <ac:graphicFrameMk id="5" creationId="{7D3E0524-4E5C-5B35-8AE1-E739784470A0}"/>
          </ac:graphicFrameMkLst>
        </pc:graphicFrameChg>
        <pc:graphicFrameChg chg="add del">
          <ac:chgData name="ACEM2-21 ac37822m(長岡高専)" userId="45dd5a03-675d-49d7-a16d-8a5974401386" providerId="ADAL" clId="{0A89F58A-4406-444B-99B4-2490481C0A91}" dt="2026-09-07T13:42:11.624" v="1375" actId="22"/>
          <ac:graphicFrameMkLst>
            <pc:docMk/>
            <pc:sldMk cId="683892195" sldId="263"/>
            <ac:graphicFrameMk id="9" creationId="{2A4BBDFE-0307-3C7C-CCFF-66A1B647C2A6}"/>
          </ac:graphicFrameMkLst>
        </pc:graphicFrameChg>
        <pc:graphicFrameChg chg="add del">
          <ac:chgData name="ACEM2-21 ac37822m(長岡高専)" userId="45dd5a03-675d-49d7-a16d-8a5974401386" providerId="ADAL" clId="{0A89F58A-4406-444B-99B4-2490481C0A91}" dt="2026-09-07T13:42:11.624" v="1375" actId="22"/>
          <ac:graphicFrameMkLst>
            <pc:docMk/>
            <pc:sldMk cId="683892195" sldId="263"/>
            <ac:graphicFrameMk id="13" creationId="{8BB1528A-96C8-74FB-2846-CD957C73E48C}"/>
          </ac:graphicFrameMkLst>
        </pc:graphicFrameChg>
        <pc:graphicFrameChg chg="add mod">
          <ac:chgData name="ACEM2-21 ac37822m(長岡高専)" userId="45dd5a03-675d-49d7-a16d-8a5974401386" providerId="ADAL" clId="{0A89F58A-4406-444B-99B4-2490481C0A91}" dt="2026-09-07T13:42:23.676" v="1377" actId="1076"/>
          <ac:graphicFrameMkLst>
            <pc:docMk/>
            <pc:sldMk cId="683892195" sldId="263"/>
            <ac:graphicFrameMk id="16" creationId="{6396EBB3-91B6-D4C4-20ED-2DCBC553AC72}"/>
          </ac:graphicFrameMkLst>
        </pc:graphicFrameChg>
        <pc:graphicFrameChg chg="add del mod">
          <ac:chgData name="ACEM2-21 ac37822m(長岡高専)" userId="45dd5a03-675d-49d7-a16d-8a5974401386" providerId="ADAL" clId="{0A89F58A-4406-444B-99B4-2490481C0A91}" dt="2026-09-07T13:42:09.402" v="1373" actId="21"/>
          <ac:graphicFrameMkLst>
            <pc:docMk/>
            <pc:sldMk cId="683892195" sldId="263"/>
            <ac:graphicFrameMk id="25" creationId="{E522F15E-05FD-82FE-FAC9-294D6FDF2987}"/>
          </ac:graphicFrameMkLst>
        </pc:graphicFrameChg>
      </pc:sldChg>
      <pc:sldChg chg="addSp delSp modSp mod">
        <pc:chgData name="ACEM2-21 ac37822m(長岡高専)" userId="45dd5a03-675d-49d7-a16d-8a5974401386" providerId="ADAL" clId="{0A89F58A-4406-444B-99B4-2490481C0A91}" dt="2026-09-07T14:09:55.514" v="1383" actId="732"/>
        <pc:sldMkLst>
          <pc:docMk/>
          <pc:sldMk cId="1578321219" sldId="266"/>
        </pc:sldMkLst>
        <pc:spChg chg="mod">
          <ac:chgData name="ACEM2-21 ac37822m(長岡高専)" userId="45dd5a03-675d-49d7-a16d-8a5974401386" providerId="ADAL" clId="{0A89F58A-4406-444B-99B4-2490481C0A91}" dt="2026-08-28T02:41:18.280" v="500" actId="20577"/>
          <ac:spMkLst>
            <pc:docMk/>
            <pc:sldMk cId="1578321219" sldId="266"/>
            <ac:spMk id="3" creationId="{3802E31C-8F6B-DF03-DF2C-7DE164EEEE5A}"/>
          </ac:spMkLst>
        </pc:spChg>
        <pc:spChg chg="add del mod">
          <ac:chgData name="ACEM2-21 ac37822m(長岡高専)" userId="45dd5a03-675d-49d7-a16d-8a5974401386" providerId="ADAL" clId="{0A89F58A-4406-444B-99B4-2490481C0A91}" dt="2026-09-07T14:09:42.835" v="1378" actId="21"/>
          <ac:spMkLst>
            <pc:docMk/>
            <pc:sldMk cId="1578321219" sldId="266"/>
            <ac:spMk id="8" creationId="{3A6FE374-2385-8827-DA85-2588C1F9CB7C}"/>
          </ac:spMkLst>
        </pc:spChg>
        <pc:spChg chg="add del mod">
          <ac:chgData name="ACEM2-21 ac37822m(長岡高専)" userId="45dd5a03-675d-49d7-a16d-8a5974401386" providerId="ADAL" clId="{0A89F58A-4406-444B-99B4-2490481C0A91}" dt="2026-09-07T14:09:42.835" v="1378" actId="21"/>
          <ac:spMkLst>
            <pc:docMk/>
            <pc:sldMk cId="1578321219" sldId="266"/>
            <ac:spMk id="15" creationId="{681461BF-7D13-7710-51C3-1497DB6446D0}"/>
          </ac:spMkLst>
        </pc:spChg>
        <pc:graphicFrameChg chg="add del mod modGraphic">
          <ac:chgData name="ACEM2-21 ac37822m(長岡高専)" userId="45dd5a03-675d-49d7-a16d-8a5974401386" providerId="ADAL" clId="{0A89F58A-4406-444B-99B4-2490481C0A91}" dt="2026-09-07T14:09:42.835" v="1378" actId="21"/>
          <ac:graphicFrameMkLst>
            <pc:docMk/>
            <pc:sldMk cId="1578321219" sldId="266"/>
            <ac:graphicFrameMk id="4" creationId="{1B9112EA-FC60-B916-8C1C-030FFDA3A5C1}"/>
          </ac:graphicFrameMkLst>
        </pc:graphicFrameChg>
        <pc:picChg chg="add mod modCrop">
          <ac:chgData name="ACEM2-21 ac37822m(長岡高専)" userId="45dd5a03-675d-49d7-a16d-8a5974401386" providerId="ADAL" clId="{0A89F58A-4406-444B-99B4-2490481C0A91}" dt="2026-09-07T14:09:55.514" v="1383" actId="732"/>
          <ac:picMkLst>
            <pc:docMk/>
            <pc:sldMk cId="1578321219" sldId="266"/>
            <ac:picMk id="9" creationId="{FF9669AF-A6ED-DFDF-7B3D-69046A6BEE13}"/>
          </ac:picMkLst>
        </pc:picChg>
      </pc:sldChg>
      <pc:sldChg chg="addSp delSp modSp mod">
        <pc:chgData name="ACEM2-21 ac37822m(長岡高専)" userId="45dd5a03-675d-49d7-a16d-8a5974401386" providerId="ADAL" clId="{0A89F58A-4406-444B-99B4-2490481C0A91}" dt="2026-08-28T02:38:53.052" v="267" actId="14734"/>
        <pc:sldMkLst>
          <pc:docMk/>
          <pc:sldMk cId="3400072852" sldId="267"/>
        </pc:sldMkLst>
        <pc:graphicFrameChg chg="add mod modGraphic">
          <ac:chgData name="ACEM2-21 ac37822m(長岡高専)" userId="45dd5a03-675d-49d7-a16d-8a5974401386" providerId="ADAL" clId="{0A89F58A-4406-444B-99B4-2490481C0A91}" dt="2026-08-28T02:38:53.052" v="267" actId="14734"/>
          <ac:graphicFrameMkLst>
            <pc:docMk/>
            <pc:sldMk cId="3400072852" sldId="267"/>
            <ac:graphicFrameMk id="4" creationId="{20D09AF3-8A14-F111-FDBF-14A2E821E54B}"/>
          </ac:graphicFrameMkLst>
        </pc:graphicFrameChg>
      </pc:sldChg>
      <pc:sldChg chg="addSp delSp modSp mod">
        <pc:chgData name="ACEM2-21 ac37822m(長岡高専)" userId="45dd5a03-675d-49d7-a16d-8a5974401386" providerId="ADAL" clId="{0A89F58A-4406-444B-99B4-2490481C0A91}" dt="2026-09-07T14:57:46.295" v="1391" actId="1076"/>
        <pc:sldMkLst>
          <pc:docMk/>
          <pc:sldMk cId="3630399525" sldId="268"/>
        </pc:sldMkLst>
        <pc:picChg chg="add mod">
          <ac:chgData name="ACEM2-21 ac37822m(長岡高専)" userId="45dd5a03-675d-49d7-a16d-8a5974401386" providerId="ADAL" clId="{0A89F58A-4406-444B-99B4-2490481C0A91}" dt="2026-09-07T14:57:21.660" v="1386" actId="14100"/>
          <ac:picMkLst>
            <pc:docMk/>
            <pc:sldMk cId="3630399525" sldId="268"/>
            <ac:picMk id="5" creationId="{3B36768D-EE4D-4B79-811A-0D40FCBC51C9}"/>
          </ac:picMkLst>
        </pc:picChg>
        <pc:picChg chg="add mod">
          <ac:chgData name="ACEM2-21 ac37822m(長岡高専)" userId="45dd5a03-675d-49d7-a16d-8a5974401386" providerId="ADAL" clId="{0A89F58A-4406-444B-99B4-2490481C0A91}" dt="2026-09-07T14:57:46.295" v="1391" actId="1076"/>
          <ac:picMkLst>
            <pc:docMk/>
            <pc:sldMk cId="3630399525" sldId="268"/>
            <ac:picMk id="9" creationId="{DCA12BEC-C7EE-DF7F-7A6B-5D2A48A97674}"/>
          </ac:picMkLst>
        </pc:picChg>
      </pc:sldChg>
      <pc:sldChg chg="modSp mod">
        <pc:chgData name="ACEM2-21 ac37822m(長岡高専)" userId="45dd5a03-675d-49d7-a16d-8a5974401386" providerId="ADAL" clId="{0A89F58A-4406-444B-99B4-2490481C0A91}" dt="2026-08-28T02:43:38.380" v="502" actId="20577"/>
        <pc:sldMkLst>
          <pc:docMk/>
          <pc:sldMk cId="1265696255" sldId="269"/>
        </pc:sldMkLst>
        <pc:spChg chg="mod">
          <ac:chgData name="ACEM2-21 ac37822m(長岡高専)" userId="45dd5a03-675d-49d7-a16d-8a5974401386" providerId="ADAL" clId="{0A89F58A-4406-444B-99B4-2490481C0A91}" dt="2026-08-28T02:43:36.171" v="501" actId="20577"/>
          <ac:spMkLst>
            <pc:docMk/>
            <pc:sldMk cId="1265696255" sldId="269"/>
            <ac:spMk id="5" creationId="{481F3886-3DE3-76F0-1C75-EB43A3572131}"/>
          </ac:spMkLst>
        </pc:spChg>
        <pc:spChg chg="mod">
          <ac:chgData name="ACEM2-21 ac37822m(長岡高専)" userId="45dd5a03-675d-49d7-a16d-8a5974401386" providerId="ADAL" clId="{0A89F58A-4406-444B-99B4-2490481C0A91}" dt="2026-08-28T02:43:38.380" v="502" actId="20577"/>
          <ac:spMkLst>
            <pc:docMk/>
            <pc:sldMk cId="1265696255" sldId="269"/>
            <ac:spMk id="12" creationId="{00000000-0000-0000-0000-000000000000}"/>
          </ac:spMkLst>
        </pc:spChg>
      </pc:sldChg>
      <pc:sldChg chg="addSp delSp modSp add mod delAnim modAnim">
        <pc:chgData name="ACEM2-21 ac37822m(長岡高専)" userId="45dd5a03-675d-49d7-a16d-8a5974401386" providerId="ADAL" clId="{0A89F58A-4406-444B-99B4-2490481C0A91}" dt="2026-09-08T02:36:36.920" v="1437" actId="1076"/>
        <pc:sldMkLst>
          <pc:docMk/>
          <pc:sldMk cId="3476658783" sldId="270"/>
        </pc:sldMkLst>
        <pc:spChg chg="mod">
          <ac:chgData name="ACEM2-21 ac37822m(長岡高専)" userId="45dd5a03-675d-49d7-a16d-8a5974401386" providerId="ADAL" clId="{0A89F58A-4406-444B-99B4-2490481C0A91}" dt="2026-08-28T03:31:27.403" v="1274" actId="20577"/>
          <ac:spMkLst>
            <pc:docMk/>
            <pc:sldMk cId="3476658783" sldId="270"/>
            <ac:spMk id="3" creationId="{728020B5-2B10-460C-FAB5-89773203F787}"/>
          </ac:spMkLst>
        </pc:spChg>
        <pc:spChg chg="del">
          <ac:chgData name="ACEM2-21 ac37822m(長岡高専)" userId="45dd5a03-675d-49d7-a16d-8a5974401386" providerId="ADAL" clId="{0A89F58A-4406-444B-99B4-2490481C0A91}" dt="2026-09-08T02:34:42.966" v="1421" actId="21"/>
          <ac:spMkLst>
            <pc:docMk/>
            <pc:sldMk cId="3476658783" sldId="270"/>
            <ac:spMk id="5" creationId="{C8E50009-ADE9-FFF5-C20C-FE10ADFB8A92}"/>
          </ac:spMkLst>
        </pc:spChg>
        <pc:spChg chg="add mod">
          <ac:chgData name="ACEM2-21 ac37822m(長岡高専)" userId="45dd5a03-675d-49d7-a16d-8a5974401386" providerId="ADAL" clId="{0A89F58A-4406-444B-99B4-2490481C0A91}" dt="2026-09-08T02:36:36.920" v="1437" actId="1076"/>
          <ac:spMkLst>
            <pc:docMk/>
            <pc:sldMk cId="3476658783" sldId="270"/>
            <ac:spMk id="13" creationId="{737E4934-9B63-BFD3-76F4-237772BB05D3}"/>
          </ac:spMkLst>
        </pc:spChg>
        <pc:spChg chg="mod">
          <ac:chgData name="ACEM2-21 ac37822m(長岡高専)" userId="45dd5a03-675d-49d7-a16d-8a5974401386" providerId="ADAL" clId="{0A89F58A-4406-444B-99B4-2490481C0A91}" dt="2026-09-08T02:36:25.049" v="1435" actId="1076"/>
          <ac:spMkLst>
            <pc:docMk/>
            <pc:sldMk cId="3476658783" sldId="270"/>
            <ac:spMk id="16" creationId="{CAB8ECF6-28D2-95A0-DEF2-A0615990BB1B}"/>
          </ac:spMkLst>
        </pc:spChg>
        <pc:graphicFrameChg chg="mod modGraphic">
          <ac:chgData name="ACEM2-21 ac37822m(長岡高専)" userId="45dd5a03-675d-49d7-a16d-8a5974401386" providerId="ADAL" clId="{0A89F58A-4406-444B-99B4-2490481C0A91}" dt="2026-09-08T02:36:36.920" v="1437" actId="1076"/>
          <ac:graphicFrameMkLst>
            <pc:docMk/>
            <pc:sldMk cId="3476658783" sldId="270"/>
            <ac:graphicFrameMk id="14" creationId="{B4FCD05F-7BA4-C074-3B68-DDDEF0021D71}"/>
          </ac:graphicFrameMkLst>
        </pc:graphicFrameChg>
        <pc:picChg chg="add del mod">
          <ac:chgData name="ACEM2-21 ac37822m(長岡高専)" userId="45dd5a03-675d-49d7-a16d-8a5974401386" providerId="ADAL" clId="{0A89F58A-4406-444B-99B4-2490481C0A91}" dt="2026-09-08T02:36:14.500" v="1430" actId="478"/>
          <ac:picMkLst>
            <pc:docMk/>
            <pc:sldMk cId="3476658783" sldId="270"/>
            <ac:picMk id="4" creationId="{BD125C61-610B-5D0A-0CEE-CD443D82EEF0}"/>
          </ac:picMkLst>
        </pc:picChg>
        <pc:picChg chg="add mod">
          <ac:chgData name="ACEM2-21 ac37822m(長岡高専)" userId="45dd5a03-675d-49d7-a16d-8a5974401386" providerId="ADAL" clId="{0A89F58A-4406-444B-99B4-2490481C0A91}" dt="2026-09-08T02:36:25.049" v="1435" actId="1076"/>
          <ac:picMkLst>
            <pc:docMk/>
            <pc:sldMk cId="3476658783" sldId="270"/>
            <ac:picMk id="9" creationId="{0267AA8A-F959-746E-7534-C4E93B0FA3D7}"/>
          </ac:picMkLst>
        </pc:picChg>
      </pc:sldChg>
      <pc:sldChg chg="addSp delSp modSp mod">
        <pc:chgData name="ACEM2-21 ac37822m(長岡高専)" userId="45dd5a03-675d-49d7-a16d-8a5974401386" providerId="ADAL" clId="{0A89F58A-4406-444B-99B4-2490481C0A91}" dt="2026-09-08T02:44:53.409" v="1466" actId="20577"/>
        <pc:sldMkLst>
          <pc:docMk/>
          <pc:sldMk cId="3866805907" sldId="271"/>
        </pc:sldMkLst>
        <pc:spChg chg="mod">
          <ac:chgData name="ACEM2-21 ac37822m(長岡高専)" userId="45dd5a03-675d-49d7-a16d-8a5974401386" providerId="ADAL" clId="{0A89F58A-4406-444B-99B4-2490481C0A91}" dt="2026-09-08T02:44:53.409" v="1466" actId="20577"/>
          <ac:spMkLst>
            <pc:docMk/>
            <pc:sldMk cId="3866805907" sldId="271"/>
            <ac:spMk id="3" creationId="{02F4A2C7-49CF-E7BA-8532-F781A2BDB5BA}"/>
          </ac:spMkLst>
        </pc:spChg>
        <pc:spChg chg="mod">
          <ac:chgData name="ACEM2-21 ac37822m(長岡高専)" userId="45dd5a03-675d-49d7-a16d-8a5974401386" providerId="ADAL" clId="{0A89F58A-4406-444B-99B4-2490481C0A91}" dt="2026-09-08T02:39:39.583" v="1449" actId="1076"/>
          <ac:spMkLst>
            <pc:docMk/>
            <pc:sldMk cId="3866805907" sldId="271"/>
            <ac:spMk id="15" creationId="{D9F7A871-EA1B-147C-499B-D9F51E8A5C83}"/>
          </ac:spMkLst>
        </pc:spChg>
        <pc:picChg chg="add mod modCrop">
          <ac:chgData name="ACEM2-21 ac37822m(長岡高専)" userId="45dd5a03-675d-49d7-a16d-8a5974401386" providerId="ADAL" clId="{0A89F58A-4406-444B-99B4-2490481C0A91}" dt="2026-09-08T02:39:32.605" v="1448" actId="14100"/>
          <ac:picMkLst>
            <pc:docMk/>
            <pc:sldMk cId="3866805907" sldId="271"/>
            <ac:picMk id="5" creationId="{406E3B76-5C81-73C8-3593-D2C863050346}"/>
          </ac:picMkLst>
        </pc:picChg>
        <pc:picChg chg="del">
          <ac:chgData name="ACEM2-21 ac37822m(長岡高専)" userId="45dd5a03-675d-49d7-a16d-8a5974401386" providerId="ADAL" clId="{0A89F58A-4406-444B-99B4-2490481C0A91}" dt="2026-09-08T02:38:42.528" v="1438" actId="21"/>
          <ac:picMkLst>
            <pc:docMk/>
            <pc:sldMk cId="3866805907" sldId="271"/>
            <ac:picMk id="8" creationId="{C456D793-E58B-4870-36C5-37F1AF7C9B1E}"/>
          </ac:picMkLst>
        </pc:picChg>
        <pc:picChg chg="add mod">
          <ac:chgData name="ACEM2-21 ac37822m(長岡高専)" userId="45dd5a03-675d-49d7-a16d-8a5974401386" providerId="ADAL" clId="{0A89F58A-4406-444B-99B4-2490481C0A91}" dt="2026-09-08T02:39:05.815" v="1443" actId="1076"/>
          <ac:picMkLst>
            <pc:docMk/>
            <pc:sldMk cId="3866805907" sldId="271"/>
            <ac:picMk id="12" creationId="{F1EC96C6-EBA4-AAB0-EF82-1C3D0E52517A}"/>
          </ac:picMkLst>
        </pc:picChg>
        <pc:picChg chg="del">
          <ac:chgData name="ACEM2-21 ac37822m(長岡高専)" userId="45dd5a03-675d-49d7-a16d-8a5974401386" providerId="ADAL" clId="{0A89F58A-4406-444B-99B4-2490481C0A91}" dt="2026-09-08T02:38:42.528" v="1438" actId="21"/>
          <ac:picMkLst>
            <pc:docMk/>
            <pc:sldMk cId="3866805907" sldId="271"/>
            <ac:picMk id="13" creationId="{F6A67BC2-1EC0-FEC9-C4DB-80C9C8C7DA64}"/>
          </ac:picMkLst>
        </pc:picChg>
        <pc:picChg chg="add mod modCrop">
          <ac:chgData name="ACEM2-21 ac37822m(長岡高専)" userId="45dd5a03-675d-49d7-a16d-8a5974401386" providerId="ADAL" clId="{0A89F58A-4406-444B-99B4-2490481C0A91}" dt="2026-09-08T02:44:21.625" v="1457" actId="1076"/>
          <ac:picMkLst>
            <pc:docMk/>
            <pc:sldMk cId="3866805907" sldId="271"/>
            <ac:picMk id="17" creationId="{4ED829AE-7E06-617F-240C-EAC80CA3F638}"/>
          </ac:picMkLst>
        </pc:picChg>
        <pc:picChg chg="del">
          <ac:chgData name="ACEM2-21 ac37822m(長岡高専)" userId="45dd5a03-675d-49d7-a16d-8a5974401386" providerId="ADAL" clId="{0A89F58A-4406-444B-99B4-2490481C0A91}" dt="2026-09-08T02:44:06.666" v="1452" actId="21"/>
          <ac:picMkLst>
            <pc:docMk/>
            <pc:sldMk cId="3866805907" sldId="271"/>
            <ac:picMk id="18" creationId="{915A7BA2-E915-95FA-F43A-7B396B39EC63}"/>
          </ac:picMkLst>
        </pc:picChg>
      </pc:sldChg>
      <pc:sldChg chg="addSp delSp modSp mod">
        <pc:chgData name="ACEM2-21 ac37822m(長岡高専)" userId="45dd5a03-675d-49d7-a16d-8a5974401386" providerId="ADAL" clId="{0A89F58A-4406-444B-99B4-2490481C0A91}" dt="2026-09-07T13:35:52.336" v="1372" actId="1076"/>
        <pc:sldMkLst>
          <pc:docMk/>
          <pc:sldMk cId="315102233" sldId="272"/>
        </pc:sldMkLst>
        <pc:graphicFrameChg chg="add del mod modGraphic">
          <ac:chgData name="ACEM2-21 ac37822m(長岡高専)" userId="45dd5a03-675d-49d7-a16d-8a5974401386" providerId="ADAL" clId="{0A89F58A-4406-444B-99B4-2490481C0A91}" dt="2026-09-07T13:31:33.537" v="1368" actId="21"/>
          <ac:graphicFrameMkLst>
            <pc:docMk/>
            <pc:sldMk cId="315102233" sldId="272"/>
            <ac:graphicFrameMk id="4" creationId="{84F25B5A-9C08-3793-E952-12E50C6C3ECD}"/>
          </ac:graphicFrameMkLst>
        </pc:graphicFrameChg>
        <pc:graphicFrameChg chg="add mod modGraphic">
          <ac:chgData name="ACEM2-21 ac37822m(長岡高専)" userId="45dd5a03-675d-49d7-a16d-8a5974401386" providerId="ADAL" clId="{0A89F58A-4406-444B-99B4-2490481C0A91}" dt="2026-09-07T13:35:52.336" v="1372" actId="1076"/>
          <ac:graphicFrameMkLst>
            <pc:docMk/>
            <pc:sldMk cId="315102233" sldId="272"/>
            <ac:graphicFrameMk id="5" creationId="{0DCFCCFF-3AB7-A1B2-ED35-E577EB6C5205}"/>
          </ac:graphicFrameMkLst>
        </pc:graphicFrameChg>
      </pc:sldChg>
    </pc:docChg>
  </pc:docChgLst>
  <pc:docChgLst>
    <pc:chgData name="ACEM2-21 ac37822m(長岡高専)" userId="45dd5a03-675d-49d7-a16d-8a5974401386" providerId="ADAL" clId="{995BAEAC-821C-448C-A5E1-6B825DA00774}"/>
    <pc:docChg chg="undo custSel addSld delSld modSld sldOrd">
      <pc:chgData name="ACEM2-21 ac37822m(長岡高専)" userId="45dd5a03-675d-49d7-a16d-8a5974401386" providerId="ADAL" clId="{995BAEAC-821C-448C-A5E1-6B825DA00774}" dt="2026-09-07T06:09:43.865" v="6353" actId="20577"/>
      <pc:docMkLst>
        <pc:docMk/>
      </pc:docMkLst>
      <pc:sldChg chg="addSp delSp modSp mod modNotesTx">
        <pc:chgData name="ACEM2-21 ac37822m(長岡高専)" userId="45dd5a03-675d-49d7-a16d-8a5974401386" providerId="ADAL" clId="{995BAEAC-821C-448C-A5E1-6B825DA00774}" dt="2026-09-01T06:03:07.227" v="5585" actId="21"/>
        <pc:sldMkLst>
          <pc:docMk/>
          <pc:sldMk cId="4039511945" sldId="256"/>
        </pc:sldMkLst>
        <pc:spChg chg="mod">
          <ac:chgData name="ACEM2-21 ac37822m(長岡高専)" userId="45dd5a03-675d-49d7-a16d-8a5974401386" providerId="ADAL" clId="{995BAEAC-821C-448C-A5E1-6B825DA00774}" dt="2026-08-27T07:09:11.764" v="1467" actId="20577"/>
          <ac:spMkLst>
            <pc:docMk/>
            <pc:sldMk cId="4039511945" sldId="256"/>
            <ac:spMk id="5" creationId="{88920050-2E2D-4E56-80AB-39A6BC114275}"/>
          </ac:spMkLst>
        </pc:spChg>
        <pc:spChg chg="add mod">
          <ac:chgData name="ACEM2-21 ac37822m(長岡高専)" userId="45dd5a03-675d-49d7-a16d-8a5974401386" providerId="ADAL" clId="{995BAEAC-821C-448C-A5E1-6B825DA00774}" dt="2026-08-28T06:44:16.552" v="5542"/>
          <ac:spMkLst>
            <pc:docMk/>
            <pc:sldMk cId="4039511945" sldId="256"/>
            <ac:spMk id="10" creationId="{BDCB9B3E-E8EF-87AD-4F2A-83D18AA3AB24}"/>
          </ac:spMkLst>
        </pc:spChg>
        <pc:spChg chg="add mod">
          <ac:chgData name="ACEM2-21 ac37822m(長岡高専)" userId="45dd5a03-675d-49d7-a16d-8a5974401386" providerId="ADAL" clId="{995BAEAC-821C-448C-A5E1-6B825DA00774}" dt="2026-08-28T06:44:36.856" v="5581" actId="20577"/>
          <ac:spMkLst>
            <pc:docMk/>
            <pc:sldMk cId="4039511945" sldId="256"/>
            <ac:spMk id="12" creationId="{2DC126C8-0B32-25C6-EDF3-6494E50FC898}"/>
          </ac:spMkLst>
        </pc:spChg>
        <pc:spChg chg="add">
          <ac:chgData name="ACEM2-21 ac37822m(長岡高専)" userId="45dd5a03-675d-49d7-a16d-8a5974401386" providerId="ADAL" clId="{995BAEAC-821C-448C-A5E1-6B825DA00774}" dt="2026-08-28T06:44:08.420" v="5541" actId="22"/>
          <ac:spMkLst>
            <pc:docMk/>
            <pc:sldMk cId="4039511945" sldId="256"/>
            <ac:spMk id="14" creationId="{0893C410-0B30-4BAF-315E-4717B358C89A}"/>
          </ac:spMkLst>
        </pc:spChg>
        <pc:spChg chg="add">
          <ac:chgData name="ACEM2-21 ac37822m(長岡高専)" userId="45dd5a03-675d-49d7-a16d-8a5974401386" providerId="ADAL" clId="{995BAEAC-821C-448C-A5E1-6B825DA00774}" dt="2026-08-28T06:44:08.420" v="5541" actId="22"/>
          <ac:spMkLst>
            <pc:docMk/>
            <pc:sldMk cId="4039511945" sldId="256"/>
            <ac:spMk id="16" creationId="{89D46182-A1DD-17B1-1736-89D29DBBA6FD}"/>
          </ac:spMkLst>
        </pc:spChg>
        <pc:spChg chg="add mod">
          <ac:chgData name="ACEM2-21 ac37822m(長岡高専)" userId="45dd5a03-675d-49d7-a16d-8a5974401386" providerId="ADAL" clId="{995BAEAC-821C-448C-A5E1-6B825DA00774}" dt="2026-08-28T06:44:44.673" v="5582" actId="1076"/>
          <ac:spMkLst>
            <pc:docMk/>
            <pc:sldMk cId="4039511945" sldId="256"/>
            <ac:spMk id="18" creationId="{3D1E5A2F-67E8-C076-A2AE-10742F6C91B7}"/>
          </ac:spMkLst>
        </pc:spChg>
      </pc:sldChg>
      <pc:sldChg chg="addSp delSp modSp mod modNotesTx">
        <pc:chgData name="ACEM2-21 ac37822m(長岡高専)" userId="45dd5a03-675d-49d7-a16d-8a5974401386" providerId="ADAL" clId="{995BAEAC-821C-448C-A5E1-6B825DA00774}" dt="2026-09-01T06:28:45.161" v="5786" actId="20577"/>
        <pc:sldMkLst>
          <pc:docMk/>
          <pc:sldMk cId="1614531952" sldId="257"/>
        </pc:sldMkLst>
        <pc:spChg chg="add mod">
          <ac:chgData name="ACEM2-21 ac37822m(長岡高専)" userId="45dd5a03-675d-49d7-a16d-8a5974401386" providerId="ADAL" clId="{995BAEAC-821C-448C-A5E1-6B825DA00774}" dt="2026-09-01T06:28:45.161" v="5786" actId="20577"/>
          <ac:spMkLst>
            <pc:docMk/>
            <pc:sldMk cId="1614531952" sldId="257"/>
            <ac:spMk id="9" creationId="{EF829B69-4BE3-6BE4-CA40-1DF293AB198C}"/>
          </ac:spMkLst>
        </pc:spChg>
        <pc:spChg chg="mod">
          <ac:chgData name="ACEM2-21 ac37822m(長岡高専)" userId="45dd5a03-675d-49d7-a16d-8a5974401386" providerId="ADAL" clId="{995BAEAC-821C-448C-A5E1-6B825DA00774}" dt="2026-08-27T05:16:21.032" v="89" actId="20577"/>
          <ac:spMkLst>
            <pc:docMk/>
            <pc:sldMk cId="1614531952" sldId="257"/>
            <ac:spMk id="11" creationId="{B171C714-A3D1-7EBD-3E35-C3D40A04CFCC}"/>
          </ac:spMkLst>
        </pc:spChg>
        <pc:grpChg chg="mod">
          <ac:chgData name="ACEM2-21 ac37822m(長岡高専)" userId="45dd5a03-675d-49d7-a16d-8a5974401386" providerId="ADAL" clId="{995BAEAC-821C-448C-A5E1-6B825DA00774}" dt="2026-09-01T06:05:44.658" v="5725" actId="1076"/>
          <ac:grpSpMkLst>
            <pc:docMk/>
            <pc:sldMk cId="1614531952" sldId="257"/>
            <ac:grpSpMk id="7" creationId="{662D2841-6813-C8EA-2B89-08C07FD60042}"/>
          </ac:grpSpMkLst>
        </pc:grpChg>
      </pc:sldChg>
      <pc:sldChg chg="addSp delSp modSp add mod">
        <pc:chgData name="ACEM2-21 ac37822m(長岡高専)" userId="45dd5a03-675d-49d7-a16d-8a5974401386" providerId="ADAL" clId="{995BAEAC-821C-448C-A5E1-6B825DA00774}" dt="2026-09-01T06:30:39.021" v="5812" actId="403"/>
        <pc:sldMkLst>
          <pc:docMk/>
          <pc:sldMk cId="1055157735" sldId="260"/>
        </pc:sldMkLst>
        <pc:spChg chg="mod">
          <ac:chgData name="ACEM2-21 ac37822m(長岡高専)" userId="45dd5a03-675d-49d7-a16d-8a5974401386" providerId="ADAL" clId="{995BAEAC-821C-448C-A5E1-6B825DA00774}" dt="2026-08-27T06:36:49.770" v="902" actId="20577"/>
          <ac:spMkLst>
            <pc:docMk/>
            <pc:sldMk cId="1055157735" sldId="260"/>
            <ac:spMk id="11" creationId="{AC147638-74E8-83F2-096B-2869174298A2}"/>
          </ac:spMkLst>
        </pc:spChg>
        <pc:spChg chg="add mod">
          <ac:chgData name="ACEM2-21 ac37822m(長岡高専)" userId="45dd5a03-675d-49d7-a16d-8a5974401386" providerId="ADAL" clId="{995BAEAC-821C-448C-A5E1-6B825DA00774}" dt="2026-09-01T06:30:04.723" v="5803" actId="1076"/>
          <ac:spMkLst>
            <pc:docMk/>
            <pc:sldMk cId="1055157735" sldId="260"/>
            <ac:spMk id="66" creationId="{56F4D455-195A-0CA6-59C6-FCEF7AB895E8}"/>
          </ac:spMkLst>
        </pc:spChg>
        <pc:spChg chg="add mod">
          <ac:chgData name="ACEM2-21 ac37822m(長岡高専)" userId="45dd5a03-675d-49d7-a16d-8a5974401386" providerId="ADAL" clId="{995BAEAC-821C-448C-A5E1-6B825DA00774}" dt="2026-09-01T06:30:35.036" v="5811" actId="14100"/>
          <ac:spMkLst>
            <pc:docMk/>
            <pc:sldMk cId="1055157735" sldId="260"/>
            <ac:spMk id="72" creationId="{DA21506C-9B19-6490-A3A7-959C5053D192}"/>
          </ac:spMkLst>
        </pc:spChg>
        <pc:spChg chg="add mod">
          <ac:chgData name="ACEM2-21 ac37822m(長岡高専)" userId="45dd5a03-675d-49d7-a16d-8a5974401386" providerId="ADAL" clId="{995BAEAC-821C-448C-A5E1-6B825DA00774}" dt="2026-09-01T06:30:39.021" v="5812" actId="403"/>
          <ac:spMkLst>
            <pc:docMk/>
            <pc:sldMk cId="1055157735" sldId="260"/>
            <ac:spMk id="78" creationId="{072A197C-73CE-E770-5CEC-2381075B62A7}"/>
          </ac:spMkLst>
        </pc:spChg>
        <pc:spChg chg="add mod">
          <ac:chgData name="ACEM2-21 ac37822m(長岡高専)" userId="45dd5a03-675d-49d7-a16d-8a5974401386" providerId="ADAL" clId="{995BAEAC-821C-448C-A5E1-6B825DA00774}" dt="2026-09-01T06:30:23.833" v="5809" actId="403"/>
          <ac:spMkLst>
            <pc:docMk/>
            <pc:sldMk cId="1055157735" sldId="260"/>
            <ac:spMk id="82" creationId="{C4EFB3A5-783B-CB19-CE71-3555A3112621}"/>
          </ac:spMkLst>
        </pc:spChg>
        <pc:spChg chg="add mod">
          <ac:chgData name="ACEM2-21 ac37822m(長岡高専)" userId="45dd5a03-675d-49d7-a16d-8a5974401386" providerId="ADAL" clId="{995BAEAC-821C-448C-A5E1-6B825DA00774}" dt="2026-09-01T06:29:26.243" v="5794" actId="14100"/>
          <ac:spMkLst>
            <pc:docMk/>
            <pc:sldMk cId="1055157735" sldId="260"/>
            <ac:spMk id="86" creationId="{8D5CE153-158C-57A3-368D-84BA713A93A3}"/>
          </ac:spMkLst>
        </pc:spChg>
        <pc:spChg chg="add mod">
          <ac:chgData name="ACEM2-21 ac37822m(長岡高専)" userId="45dd5a03-675d-49d7-a16d-8a5974401386" providerId="ADAL" clId="{995BAEAC-821C-448C-A5E1-6B825DA00774}" dt="2026-09-01T06:29:31.706" v="5797" actId="14100"/>
          <ac:spMkLst>
            <pc:docMk/>
            <pc:sldMk cId="1055157735" sldId="260"/>
            <ac:spMk id="88" creationId="{42FC6FB7-167C-242D-6B35-98A9D310C231}"/>
          </ac:spMkLst>
        </pc:spChg>
        <pc:spChg chg="add mod">
          <ac:chgData name="ACEM2-21 ac37822m(長岡高専)" userId="45dd5a03-675d-49d7-a16d-8a5974401386" providerId="ADAL" clId="{995BAEAC-821C-448C-A5E1-6B825DA00774}" dt="2026-09-01T06:29:39.122" v="5798" actId="14100"/>
          <ac:spMkLst>
            <pc:docMk/>
            <pc:sldMk cId="1055157735" sldId="260"/>
            <ac:spMk id="90" creationId="{AC000FBC-20D8-241D-5CC4-3AFAA158765F}"/>
          </ac:spMkLst>
        </pc:spChg>
      </pc:sldChg>
      <pc:sldChg chg="addSp delSp modSp add mod ord modNotesTx">
        <pc:chgData name="ACEM2-21 ac37822m(長岡高専)" userId="45dd5a03-675d-49d7-a16d-8a5974401386" providerId="ADAL" clId="{995BAEAC-821C-448C-A5E1-6B825DA00774}" dt="2026-09-01T08:22:17.225" v="6088" actId="1076"/>
        <pc:sldMkLst>
          <pc:docMk/>
          <pc:sldMk cId="2712717103" sldId="261"/>
        </pc:sldMkLst>
        <pc:spChg chg="add mod">
          <ac:chgData name="ACEM2-21 ac37822m(長岡高専)" userId="45dd5a03-675d-49d7-a16d-8a5974401386" providerId="ADAL" clId="{995BAEAC-821C-448C-A5E1-6B825DA00774}" dt="2026-09-01T06:31:46.836" v="5923" actId="20577"/>
          <ac:spMkLst>
            <pc:docMk/>
            <pc:sldMk cId="2712717103" sldId="261"/>
            <ac:spMk id="3" creationId="{B536C97C-7F56-9B94-FB59-AC30D5D066EA}"/>
          </ac:spMkLst>
        </pc:spChg>
        <pc:spChg chg="mod">
          <ac:chgData name="ACEM2-21 ac37822m(長岡高専)" userId="45dd5a03-675d-49d7-a16d-8a5974401386" providerId="ADAL" clId="{995BAEAC-821C-448C-A5E1-6B825DA00774}" dt="2026-09-01T06:31:39.241" v="5909" actId="20577"/>
          <ac:spMkLst>
            <pc:docMk/>
            <pc:sldMk cId="2712717103" sldId="261"/>
            <ac:spMk id="11" creationId="{91B4097F-F4DE-7614-E244-523CB55123A3}"/>
          </ac:spMkLst>
        </pc:spChg>
        <pc:spChg chg="add mod">
          <ac:chgData name="ACEM2-21 ac37822m(長岡高専)" userId="45dd5a03-675d-49d7-a16d-8a5974401386" providerId="ADAL" clId="{995BAEAC-821C-448C-A5E1-6B825DA00774}" dt="2026-09-01T08:22:17.225" v="6088" actId="1076"/>
          <ac:spMkLst>
            <pc:docMk/>
            <pc:sldMk cId="2712717103" sldId="261"/>
            <ac:spMk id="12" creationId="{0226D204-1000-FB7D-DEB6-DED1B3B14525}"/>
          </ac:spMkLst>
        </pc:spChg>
        <pc:spChg chg="mod">
          <ac:chgData name="ACEM2-21 ac37822m(長岡高専)" userId="45dd5a03-675d-49d7-a16d-8a5974401386" providerId="ADAL" clId="{995BAEAC-821C-448C-A5E1-6B825DA00774}" dt="2026-08-27T08:07:48.349" v="2171" actId="207"/>
          <ac:spMkLst>
            <pc:docMk/>
            <pc:sldMk cId="2712717103" sldId="261"/>
            <ac:spMk id="43" creationId="{70289AF4-8101-9CA7-9C92-1EB6F0F7FEB8}"/>
          </ac:spMkLst>
        </pc:spChg>
        <pc:spChg chg="mod">
          <ac:chgData name="ACEM2-21 ac37822m(長岡高専)" userId="45dd5a03-675d-49d7-a16d-8a5974401386" providerId="ADAL" clId="{995BAEAC-821C-448C-A5E1-6B825DA00774}" dt="2026-08-27T08:07:48.349" v="2171" actId="207"/>
          <ac:spMkLst>
            <pc:docMk/>
            <pc:sldMk cId="2712717103" sldId="261"/>
            <ac:spMk id="44" creationId="{E6617186-5B5A-FD44-9FA9-6C258FD79536}"/>
          </ac:spMkLst>
        </pc:spChg>
        <pc:spChg chg="add mod">
          <ac:chgData name="ACEM2-21 ac37822m(長岡高専)" userId="45dd5a03-675d-49d7-a16d-8a5974401386" providerId="ADAL" clId="{995BAEAC-821C-448C-A5E1-6B825DA00774}" dt="2026-09-01T08:22:12.202" v="6087" actId="1076"/>
          <ac:spMkLst>
            <pc:docMk/>
            <pc:sldMk cId="2712717103" sldId="261"/>
            <ac:spMk id="50" creationId="{52C0885E-08AB-E0F2-0C3F-D656F76CEB64}"/>
          </ac:spMkLst>
        </pc:spChg>
        <pc:grpChg chg="add mod">
          <ac:chgData name="ACEM2-21 ac37822m(長岡高専)" userId="45dd5a03-675d-49d7-a16d-8a5974401386" providerId="ADAL" clId="{995BAEAC-821C-448C-A5E1-6B825DA00774}" dt="2026-09-01T08:22:17.225" v="6088" actId="1076"/>
          <ac:grpSpMkLst>
            <pc:docMk/>
            <pc:sldMk cId="2712717103" sldId="261"/>
            <ac:grpSpMk id="36" creationId="{F0049436-56F1-A961-8F07-F7FC92828F94}"/>
          </ac:grpSpMkLst>
        </pc:grpChg>
        <pc:picChg chg="mod">
          <ac:chgData name="ACEM2-21 ac37822m(長岡高専)" userId="45dd5a03-675d-49d7-a16d-8a5974401386" providerId="ADAL" clId="{995BAEAC-821C-448C-A5E1-6B825DA00774}" dt="2026-08-27T07:12:41.934" v="1475"/>
          <ac:picMkLst>
            <pc:docMk/>
            <pc:sldMk cId="2712717103" sldId="261"/>
            <ac:picMk id="42" creationId="{09AC1799-4821-BBCD-27E2-90421F7BA6B1}"/>
          </ac:picMkLst>
        </pc:picChg>
        <pc:picChg chg="add mod">
          <ac:chgData name="ACEM2-21 ac37822m(長岡高専)" userId="45dd5a03-675d-49d7-a16d-8a5974401386" providerId="ADAL" clId="{995BAEAC-821C-448C-A5E1-6B825DA00774}" dt="2026-09-01T08:22:12.202" v="6087" actId="1076"/>
          <ac:picMkLst>
            <pc:docMk/>
            <pc:sldMk cId="2712717103" sldId="261"/>
            <ac:picMk id="48" creationId="{C416D623-A2BA-BEBA-96D8-2B1DC9CEC280}"/>
          </ac:picMkLst>
        </pc:picChg>
      </pc:sldChg>
      <pc:sldChg chg="delSp modSp add mod modNotesTx">
        <pc:chgData name="ACEM2-21 ac37822m(長岡高専)" userId="45dd5a03-675d-49d7-a16d-8a5974401386" providerId="ADAL" clId="{995BAEAC-821C-448C-A5E1-6B825DA00774}" dt="2026-08-28T04:40:12.408" v="5533" actId="20577"/>
        <pc:sldMkLst>
          <pc:docMk/>
          <pc:sldMk cId="642173746" sldId="262"/>
        </pc:sldMkLst>
        <pc:spChg chg="mod">
          <ac:chgData name="ACEM2-21 ac37822m(長岡高専)" userId="45dd5a03-675d-49d7-a16d-8a5974401386" providerId="ADAL" clId="{995BAEAC-821C-448C-A5E1-6B825DA00774}" dt="2026-08-28T04:40:12.408" v="5533" actId="20577"/>
          <ac:spMkLst>
            <pc:docMk/>
            <pc:sldMk cId="642173746" sldId="262"/>
            <ac:spMk id="5" creationId="{FCDC865E-4ACC-17DF-588B-C80C695FF7B9}"/>
          </ac:spMkLst>
        </pc:spChg>
        <pc:spChg chg="mod">
          <ac:chgData name="ACEM2-21 ac37822m(長岡高専)" userId="45dd5a03-675d-49d7-a16d-8a5974401386" providerId="ADAL" clId="{995BAEAC-821C-448C-A5E1-6B825DA00774}" dt="2026-08-27T05:50:16.114" v="483" actId="20577"/>
          <ac:spMkLst>
            <pc:docMk/>
            <pc:sldMk cId="642173746" sldId="262"/>
            <ac:spMk id="11" creationId="{9E5FE734-2C81-70A9-D956-53DD4D6CA57F}"/>
          </ac:spMkLst>
        </pc:spChg>
      </pc:sldChg>
      <pc:sldChg chg="addSp delSp modSp add mod modNotesTx">
        <pc:chgData name="ACEM2-21 ac37822m(長岡高専)" userId="45dd5a03-675d-49d7-a16d-8a5974401386" providerId="ADAL" clId="{995BAEAC-821C-448C-A5E1-6B825DA00774}" dt="2026-09-07T06:09:43.865" v="6353" actId="20577"/>
        <pc:sldMkLst>
          <pc:docMk/>
          <pc:sldMk cId="683892195" sldId="263"/>
        </pc:sldMkLst>
        <pc:spChg chg="mod">
          <ac:chgData name="ACEM2-21 ac37822m(長岡高専)" userId="45dd5a03-675d-49d7-a16d-8a5974401386" providerId="ADAL" clId="{995BAEAC-821C-448C-A5E1-6B825DA00774}" dt="2026-08-27T17:00:25.892" v="2721" actId="20577"/>
          <ac:spMkLst>
            <pc:docMk/>
            <pc:sldMk cId="683892195" sldId="263"/>
            <ac:spMk id="3" creationId="{9110F28A-CA9B-779F-0836-DA711CD3014F}"/>
          </ac:spMkLst>
        </pc:spChg>
        <pc:spChg chg="add mod">
          <ac:chgData name="ACEM2-21 ac37822m(長岡高専)" userId="45dd5a03-675d-49d7-a16d-8a5974401386" providerId="ADAL" clId="{995BAEAC-821C-448C-A5E1-6B825DA00774}" dt="2026-09-07T06:09:43.865" v="6353" actId="20577"/>
          <ac:spMkLst>
            <pc:docMk/>
            <pc:sldMk cId="683892195" sldId="263"/>
            <ac:spMk id="8" creationId="{51F0311F-0E5D-E4BF-939C-8210616917C6}"/>
          </ac:spMkLst>
        </pc:spChg>
        <pc:spChg chg="mod">
          <ac:chgData name="ACEM2-21 ac37822m(長岡高専)" userId="45dd5a03-675d-49d7-a16d-8a5974401386" providerId="ADAL" clId="{995BAEAC-821C-448C-A5E1-6B825DA00774}" dt="2026-08-28T04:26:54.717" v="5337" actId="20577"/>
          <ac:spMkLst>
            <pc:docMk/>
            <pc:sldMk cId="683892195" sldId="263"/>
            <ac:spMk id="11" creationId="{1873C7D6-14F4-DE90-DBA0-3C748C542061}"/>
          </ac:spMkLst>
        </pc:spChg>
      </pc:sldChg>
      <pc:sldChg chg="modSp add mod modNotesTx">
        <pc:chgData name="ACEM2-21 ac37822m(長岡高専)" userId="45dd5a03-675d-49d7-a16d-8a5974401386" providerId="ADAL" clId="{995BAEAC-821C-448C-A5E1-6B825DA00774}" dt="2026-09-07T05:59:11.397" v="6335" actId="1076"/>
        <pc:sldMkLst>
          <pc:docMk/>
          <pc:sldMk cId="1578321219" sldId="266"/>
        </pc:sldMkLst>
        <pc:spChg chg="mod">
          <ac:chgData name="ACEM2-21 ac37822m(長岡高専)" userId="45dd5a03-675d-49d7-a16d-8a5974401386" providerId="ADAL" clId="{995BAEAC-821C-448C-A5E1-6B825DA00774}" dt="2026-09-07T05:59:06.718" v="6334" actId="20577"/>
          <ac:spMkLst>
            <pc:docMk/>
            <pc:sldMk cId="1578321219" sldId="266"/>
            <ac:spMk id="3" creationId="{3802E31C-8F6B-DF03-DF2C-7DE164EEEE5A}"/>
          </ac:spMkLst>
        </pc:spChg>
        <pc:spChg chg="mod">
          <ac:chgData name="ACEM2-21 ac37822m(長岡高専)" userId="45dd5a03-675d-49d7-a16d-8a5974401386" providerId="ADAL" clId="{995BAEAC-821C-448C-A5E1-6B825DA00774}" dt="2026-09-07T05:59:11.397" v="6335" actId="1076"/>
          <ac:spMkLst>
            <pc:docMk/>
            <pc:sldMk cId="1578321219" sldId="266"/>
            <ac:spMk id="8" creationId="{3A6FE374-2385-8827-DA85-2588C1F9CB7C}"/>
          </ac:spMkLst>
        </pc:spChg>
        <pc:spChg chg="mod">
          <ac:chgData name="ACEM2-21 ac37822m(長岡高専)" userId="45dd5a03-675d-49d7-a16d-8a5974401386" providerId="ADAL" clId="{995BAEAC-821C-448C-A5E1-6B825DA00774}" dt="2026-08-28T04:26:59.592" v="5347" actId="20577"/>
          <ac:spMkLst>
            <pc:docMk/>
            <pc:sldMk cId="1578321219" sldId="266"/>
            <ac:spMk id="11" creationId="{FD94D171-437F-84EB-FB8C-B6ADAF6C0BAF}"/>
          </ac:spMkLst>
        </pc:spChg>
        <pc:graphicFrameChg chg="mod">
          <ac:chgData name="ACEM2-21 ac37822m(長岡高専)" userId="45dd5a03-675d-49d7-a16d-8a5974401386" providerId="ADAL" clId="{995BAEAC-821C-448C-A5E1-6B825DA00774}" dt="2026-09-07T05:59:11.397" v="6335" actId="1076"/>
          <ac:graphicFrameMkLst>
            <pc:docMk/>
            <pc:sldMk cId="1578321219" sldId="266"/>
            <ac:graphicFrameMk id="4" creationId="{1B9112EA-FC60-B916-8C1C-030FFDA3A5C1}"/>
          </ac:graphicFrameMkLst>
        </pc:graphicFrameChg>
      </pc:sldChg>
      <pc:sldChg chg="addSp delSp modSp add mod">
        <pc:chgData name="ACEM2-21 ac37822m(長岡高専)" userId="45dd5a03-675d-49d7-a16d-8a5974401386" providerId="ADAL" clId="{995BAEAC-821C-448C-A5E1-6B825DA00774}" dt="2026-09-01T08:22:00.925" v="6086" actId="1076"/>
        <pc:sldMkLst>
          <pc:docMk/>
          <pc:sldMk cId="3400072852" sldId="267"/>
        </pc:sldMkLst>
        <pc:spChg chg="add mod">
          <ac:chgData name="ACEM2-21 ac37822m(長岡高専)" userId="45dd5a03-675d-49d7-a16d-8a5974401386" providerId="ADAL" clId="{995BAEAC-821C-448C-A5E1-6B825DA00774}" dt="2026-09-01T08:22:00.925" v="6086" actId="1076"/>
          <ac:spMkLst>
            <pc:docMk/>
            <pc:sldMk cId="3400072852" sldId="267"/>
            <ac:spMk id="5" creationId="{B01BA904-3777-78C1-F96B-32A3A990EC0E}"/>
          </ac:spMkLst>
        </pc:spChg>
        <pc:spChg chg="add mod">
          <ac:chgData name="ACEM2-21 ac37822m(長岡高専)" userId="45dd5a03-675d-49d7-a16d-8a5974401386" providerId="ADAL" clId="{995BAEAC-821C-448C-A5E1-6B825DA00774}" dt="2026-09-01T08:22:00.925" v="6086" actId="1076"/>
          <ac:spMkLst>
            <pc:docMk/>
            <pc:sldMk cId="3400072852" sldId="267"/>
            <ac:spMk id="8" creationId="{748A91D8-00FC-6593-8199-BA702E18F134}"/>
          </ac:spMkLst>
        </pc:spChg>
        <pc:spChg chg="mod">
          <ac:chgData name="ACEM2-21 ac37822m(長岡高専)" userId="45dd5a03-675d-49d7-a16d-8a5974401386" providerId="ADAL" clId="{995BAEAC-821C-448C-A5E1-6B825DA00774}" dt="2026-09-01T06:32:05.189" v="5929" actId="20577"/>
          <ac:spMkLst>
            <pc:docMk/>
            <pc:sldMk cId="3400072852" sldId="267"/>
            <ac:spMk id="11" creationId="{CF60603F-BF27-4045-80B3-94D352740838}"/>
          </ac:spMkLst>
        </pc:spChg>
        <pc:spChg chg="mod">
          <ac:chgData name="ACEM2-21 ac37822m(長岡高専)" userId="45dd5a03-675d-49d7-a16d-8a5974401386" providerId="ADAL" clId="{995BAEAC-821C-448C-A5E1-6B825DA00774}" dt="2026-09-01T08:19:33.782" v="6035"/>
          <ac:spMkLst>
            <pc:docMk/>
            <pc:sldMk cId="3400072852" sldId="267"/>
            <ac:spMk id="13" creationId="{82332FC7-1703-CED5-871C-5E24E4690BE7}"/>
          </ac:spMkLst>
        </pc:spChg>
        <pc:spChg chg="mod">
          <ac:chgData name="ACEM2-21 ac37822m(長岡高専)" userId="45dd5a03-675d-49d7-a16d-8a5974401386" providerId="ADAL" clId="{995BAEAC-821C-448C-A5E1-6B825DA00774}" dt="2026-09-01T08:19:33.782" v="6035"/>
          <ac:spMkLst>
            <pc:docMk/>
            <pc:sldMk cId="3400072852" sldId="267"/>
            <ac:spMk id="14" creationId="{B8086926-C6D6-1DA0-0E32-E2EF49210481}"/>
          </ac:spMkLst>
        </pc:spChg>
        <pc:spChg chg="add mod">
          <ac:chgData name="ACEM2-21 ac37822m(長岡高専)" userId="45dd5a03-675d-49d7-a16d-8a5974401386" providerId="ADAL" clId="{995BAEAC-821C-448C-A5E1-6B825DA00774}" dt="2026-09-01T08:22:00.925" v="6086" actId="1076"/>
          <ac:spMkLst>
            <pc:docMk/>
            <pc:sldMk cId="3400072852" sldId="267"/>
            <ac:spMk id="15" creationId="{67AE1883-F716-A97F-C4CC-F2DFB0160B77}"/>
          </ac:spMkLst>
        </pc:spChg>
        <pc:spChg chg="add mod">
          <ac:chgData name="ACEM2-21 ac37822m(長岡高専)" userId="45dd5a03-675d-49d7-a16d-8a5974401386" providerId="ADAL" clId="{995BAEAC-821C-448C-A5E1-6B825DA00774}" dt="2026-09-01T08:22:00.925" v="6086" actId="1076"/>
          <ac:spMkLst>
            <pc:docMk/>
            <pc:sldMk cId="3400072852" sldId="267"/>
            <ac:spMk id="16" creationId="{7800DA27-1681-01DC-F9DA-CB22AD12FAE7}"/>
          </ac:spMkLst>
        </pc:spChg>
        <pc:spChg chg="mod">
          <ac:chgData name="ACEM2-21 ac37822m(長岡高専)" userId="45dd5a03-675d-49d7-a16d-8a5974401386" providerId="ADAL" clId="{995BAEAC-821C-448C-A5E1-6B825DA00774}" dt="2026-09-01T08:22:00.925" v="6086" actId="1076"/>
          <ac:spMkLst>
            <pc:docMk/>
            <pc:sldMk cId="3400072852" sldId="267"/>
            <ac:spMk id="17" creationId="{2B875CF8-0058-749D-D826-5CB2C031AC6E}"/>
          </ac:spMkLst>
        </pc:spChg>
        <pc:spChg chg="add mod">
          <ac:chgData name="ACEM2-21 ac37822m(長岡高専)" userId="45dd5a03-675d-49d7-a16d-8a5974401386" providerId="ADAL" clId="{995BAEAC-821C-448C-A5E1-6B825DA00774}" dt="2026-09-01T08:22:00.925" v="6086" actId="1076"/>
          <ac:spMkLst>
            <pc:docMk/>
            <pc:sldMk cId="3400072852" sldId="267"/>
            <ac:spMk id="18" creationId="{F51BF5B9-0691-F8F0-7924-74D01ECB667C}"/>
          </ac:spMkLst>
        </pc:spChg>
        <pc:spChg chg="add mod">
          <ac:chgData name="ACEM2-21 ac37822m(長岡高専)" userId="45dd5a03-675d-49d7-a16d-8a5974401386" providerId="ADAL" clId="{995BAEAC-821C-448C-A5E1-6B825DA00774}" dt="2026-09-01T08:22:00.925" v="6086" actId="1076"/>
          <ac:spMkLst>
            <pc:docMk/>
            <pc:sldMk cId="3400072852" sldId="267"/>
            <ac:spMk id="19" creationId="{3BEBCE1B-F5FB-58B3-85F6-C51333200372}"/>
          </ac:spMkLst>
        </pc:spChg>
        <pc:spChg chg="add mod">
          <ac:chgData name="ACEM2-21 ac37822m(長岡高専)" userId="45dd5a03-675d-49d7-a16d-8a5974401386" providerId="ADAL" clId="{995BAEAC-821C-448C-A5E1-6B825DA00774}" dt="2026-09-01T08:22:00.925" v="6086" actId="1076"/>
          <ac:spMkLst>
            <pc:docMk/>
            <pc:sldMk cId="3400072852" sldId="267"/>
            <ac:spMk id="20" creationId="{43A695BB-12A5-4295-48CE-E627F9890028}"/>
          </ac:spMkLst>
        </pc:spChg>
        <pc:spChg chg="add mod">
          <ac:chgData name="ACEM2-21 ac37822m(長岡高専)" userId="45dd5a03-675d-49d7-a16d-8a5974401386" providerId="ADAL" clId="{995BAEAC-821C-448C-A5E1-6B825DA00774}" dt="2026-09-01T08:22:00.925" v="6086" actId="1076"/>
          <ac:spMkLst>
            <pc:docMk/>
            <pc:sldMk cId="3400072852" sldId="267"/>
            <ac:spMk id="21" creationId="{86BD2F19-916C-2F07-CD25-4315FD34AED2}"/>
          </ac:spMkLst>
        </pc:spChg>
        <pc:spChg chg="add mod">
          <ac:chgData name="ACEM2-21 ac37822m(長岡高専)" userId="45dd5a03-675d-49d7-a16d-8a5974401386" providerId="ADAL" clId="{995BAEAC-821C-448C-A5E1-6B825DA00774}" dt="2026-09-01T08:20:41.165" v="6085" actId="20577"/>
          <ac:spMkLst>
            <pc:docMk/>
            <pc:sldMk cId="3400072852" sldId="267"/>
            <ac:spMk id="26" creationId="{AD4E38E4-0228-CFF2-5D46-559179356D63}"/>
          </ac:spMkLst>
        </pc:spChg>
        <pc:picChg chg="mod">
          <ac:chgData name="ACEM2-21 ac37822m(長岡高専)" userId="45dd5a03-675d-49d7-a16d-8a5974401386" providerId="ADAL" clId="{995BAEAC-821C-448C-A5E1-6B825DA00774}" dt="2026-09-01T08:22:00.925" v="6086" actId="1076"/>
          <ac:picMkLst>
            <pc:docMk/>
            <pc:sldMk cId="3400072852" sldId="267"/>
            <ac:picMk id="24" creationId="{F69A1F14-FF30-8664-C15B-8AD81624DCFE}"/>
          </ac:picMkLst>
        </pc:picChg>
      </pc:sldChg>
      <pc:sldChg chg="modSp mod modNotesTx">
        <pc:chgData name="ACEM2-21 ac37822m(長岡高専)" userId="45dd5a03-675d-49d7-a16d-8a5974401386" providerId="ADAL" clId="{995BAEAC-821C-448C-A5E1-6B825DA00774}" dt="2026-09-07T06:02:33.236" v="6350" actId="20577"/>
        <pc:sldMkLst>
          <pc:docMk/>
          <pc:sldMk cId="3630399525" sldId="268"/>
        </pc:sldMkLst>
        <pc:spChg chg="mod">
          <ac:chgData name="ACEM2-21 ac37822m(長岡高専)" userId="45dd5a03-675d-49d7-a16d-8a5974401386" providerId="ADAL" clId="{995BAEAC-821C-448C-A5E1-6B825DA00774}" dt="2026-09-07T06:02:33.236" v="6350" actId="20577"/>
          <ac:spMkLst>
            <pc:docMk/>
            <pc:sldMk cId="3630399525" sldId="268"/>
            <ac:spMk id="3" creationId="{7E9B7D47-1870-8229-8CBE-909BEDF1AE23}"/>
          </ac:spMkLst>
        </pc:spChg>
        <pc:spChg chg="mod">
          <ac:chgData name="ACEM2-21 ac37822m(長岡高専)" userId="45dd5a03-675d-49d7-a16d-8a5974401386" providerId="ADAL" clId="{995BAEAC-821C-448C-A5E1-6B825DA00774}" dt="2026-08-28T04:27:05.656" v="5357" actId="20577"/>
          <ac:spMkLst>
            <pc:docMk/>
            <pc:sldMk cId="3630399525" sldId="268"/>
            <ac:spMk id="11" creationId="{06140BCD-47BF-7E01-E735-469E650F861A}"/>
          </ac:spMkLst>
        </pc:spChg>
      </pc:sldChg>
      <pc:sldChg chg="modSp mod">
        <pc:chgData name="ACEM2-21 ac37822m(長岡高専)" userId="45dd5a03-675d-49d7-a16d-8a5974401386" providerId="ADAL" clId="{995BAEAC-821C-448C-A5E1-6B825DA00774}" dt="2026-08-28T04:39:53.994" v="5532" actId="113"/>
        <pc:sldMkLst>
          <pc:docMk/>
          <pc:sldMk cId="1265696255" sldId="269"/>
        </pc:sldMkLst>
        <pc:spChg chg="mod">
          <ac:chgData name="ACEM2-21 ac37822m(長岡高専)" userId="45dd5a03-675d-49d7-a16d-8a5974401386" providerId="ADAL" clId="{995BAEAC-821C-448C-A5E1-6B825DA00774}" dt="2026-08-28T03:53:44.757" v="3837" actId="20577"/>
          <ac:spMkLst>
            <pc:docMk/>
            <pc:sldMk cId="1265696255" sldId="269"/>
            <ac:spMk id="5" creationId="{481F3886-3DE3-76F0-1C75-EB43A3572131}"/>
          </ac:spMkLst>
        </pc:spChg>
        <pc:spChg chg="mod">
          <ac:chgData name="ACEM2-21 ac37822m(長岡高専)" userId="45dd5a03-675d-49d7-a16d-8a5974401386" providerId="ADAL" clId="{995BAEAC-821C-448C-A5E1-6B825DA00774}" dt="2026-08-28T04:39:53.994" v="5532" actId="113"/>
          <ac:spMkLst>
            <pc:docMk/>
            <pc:sldMk cId="1265696255" sldId="269"/>
            <ac:spMk id="12" creationId="{00000000-0000-0000-0000-000000000000}"/>
          </ac:spMkLst>
        </pc:spChg>
      </pc:sldChg>
      <pc:sldChg chg="addSp delSp modSp add mod">
        <pc:chgData name="ACEM2-21 ac37822m(長岡高専)" userId="45dd5a03-675d-49d7-a16d-8a5974401386" providerId="ADAL" clId="{995BAEAC-821C-448C-A5E1-6B825DA00774}" dt="2026-09-01T06:34:09.805" v="6032" actId="20577"/>
        <pc:sldMkLst>
          <pc:docMk/>
          <pc:sldMk cId="3866805907" sldId="271"/>
        </pc:sldMkLst>
        <pc:spChg chg="mod">
          <ac:chgData name="ACEM2-21 ac37822m(長岡高専)" userId="45dd5a03-675d-49d7-a16d-8a5974401386" providerId="ADAL" clId="{995BAEAC-821C-448C-A5E1-6B825DA00774}" dt="2026-09-01T06:34:09.805" v="6032" actId="20577"/>
          <ac:spMkLst>
            <pc:docMk/>
            <pc:sldMk cId="3866805907" sldId="271"/>
            <ac:spMk id="3" creationId="{02F4A2C7-49CF-E7BA-8532-F781A2BDB5BA}"/>
          </ac:spMkLst>
        </pc:spChg>
        <pc:spChg chg="add del mod">
          <ac:chgData name="ACEM2-21 ac37822m(長岡高専)" userId="45dd5a03-675d-49d7-a16d-8a5974401386" providerId="ADAL" clId="{995BAEAC-821C-448C-A5E1-6B825DA00774}" dt="2026-09-01T06:32:41.666" v="5988" actId="14100"/>
          <ac:spMkLst>
            <pc:docMk/>
            <pc:sldMk cId="3866805907" sldId="271"/>
            <ac:spMk id="11" creationId="{925A6F93-345E-62C4-D547-0DEA1E33E939}"/>
          </ac:spMkLst>
        </pc:spChg>
      </pc:sldChg>
      <pc:sldChg chg="delSp modSp add mod">
        <pc:chgData name="ACEM2-21 ac37822m(長岡高専)" userId="45dd5a03-675d-49d7-a16d-8a5974401386" providerId="ADAL" clId="{995BAEAC-821C-448C-A5E1-6B825DA00774}" dt="2026-09-07T05:58:52.538" v="6331" actId="20577"/>
        <pc:sldMkLst>
          <pc:docMk/>
          <pc:sldMk cId="315102233" sldId="272"/>
        </pc:sldMkLst>
        <pc:spChg chg="mod">
          <ac:chgData name="ACEM2-21 ac37822m(長岡高専)" userId="45dd5a03-675d-49d7-a16d-8a5974401386" providerId="ADAL" clId="{995BAEAC-821C-448C-A5E1-6B825DA00774}" dt="2026-09-07T05:58:52.538" v="6331" actId="20577"/>
          <ac:spMkLst>
            <pc:docMk/>
            <pc:sldMk cId="315102233" sldId="272"/>
            <ac:spMk id="3" creationId="{0AB27B1E-4E4A-BAE0-DFD9-D9071103CF9E}"/>
          </ac:spMkLst>
        </pc:spChg>
        <pc:spChg chg="del">
          <ac:chgData name="ACEM2-21 ac37822m(長岡高専)" userId="45dd5a03-675d-49d7-a16d-8a5974401386" providerId="ADAL" clId="{995BAEAC-821C-448C-A5E1-6B825DA00774}" dt="2026-09-07T05:54:44.965" v="6265" actId="21"/>
          <ac:spMkLst>
            <pc:docMk/>
            <pc:sldMk cId="315102233" sldId="272"/>
            <ac:spMk id="8" creationId="{74CD9C1A-5CAD-2816-8BE4-17178A55F86B}"/>
          </ac:spMkLst>
        </pc:spChg>
        <pc:spChg chg="del">
          <ac:chgData name="ACEM2-21 ac37822m(長岡高専)" userId="45dd5a03-675d-49d7-a16d-8a5974401386" providerId="ADAL" clId="{995BAEAC-821C-448C-A5E1-6B825DA00774}" dt="2026-09-07T05:54:39.985" v="6264" actId="21"/>
          <ac:spMkLst>
            <pc:docMk/>
            <pc:sldMk cId="315102233" sldId="272"/>
            <ac:spMk id="17" creationId="{4C4BB649-15AB-A208-8077-9A5D2F899760}"/>
          </ac:spMkLst>
        </pc:spChg>
        <pc:spChg chg="del">
          <ac:chgData name="ACEM2-21 ac37822m(長岡高専)" userId="45dd5a03-675d-49d7-a16d-8a5974401386" providerId="ADAL" clId="{995BAEAC-821C-448C-A5E1-6B825DA00774}" dt="2026-09-07T05:54:39.985" v="6264" actId="21"/>
          <ac:spMkLst>
            <pc:docMk/>
            <pc:sldMk cId="315102233" sldId="272"/>
            <ac:spMk id="27" creationId="{43F92888-DC62-F3F7-027C-8F6D2FC151D6}"/>
          </ac:spMkLst>
        </pc:spChg>
        <pc:graphicFrameChg chg="del">
          <ac:chgData name="ACEM2-21 ac37822m(長岡高専)" userId="45dd5a03-675d-49d7-a16d-8a5974401386" providerId="ADAL" clId="{995BAEAC-821C-448C-A5E1-6B825DA00774}" dt="2026-09-07T05:54:39.985" v="6264" actId="21"/>
          <ac:graphicFrameMkLst>
            <pc:docMk/>
            <pc:sldMk cId="315102233" sldId="272"/>
            <ac:graphicFrameMk id="5" creationId="{2FD19FAD-4366-13EC-EB93-32996C0FEA94}"/>
          </ac:graphicFrameMkLst>
        </pc:graphicFrameChg>
        <pc:graphicFrameChg chg="del">
          <ac:chgData name="ACEM2-21 ac37822m(長岡高専)" userId="45dd5a03-675d-49d7-a16d-8a5974401386" providerId="ADAL" clId="{995BAEAC-821C-448C-A5E1-6B825DA00774}" dt="2026-09-07T05:54:39.985" v="6264" actId="21"/>
          <ac:graphicFrameMkLst>
            <pc:docMk/>
            <pc:sldMk cId="315102233" sldId="272"/>
            <ac:graphicFrameMk id="25" creationId="{6C4FF6B3-10DD-E490-8F64-13620A87DE6A}"/>
          </ac:graphicFrameMkLst>
        </pc:graphicFrameChg>
      </pc:sldChg>
    </pc:docChg>
  </pc:docChgLst>
  <pc:docChgLst>
    <pc:chgData name="ACEM2-21 ac37822m(長岡高専)" userId="45dd5a03-675d-49d7-a16d-8a5974401386" providerId="ADAL" clId="{27FE6A37-5C74-4966-8564-B51DD8B2CFF0}"/>
    <pc:docChg chg="undo custSel addSld delSld modSld">
      <pc:chgData name="ACEM2-21 ac37822m(長岡高専)" userId="45dd5a03-675d-49d7-a16d-8a5974401386" providerId="ADAL" clId="{27FE6A37-5C74-4966-8564-B51DD8B2CFF0}" dt="2026-09-07T15:18:17.929" v="2261" actId="20577"/>
      <pc:docMkLst>
        <pc:docMk/>
      </pc:docMkLst>
      <pc:sldChg chg="modSp mod">
        <pc:chgData name="ACEM2-21 ac37822m(長岡高専)" userId="45dd5a03-675d-49d7-a16d-8a5974401386" providerId="ADAL" clId="{27FE6A37-5C74-4966-8564-B51DD8B2CFF0}" dt="2026-08-27T13:04:26.034" v="288" actId="20577"/>
        <pc:sldMkLst>
          <pc:docMk/>
          <pc:sldMk cId="4039511945" sldId="256"/>
        </pc:sldMkLst>
        <pc:spChg chg="mod">
          <ac:chgData name="ACEM2-21 ac37822m(長岡高専)" userId="45dd5a03-675d-49d7-a16d-8a5974401386" providerId="ADAL" clId="{27FE6A37-5C74-4966-8564-B51DD8B2CFF0}" dt="2026-08-27T13:04:26.034" v="288" actId="20577"/>
          <ac:spMkLst>
            <pc:docMk/>
            <pc:sldMk cId="4039511945" sldId="256"/>
            <ac:spMk id="4" creationId="{9E517A19-D6AC-4410-95AD-6AB703636F6A}"/>
          </ac:spMkLst>
        </pc:spChg>
      </pc:sldChg>
      <pc:sldChg chg="addSp delSp modSp mod">
        <pc:chgData name="ACEM2-21 ac37822m(長岡高専)" userId="45dd5a03-675d-49d7-a16d-8a5974401386" providerId="ADAL" clId="{27FE6A37-5C74-4966-8564-B51DD8B2CFF0}" dt="2026-09-02T05:40:58.112" v="1305" actId="20577"/>
        <pc:sldMkLst>
          <pc:docMk/>
          <pc:sldMk cId="1614531952" sldId="257"/>
        </pc:sldMkLst>
        <pc:spChg chg="add mod">
          <ac:chgData name="ACEM2-21 ac37822m(長岡高専)" userId="45dd5a03-675d-49d7-a16d-8a5974401386" providerId="ADAL" clId="{27FE6A37-5C74-4966-8564-B51DD8B2CFF0}" dt="2026-08-27T13:04:09.886" v="273"/>
          <ac:spMkLst>
            <pc:docMk/>
            <pc:sldMk cId="1614531952" sldId="257"/>
            <ac:spMk id="8" creationId="{D9C44998-A6BB-6683-5482-E7B9211408C7}"/>
          </ac:spMkLst>
        </pc:spChg>
        <pc:spChg chg="mod">
          <ac:chgData name="ACEM2-21 ac37822m(長岡高専)" userId="45dd5a03-675d-49d7-a16d-8a5974401386" providerId="ADAL" clId="{27FE6A37-5C74-4966-8564-B51DD8B2CFF0}" dt="2026-09-02T05:40:58.112" v="1305" actId="20577"/>
          <ac:spMkLst>
            <pc:docMk/>
            <pc:sldMk cId="1614531952" sldId="257"/>
            <ac:spMk id="9" creationId="{EF829B69-4BE3-6BE4-CA40-1DF293AB198C}"/>
          </ac:spMkLst>
        </pc:spChg>
        <pc:spChg chg="add mod">
          <ac:chgData name="ACEM2-21 ac37822m(長岡高専)" userId="45dd5a03-675d-49d7-a16d-8a5974401386" providerId="ADAL" clId="{27FE6A37-5C74-4966-8564-B51DD8B2CFF0}" dt="2026-08-27T13:04:57.296" v="300"/>
          <ac:spMkLst>
            <pc:docMk/>
            <pc:sldMk cId="1614531952" sldId="257"/>
            <ac:spMk id="12" creationId="{3B673A7B-A2B6-248C-CC5F-AE7FA993CB52}"/>
          </ac:spMkLst>
        </pc:spChg>
        <pc:spChg chg="mod">
          <ac:chgData name="ACEM2-21 ac37822m(長岡高専)" userId="45dd5a03-675d-49d7-a16d-8a5974401386" providerId="ADAL" clId="{27FE6A37-5C74-4966-8564-B51DD8B2CFF0}" dt="2026-08-27T12:51:04.426" v="33" actId="165"/>
          <ac:spMkLst>
            <pc:docMk/>
            <pc:sldMk cId="1614531952" sldId="257"/>
            <ac:spMk id="17" creationId="{B06E5D19-8A83-AF9D-84DA-689064E00033}"/>
          </ac:spMkLst>
        </pc:spChg>
        <pc:spChg chg="mod">
          <ac:chgData name="ACEM2-21 ac37822m(長岡高専)" userId="45dd5a03-675d-49d7-a16d-8a5974401386" providerId="ADAL" clId="{27FE6A37-5C74-4966-8564-B51DD8B2CFF0}" dt="2026-08-27T12:51:54.749" v="66" actId="404"/>
          <ac:spMkLst>
            <pc:docMk/>
            <pc:sldMk cId="1614531952" sldId="257"/>
            <ac:spMk id="18" creationId="{A4D793F4-5A1F-7434-571E-E18FD4712A3D}"/>
          </ac:spMkLst>
        </pc:spChg>
        <pc:spChg chg="mod topLvl">
          <ac:chgData name="ACEM2-21 ac37822m(長岡高専)" userId="45dd5a03-675d-49d7-a16d-8a5974401386" providerId="ADAL" clId="{27FE6A37-5C74-4966-8564-B51DD8B2CFF0}" dt="2026-08-27T13:03:19.953" v="261" actId="164"/>
          <ac:spMkLst>
            <pc:docMk/>
            <pc:sldMk cId="1614531952" sldId="257"/>
            <ac:spMk id="20" creationId="{7F7F6181-C643-AAAF-AEC8-E15A70BD9755}"/>
          </ac:spMkLst>
        </pc:spChg>
        <pc:spChg chg="mod topLvl">
          <ac:chgData name="ACEM2-21 ac37822m(長岡高専)" userId="45dd5a03-675d-49d7-a16d-8a5974401386" providerId="ADAL" clId="{27FE6A37-5C74-4966-8564-B51DD8B2CFF0}" dt="2026-08-27T13:03:19.953" v="261" actId="164"/>
          <ac:spMkLst>
            <pc:docMk/>
            <pc:sldMk cId="1614531952" sldId="257"/>
            <ac:spMk id="61" creationId="{110A89B7-1DB8-733D-4807-57C43E7D82CD}"/>
          </ac:spMkLst>
        </pc:spChg>
        <pc:grpChg chg="add mod">
          <ac:chgData name="ACEM2-21 ac37822m(長岡高専)" userId="45dd5a03-675d-49d7-a16d-8a5974401386" providerId="ADAL" clId="{27FE6A37-5C74-4966-8564-B51DD8B2CFF0}" dt="2026-08-27T13:09:21.591" v="527" actId="1076"/>
          <ac:grpSpMkLst>
            <pc:docMk/>
            <pc:sldMk cId="1614531952" sldId="257"/>
            <ac:grpSpMk id="7" creationId="{662D2841-6813-C8EA-2B89-08C07FD60042}"/>
          </ac:grpSpMkLst>
        </pc:grpChg>
        <pc:grpChg chg="mod topLvl">
          <ac:chgData name="ACEM2-21 ac37822m(長岡高専)" userId="45dd5a03-675d-49d7-a16d-8a5974401386" providerId="ADAL" clId="{27FE6A37-5C74-4966-8564-B51DD8B2CFF0}" dt="2026-08-27T13:03:19.953" v="261" actId="164"/>
          <ac:grpSpMkLst>
            <pc:docMk/>
            <pc:sldMk cId="1614531952" sldId="257"/>
            <ac:grpSpMk id="13" creationId="{D198C248-8387-B1B8-9D3F-861041F59592}"/>
          </ac:grpSpMkLst>
        </pc:grpChg>
        <pc:grpChg chg="mod">
          <ac:chgData name="ACEM2-21 ac37822m(長岡高専)" userId="45dd5a03-675d-49d7-a16d-8a5974401386" providerId="ADAL" clId="{27FE6A37-5C74-4966-8564-B51DD8B2CFF0}" dt="2026-08-27T12:51:04.426" v="33" actId="165"/>
          <ac:grpSpMkLst>
            <pc:docMk/>
            <pc:sldMk cId="1614531952" sldId="257"/>
            <ac:grpSpMk id="16" creationId="{4B4FD0D9-611E-4C00-3935-FB1567A10461}"/>
          </ac:grpSpMkLst>
        </pc:grpChg>
        <pc:grpChg chg="mod topLvl">
          <ac:chgData name="ACEM2-21 ac37822m(長岡高専)" userId="45dd5a03-675d-49d7-a16d-8a5974401386" providerId="ADAL" clId="{27FE6A37-5C74-4966-8564-B51DD8B2CFF0}" dt="2026-08-27T13:03:19.953" v="261" actId="164"/>
          <ac:grpSpMkLst>
            <pc:docMk/>
            <pc:sldMk cId="1614531952" sldId="257"/>
            <ac:grpSpMk id="39" creationId="{EC2BACAF-0DCD-599C-5DD4-CD009F160B6F}"/>
          </ac:grpSpMkLst>
        </pc:grpChg>
        <pc:picChg chg="mod">
          <ac:chgData name="ACEM2-21 ac37822m(長岡高専)" userId="45dd5a03-675d-49d7-a16d-8a5974401386" providerId="ADAL" clId="{27FE6A37-5C74-4966-8564-B51DD8B2CFF0}" dt="2026-08-27T12:51:04.426" v="33" actId="165"/>
          <ac:picMkLst>
            <pc:docMk/>
            <pc:sldMk cId="1614531952" sldId="257"/>
            <ac:picMk id="38" creationId="{96DAF670-F4E4-B7B2-5DFF-0ED5E1598EDB}"/>
          </ac:picMkLst>
        </pc:picChg>
      </pc:sldChg>
      <pc:sldChg chg="addSp delSp modSp mod">
        <pc:chgData name="ACEM2-21 ac37822m(長岡高専)" userId="45dd5a03-675d-49d7-a16d-8a5974401386" providerId="ADAL" clId="{27FE6A37-5C74-4966-8564-B51DD8B2CFF0}" dt="2026-09-02T05:42:37.215" v="1427" actId="1076"/>
        <pc:sldMkLst>
          <pc:docMk/>
          <pc:sldMk cId="1055157735" sldId="260"/>
        </pc:sldMkLst>
        <pc:spChg chg="add mod">
          <ac:chgData name="ACEM2-21 ac37822m(長岡高専)" userId="45dd5a03-675d-49d7-a16d-8a5974401386" providerId="ADAL" clId="{27FE6A37-5C74-4966-8564-B51DD8B2CFF0}" dt="2026-08-27T13:04:11.362" v="275"/>
          <ac:spMkLst>
            <pc:docMk/>
            <pc:sldMk cId="1055157735" sldId="260"/>
            <ac:spMk id="2" creationId="{35ED4072-AF16-FDB2-129E-DDBC8DA231BF}"/>
          </ac:spMkLst>
        </pc:spChg>
        <pc:spChg chg="add mod">
          <ac:chgData name="ACEM2-21 ac37822m(長岡高専)" userId="45dd5a03-675d-49d7-a16d-8a5974401386" providerId="ADAL" clId="{27FE6A37-5C74-4966-8564-B51DD8B2CFF0}" dt="2026-08-27T13:04:58.672" v="302"/>
          <ac:spMkLst>
            <pc:docMk/>
            <pc:sldMk cId="1055157735" sldId="260"/>
            <ac:spMk id="3" creationId="{924003C7-F022-1A66-9B84-3F2CF60600D8}"/>
          </ac:spMkLst>
        </pc:spChg>
        <pc:spChg chg="mod">
          <ac:chgData name="ACEM2-21 ac37822m(長岡高専)" userId="45dd5a03-675d-49d7-a16d-8a5974401386" providerId="ADAL" clId="{27FE6A37-5C74-4966-8564-B51DD8B2CFF0}" dt="2026-08-27T13:10:53.178" v="562"/>
          <ac:spMkLst>
            <pc:docMk/>
            <pc:sldMk cId="1055157735" sldId="260"/>
            <ac:spMk id="11" creationId="{AC147638-74E8-83F2-096B-2869174298A2}"/>
          </ac:spMkLst>
        </pc:spChg>
        <pc:spChg chg="mod">
          <ac:chgData name="ACEM2-21 ac37822m(長岡高専)" userId="45dd5a03-675d-49d7-a16d-8a5974401386" providerId="ADAL" clId="{27FE6A37-5C74-4966-8564-B51DD8B2CFF0}" dt="2026-09-02T05:42:37.215" v="1427" actId="1076"/>
          <ac:spMkLst>
            <pc:docMk/>
            <pc:sldMk cId="1055157735" sldId="260"/>
            <ac:spMk id="66" creationId="{56F4D455-195A-0CA6-59C6-FCEF7AB895E8}"/>
          </ac:spMkLst>
        </pc:spChg>
        <pc:spChg chg="mod">
          <ac:chgData name="ACEM2-21 ac37822m(長岡高専)" userId="45dd5a03-675d-49d7-a16d-8a5974401386" providerId="ADAL" clId="{27FE6A37-5C74-4966-8564-B51DD8B2CFF0}" dt="2026-09-02T05:42:37.215" v="1427" actId="1076"/>
          <ac:spMkLst>
            <pc:docMk/>
            <pc:sldMk cId="1055157735" sldId="260"/>
            <ac:spMk id="72" creationId="{DA21506C-9B19-6490-A3A7-959C5053D192}"/>
          </ac:spMkLst>
        </pc:spChg>
        <pc:spChg chg="mod">
          <ac:chgData name="ACEM2-21 ac37822m(長岡高専)" userId="45dd5a03-675d-49d7-a16d-8a5974401386" providerId="ADAL" clId="{27FE6A37-5C74-4966-8564-B51DD8B2CFF0}" dt="2026-09-02T05:42:37.215" v="1427" actId="1076"/>
          <ac:spMkLst>
            <pc:docMk/>
            <pc:sldMk cId="1055157735" sldId="260"/>
            <ac:spMk id="78" creationId="{072A197C-73CE-E770-5CEC-2381075B62A7}"/>
          </ac:spMkLst>
        </pc:spChg>
        <pc:spChg chg="mod">
          <ac:chgData name="ACEM2-21 ac37822m(長岡高専)" userId="45dd5a03-675d-49d7-a16d-8a5974401386" providerId="ADAL" clId="{27FE6A37-5C74-4966-8564-B51DD8B2CFF0}" dt="2026-09-02T05:42:37.215" v="1427" actId="1076"/>
          <ac:spMkLst>
            <pc:docMk/>
            <pc:sldMk cId="1055157735" sldId="260"/>
            <ac:spMk id="82" creationId="{C4EFB3A5-783B-CB19-CE71-3555A3112621}"/>
          </ac:spMkLst>
        </pc:spChg>
        <pc:spChg chg="mod">
          <ac:chgData name="ACEM2-21 ac37822m(長岡高専)" userId="45dd5a03-675d-49d7-a16d-8a5974401386" providerId="ADAL" clId="{27FE6A37-5C74-4966-8564-B51DD8B2CFF0}" dt="2026-09-02T05:42:37.215" v="1427" actId="1076"/>
          <ac:spMkLst>
            <pc:docMk/>
            <pc:sldMk cId="1055157735" sldId="260"/>
            <ac:spMk id="86" creationId="{8D5CE153-158C-57A3-368D-84BA713A93A3}"/>
          </ac:spMkLst>
        </pc:spChg>
        <pc:spChg chg="add del mod">
          <ac:chgData name="ACEM2-21 ac37822m(長岡高専)" userId="45dd5a03-675d-49d7-a16d-8a5974401386" providerId="ADAL" clId="{27FE6A37-5C74-4966-8564-B51DD8B2CFF0}" dt="2026-09-02T05:42:37.215" v="1427" actId="1076"/>
          <ac:spMkLst>
            <pc:docMk/>
            <pc:sldMk cId="1055157735" sldId="260"/>
            <ac:spMk id="88" creationId="{42FC6FB7-167C-242D-6B35-98A9D310C231}"/>
          </ac:spMkLst>
        </pc:spChg>
        <pc:spChg chg="mod">
          <ac:chgData name="ACEM2-21 ac37822m(長岡高専)" userId="45dd5a03-675d-49d7-a16d-8a5974401386" providerId="ADAL" clId="{27FE6A37-5C74-4966-8564-B51DD8B2CFF0}" dt="2026-09-02T05:42:37.215" v="1427" actId="1076"/>
          <ac:spMkLst>
            <pc:docMk/>
            <pc:sldMk cId="1055157735" sldId="260"/>
            <ac:spMk id="90" creationId="{AC000FBC-20D8-241D-5CC4-3AFAA158765F}"/>
          </ac:spMkLst>
        </pc:spChg>
      </pc:sldChg>
      <pc:sldChg chg="addSp delSp modSp mod modNotesTx">
        <pc:chgData name="ACEM2-21 ac37822m(長岡高専)" userId="45dd5a03-675d-49d7-a16d-8a5974401386" providerId="ADAL" clId="{27FE6A37-5C74-4966-8564-B51DD8B2CFF0}" dt="2026-09-07T15:11:52.969" v="2012" actId="1076"/>
        <pc:sldMkLst>
          <pc:docMk/>
          <pc:sldMk cId="2712717103" sldId="261"/>
        </pc:sldMkLst>
        <pc:spChg chg="add mod">
          <ac:chgData name="ACEM2-21 ac37822m(長岡高専)" userId="45dd5a03-675d-49d7-a16d-8a5974401386" providerId="ADAL" clId="{27FE6A37-5C74-4966-8564-B51DD8B2CFF0}" dt="2026-08-27T13:04:12.031" v="276"/>
          <ac:spMkLst>
            <pc:docMk/>
            <pc:sldMk cId="2712717103" sldId="261"/>
            <ac:spMk id="2" creationId="{4C010968-A70A-6840-463C-91341CD1493D}"/>
          </ac:spMkLst>
        </pc:spChg>
        <pc:spChg chg="mod">
          <ac:chgData name="ACEM2-21 ac37822m(長岡高専)" userId="45dd5a03-675d-49d7-a16d-8a5974401386" providerId="ADAL" clId="{27FE6A37-5C74-4966-8564-B51DD8B2CFF0}" dt="2026-09-02T05:57:09.050" v="1858" actId="207"/>
          <ac:spMkLst>
            <pc:docMk/>
            <pc:sldMk cId="2712717103" sldId="261"/>
            <ac:spMk id="3" creationId="{B536C97C-7F56-9B94-FB59-AC30D5D066EA}"/>
          </ac:spMkLst>
        </pc:spChg>
        <pc:spChg chg="add mod">
          <ac:chgData name="ACEM2-21 ac37822m(長岡高専)" userId="45dd5a03-675d-49d7-a16d-8a5974401386" providerId="ADAL" clId="{27FE6A37-5C74-4966-8564-B51DD8B2CFF0}" dt="2026-08-27T13:04:59.265" v="303"/>
          <ac:spMkLst>
            <pc:docMk/>
            <pc:sldMk cId="2712717103" sldId="261"/>
            <ac:spMk id="7" creationId="{AA3A0A67-C733-9F44-8C06-C6AB39D2A328}"/>
          </ac:spMkLst>
        </pc:spChg>
        <pc:spChg chg="add mod">
          <ac:chgData name="ACEM2-21 ac37822m(長岡高専)" userId="45dd5a03-675d-49d7-a16d-8a5974401386" providerId="ADAL" clId="{27FE6A37-5C74-4966-8564-B51DD8B2CFF0}" dt="2026-09-07T15:11:43.540" v="1998" actId="1076"/>
          <ac:spMkLst>
            <pc:docMk/>
            <pc:sldMk cId="2712717103" sldId="261"/>
            <ac:spMk id="9" creationId="{10C0EFF0-7E0D-1071-9DCF-3971BEF0377F}"/>
          </ac:spMkLst>
        </pc:spChg>
        <pc:spChg chg="mod">
          <ac:chgData name="ACEM2-21 ac37822m(長岡高専)" userId="45dd5a03-675d-49d7-a16d-8a5974401386" providerId="ADAL" clId="{27FE6A37-5C74-4966-8564-B51DD8B2CFF0}" dt="2026-09-07T15:09:34.806" v="1954" actId="1076"/>
          <ac:spMkLst>
            <pc:docMk/>
            <pc:sldMk cId="2712717103" sldId="261"/>
            <ac:spMk id="12" creationId="{0226D204-1000-FB7D-DEB6-DED1B3B14525}"/>
          </ac:spMkLst>
        </pc:spChg>
        <pc:spChg chg="mod">
          <ac:chgData name="ACEM2-21 ac37822m(長岡高専)" userId="45dd5a03-675d-49d7-a16d-8a5974401386" providerId="ADAL" clId="{27FE6A37-5C74-4966-8564-B51DD8B2CFF0}" dt="2026-08-27T13:23:23.511" v="1102" actId="207"/>
          <ac:spMkLst>
            <pc:docMk/>
            <pc:sldMk cId="2712717103" sldId="261"/>
            <ac:spMk id="43" creationId="{70289AF4-8101-9CA7-9C92-1EB6F0F7FEB8}"/>
          </ac:spMkLst>
        </pc:spChg>
        <pc:spChg chg="mod">
          <ac:chgData name="ACEM2-21 ac37822m(長岡高専)" userId="45dd5a03-675d-49d7-a16d-8a5974401386" providerId="ADAL" clId="{27FE6A37-5C74-4966-8564-B51DD8B2CFF0}" dt="2026-08-27T13:23:23.511" v="1102" actId="207"/>
          <ac:spMkLst>
            <pc:docMk/>
            <pc:sldMk cId="2712717103" sldId="261"/>
            <ac:spMk id="44" creationId="{E6617186-5B5A-FD44-9FA9-6C258FD79536}"/>
          </ac:spMkLst>
        </pc:spChg>
        <pc:spChg chg="mod">
          <ac:chgData name="ACEM2-21 ac37822m(長岡高専)" userId="45dd5a03-675d-49d7-a16d-8a5974401386" providerId="ADAL" clId="{27FE6A37-5C74-4966-8564-B51DD8B2CFF0}" dt="2026-09-07T15:11:52.969" v="2012" actId="1076"/>
          <ac:spMkLst>
            <pc:docMk/>
            <pc:sldMk cId="2712717103" sldId="261"/>
            <ac:spMk id="50" creationId="{52C0885E-08AB-E0F2-0C3F-D656F76CEB64}"/>
          </ac:spMkLst>
        </pc:spChg>
        <pc:grpChg chg="mod">
          <ac:chgData name="ACEM2-21 ac37822m(長岡高専)" userId="45dd5a03-675d-49d7-a16d-8a5974401386" providerId="ADAL" clId="{27FE6A37-5C74-4966-8564-B51DD8B2CFF0}" dt="2026-09-07T15:09:34.806" v="1954" actId="1076"/>
          <ac:grpSpMkLst>
            <pc:docMk/>
            <pc:sldMk cId="2712717103" sldId="261"/>
            <ac:grpSpMk id="36" creationId="{F0049436-56F1-A961-8F07-F7FC92828F94}"/>
          </ac:grpSpMkLst>
        </pc:grpChg>
        <pc:picChg chg="add mod">
          <ac:chgData name="ACEM2-21 ac37822m(長岡高専)" userId="45dd5a03-675d-49d7-a16d-8a5974401386" providerId="ADAL" clId="{27FE6A37-5C74-4966-8564-B51DD8B2CFF0}" dt="2026-09-07T15:11:21.309" v="1961" actId="1076"/>
          <ac:picMkLst>
            <pc:docMk/>
            <pc:sldMk cId="2712717103" sldId="261"/>
            <ac:picMk id="5" creationId="{D64F8FBB-511A-A0FE-35DE-87319C5408D3}"/>
          </ac:picMkLst>
        </pc:picChg>
        <pc:picChg chg="mod modCrop">
          <ac:chgData name="ACEM2-21 ac37822m(長岡高専)" userId="45dd5a03-675d-49d7-a16d-8a5974401386" providerId="ADAL" clId="{27FE6A37-5C74-4966-8564-B51DD8B2CFF0}" dt="2026-08-27T13:23:05.596" v="1101" actId="732"/>
          <ac:picMkLst>
            <pc:docMk/>
            <pc:sldMk cId="2712717103" sldId="261"/>
            <ac:picMk id="42" creationId="{09AC1799-4821-BBCD-27E2-90421F7BA6B1}"/>
          </ac:picMkLst>
        </pc:picChg>
        <pc:picChg chg="mod">
          <ac:chgData name="ACEM2-21 ac37822m(長岡高専)" userId="45dd5a03-675d-49d7-a16d-8a5974401386" providerId="ADAL" clId="{27FE6A37-5C74-4966-8564-B51DD8B2CFF0}" dt="2026-09-07T15:09:31.235" v="1953" actId="1076"/>
          <ac:picMkLst>
            <pc:docMk/>
            <pc:sldMk cId="2712717103" sldId="261"/>
            <ac:picMk id="48" creationId="{C416D623-A2BA-BEBA-96D8-2B1DC9CEC280}"/>
          </ac:picMkLst>
        </pc:picChg>
      </pc:sldChg>
      <pc:sldChg chg="addSp delSp modSp mod">
        <pc:chgData name="ACEM2-21 ac37822m(長岡高専)" userId="45dd5a03-675d-49d7-a16d-8a5974401386" providerId="ADAL" clId="{27FE6A37-5C74-4966-8564-B51DD8B2CFF0}" dt="2026-08-27T13:22:21.988" v="1093" actId="20577"/>
        <pc:sldMkLst>
          <pc:docMk/>
          <pc:sldMk cId="642173746" sldId="262"/>
        </pc:sldMkLst>
        <pc:spChg chg="add mod">
          <ac:chgData name="ACEM2-21 ac37822m(長岡高専)" userId="45dd5a03-675d-49d7-a16d-8a5974401386" providerId="ADAL" clId="{27FE6A37-5C74-4966-8564-B51DD8B2CFF0}" dt="2026-08-27T13:04:17.338" v="282"/>
          <ac:spMkLst>
            <pc:docMk/>
            <pc:sldMk cId="642173746" sldId="262"/>
            <ac:spMk id="2" creationId="{8D96C00F-C0E9-4723-28E2-A1DA56B9AAE1}"/>
          </ac:spMkLst>
        </pc:spChg>
        <pc:spChg chg="add mod">
          <ac:chgData name="ACEM2-21 ac37822m(長岡高専)" userId="45dd5a03-675d-49d7-a16d-8a5974401386" providerId="ADAL" clId="{27FE6A37-5C74-4966-8564-B51DD8B2CFF0}" dt="2026-08-27T13:05:05.694" v="309"/>
          <ac:spMkLst>
            <pc:docMk/>
            <pc:sldMk cId="642173746" sldId="262"/>
            <ac:spMk id="3" creationId="{65C8397C-050A-7DFC-D467-56BB3A44A129}"/>
          </ac:spMkLst>
        </pc:spChg>
        <pc:spChg chg="mod">
          <ac:chgData name="ACEM2-21 ac37822m(長岡高専)" userId="45dd5a03-675d-49d7-a16d-8a5974401386" providerId="ADAL" clId="{27FE6A37-5C74-4966-8564-B51DD8B2CFF0}" dt="2026-08-27T13:20:41.442" v="1019" actId="20577"/>
          <ac:spMkLst>
            <pc:docMk/>
            <pc:sldMk cId="642173746" sldId="262"/>
            <ac:spMk id="11" creationId="{9E5FE734-2C81-70A9-D956-53DD4D6CA57F}"/>
          </ac:spMkLst>
        </pc:spChg>
      </pc:sldChg>
      <pc:sldChg chg="addSp delSp modSp mod">
        <pc:chgData name="ACEM2-21 ac37822m(長岡高専)" userId="45dd5a03-675d-49d7-a16d-8a5974401386" providerId="ADAL" clId="{27FE6A37-5C74-4966-8564-B51DD8B2CFF0}" dt="2026-09-07T15:17:11.965" v="2109" actId="1076"/>
        <pc:sldMkLst>
          <pc:docMk/>
          <pc:sldMk cId="683892195" sldId="263"/>
        </pc:sldMkLst>
        <pc:spChg chg="add mod">
          <ac:chgData name="ACEM2-21 ac37822m(長岡高専)" userId="45dd5a03-675d-49d7-a16d-8a5974401386" providerId="ADAL" clId="{27FE6A37-5C74-4966-8564-B51DD8B2CFF0}" dt="2026-08-27T13:04:14.007" v="278"/>
          <ac:spMkLst>
            <pc:docMk/>
            <pc:sldMk cId="683892195" sldId="263"/>
            <ac:spMk id="2" creationId="{32E2AF87-0EC3-81D9-4AB2-86BBF2557BA4}"/>
          </ac:spMkLst>
        </pc:spChg>
        <pc:spChg chg="mod">
          <ac:chgData name="ACEM2-21 ac37822m(長岡高専)" userId="45dd5a03-675d-49d7-a16d-8a5974401386" providerId="ADAL" clId="{27FE6A37-5C74-4966-8564-B51DD8B2CFF0}" dt="2026-09-07T15:17:11.965" v="2109" actId="1076"/>
          <ac:spMkLst>
            <pc:docMk/>
            <pc:sldMk cId="683892195" sldId="263"/>
            <ac:spMk id="3" creationId="{9110F28A-CA9B-779F-0836-DA711CD3014F}"/>
          </ac:spMkLst>
        </pc:spChg>
        <pc:spChg chg="add mod">
          <ac:chgData name="ACEM2-21 ac37822m(長岡高専)" userId="45dd5a03-675d-49d7-a16d-8a5974401386" providerId="ADAL" clId="{27FE6A37-5C74-4966-8564-B51DD8B2CFF0}" dt="2026-08-27T13:05:01.447" v="305"/>
          <ac:spMkLst>
            <pc:docMk/>
            <pc:sldMk cId="683892195" sldId="263"/>
            <ac:spMk id="7" creationId="{32B42386-14B6-9B33-E60A-EDA2DB02D5AF}"/>
          </ac:spMkLst>
        </pc:spChg>
        <pc:spChg chg="mod">
          <ac:chgData name="ACEM2-21 ac37822m(長岡高専)" userId="45dd5a03-675d-49d7-a16d-8a5974401386" providerId="ADAL" clId="{27FE6A37-5C74-4966-8564-B51DD8B2CFF0}" dt="2026-09-07T15:14:14.588" v="2029" actId="1076"/>
          <ac:spMkLst>
            <pc:docMk/>
            <pc:sldMk cId="683892195" sldId="263"/>
            <ac:spMk id="8" creationId="{51F0311F-0E5D-E4BF-939C-8210616917C6}"/>
          </ac:spMkLst>
        </pc:spChg>
        <pc:spChg chg="mod">
          <ac:chgData name="ACEM2-21 ac37822m(長岡高専)" userId="45dd5a03-675d-49d7-a16d-8a5974401386" providerId="ADAL" clId="{27FE6A37-5C74-4966-8564-B51DD8B2CFF0}" dt="2026-09-02T05:56:47.413" v="1853" actId="20577"/>
          <ac:spMkLst>
            <pc:docMk/>
            <pc:sldMk cId="683892195" sldId="263"/>
            <ac:spMk id="11" creationId="{1873C7D6-14F4-DE90-DBA0-3C748C542061}"/>
          </ac:spMkLst>
        </pc:spChg>
        <pc:spChg chg="mod">
          <ac:chgData name="ACEM2-21 ac37822m(長岡高専)" userId="45dd5a03-675d-49d7-a16d-8a5974401386" providerId="ADAL" clId="{27FE6A37-5C74-4966-8564-B51DD8B2CFF0}" dt="2026-09-07T15:14:12.001" v="2028" actId="1076"/>
          <ac:spMkLst>
            <pc:docMk/>
            <pc:sldMk cId="683892195" sldId="263"/>
            <ac:spMk id="17" creationId="{B09F0192-B95E-3FAA-855E-9F21C371D09D}"/>
          </ac:spMkLst>
        </pc:spChg>
        <pc:graphicFrameChg chg="add mod modGraphic">
          <ac:chgData name="ACEM2-21 ac37822m(長岡高専)" userId="45dd5a03-675d-49d7-a16d-8a5974401386" providerId="ADAL" clId="{27FE6A37-5C74-4966-8564-B51DD8B2CFF0}" dt="2026-09-07T15:14:09.534" v="2027" actId="1076"/>
          <ac:graphicFrameMkLst>
            <pc:docMk/>
            <pc:sldMk cId="683892195" sldId="263"/>
            <ac:graphicFrameMk id="4" creationId="{FB50E70B-F67E-4709-ABDA-01312C6BE3AB}"/>
          </ac:graphicFrameMkLst>
        </pc:graphicFrameChg>
        <pc:graphicFrameChg chg="del mod modGraphic">
          <ac:chgData name="ACEM2-21 ac37822m(長岡高専)" userId="45dd5a03-675d-49d7-a16d-8a5974401386" providerId="ADAL" clId="{27FE6A37-5C74-4966-8564-B51DD8B2CFF0}" dt="2026-09-07T15:13:46.584" v="2017" actId="21"/>
          <ac:graphicFrameMkLst>
            <pc:docMk/>
            <pc:sldMk cId="683892195" sldId="263"/>
            <ac:graphicFrameMk id="16" creationId="{6396EBB3-91B6-D4C4-20ED-2DCBC553AC72}"/>
          </ac:graphicFrameMkLst>
        </pc:graphicFrameChg>
      </pc:sldChg>
      <pc:sldChg chg="addSp delSp modSp mod">
        <pc:chgData name="ACEM2-21 ac37822m(長岡高専)" userId="45dd5a03-675d-49d7-a16d-8a5974401386" providerId="ADAL" clId="{27FE6A37-5C74-4966-8564-B51DD8B2CFF0}" dt="2026-09-07T15:06:53.585" v="1911" actId="20577"/>
        <pc:sldMkLst>
          <pc:docMk/>
          <pc:sldMk cId="1578321219" sldId="266"/>
        </pc:sldMkLst>
        <pc:spChg chg="add mod">
          <ac:chgData name="ACEM2-21 ac37822m(長岡高専)" userId="45dd5a03-675d-49d7-a16d-8a5974401386" providerId="ADAL" clId="{27FE6A37-5C74-4966-8564-B51DD8B2CFF0}" dt="2026-08-27T13:04:15.759" v="280"/>
          <ac:spMkLst>
            <pc:docMk/>
            <pc:sldMk cId="1578321219" sldId="266"/>
            <ac:spMk id="2" creationId="{40CDACBD-827E-74F7-BCCB-18A9D0502884}"/>
          </ac:spMkLst>
        </pc:spChg>
        <pc:spChg chg="mod">
          <ac:chgData name="ACEM2-21 ac37822m(長岡高専)" userId="45dd5a03-675d-49d7-a16d-8a5974401386" providerId="ADAL" clId="{27FE6A37-5C74-4966-8564-B51DD8B2CFF0}" dt="2026-09-07T15:06:53.585" v="1911" actId="20577"/>
          <ac:spMkLst>
            <pc:docMk/>
            <pc:sldMk cId="1578321219" sldId="266"/>
            <ac:spMk id="3" creationId="{3802E31C-8F6B-DF03-DF2C-7DE164EEEE5A}"/>
          </ac:spMkLst>
        </pc:spChg>
        <pc:spChg chg="add mod">
          <ac:chgData name="ACEM2-21 ac37822m(長岡高専)" userId="45dd5a03-675d-49d7-a16d-8a5974401386" providerId="ADAL" clId="{27FE6A37-5C74-4966-8564-B51DD8B2CFF0}" dt="2026-08-27T13:05:03.912" v="307"/>
          <ac:spMkLst>
            <pc:docMk/>
            <pc:sldMk cId="1578321219" sldId="266"/>
            <ac:spMk id="7" creationId="{CCE1159D-73A4-C6BE-8AA8-0E95B7339D30}"/>
          </ac:spMkLst>
        </pc:spChg>
        <pc:spChg chg="mod">
          <ac:chgData name="ACEM2-21 ac37822m(長岡高専)" userId="45dd5a03-675d-49d7-a16d-8a5974401386" providerId="ADAL" clId="{27FE6A37-5C74-4966-8564-B51DD8B2CFF0}" dt="2026-09-02T05:56:53.174" v="1856" actId="20577"/>
          <ac:spMkLst>
            <pc:docMk/>
            <pc:sldMk cId="1578321219" sldId="266"/>
            <ac:spMk id="11" creationId="{FD94D171-437F-84EB-FB8C-B6ADAF6C0BAF}"/>
          </ac:spMkLst>
        </pc:spChg>
        <pc:picChg chg="mod">
          <ac:chgData name="ACEM2-21 ac37822m(長岡高専)" userId="45dd5a03-675d-49d7-a16d-8a5974401386" providerId="ADAL" clId="{27FE6A37-5C74-4966-8564-B51DD8B2CFF0}" dt="2026-09-07T15:06:44.278" v="1889" actId="1076"/>
          <ac:picMkLst>
            <pc:docMk/>
            <pc:sldMk cId="1578321219" sldId="266"/>
            <ac:picMk id="9" creationId="{FF9669AF-A6ED-DFDF-7B3D-69046A6BEE13}"/>
          </ac:picMkLst>
        </pc:picChg>
      </pc:sldChg>
      <pc:sldChg chg="addSp delSp modSp mod">
        <pc:chgData name="ACEM2-21 ac37822m(長岡高専)" userId="45dd5a03-675d-49d7-a16d-8a5974401386" providerId="ADAL" clId="{27FE6A37-5C74-4966-8564-B51DD8B2CFF0}" dt="2026-09-02T05:57:36.204" v="1862" actId="207"/>
        <pc:sldMkLst>
          <pc:docMk/>
          <pc:sldMk cId="3400072852" sldId="267"/>
        </pc:sldMkLst>
        <pc:spChg chg="add mod">
          <ac:chgData name="ACEM2-21 ac37822m(長岡高専)" userId="45dd5a03-675d-49d7-a16d-8a5974401386" providerId="ADAL" clId="{27FE6A37-5C74-4966-8564-B51DD8B2CFF0}" dt="2026-08-27T13:04:13.066" v="277"/>
          <ac:spMkLst>
            <pc:docMk/>
            <pc:sldMk cId="3400072852" sldId="267"/>
            <ac:spMk id="2" creationId="{D63565B0-4E0E-B871-E93A-9E9732A001D1}"/>
          </ac:spMkLst>
        </pc:spChg>
        <pc:spChg chg="mod">
          <ac:chgData name="ACEM2-21 ac37822m(長岡高専)" userId="45dd5a03-675d-49d7-a16d-8a5974401386" providerId="ADAL" clId="{27FE6A37-5C74-4966-8564-B51DD8B2CFF0}" dt="2026-09-02T05:35:16.522" v="1229" actId="164"/>
          <ac:spMkLst>
            <pc:docMk/>
            <pc:sldMk cId="3400072852" sldId="267"/>
            <ac:spMk id="5" creationId="{B01BA904-3777-78C1-F96B-32A3A990EC0E}"/>
          </ac:spMkLst>
        </pc:spChg>
        <pc:spChg chg="add mod">
          <ac:chgData name="ACEM2-21 ac37822m(長岡高専)" userId="45dd5a03-675d-49d7-a16d-8a5974401386" providerId="ADAL" clId="{27FE6A37-5C74-4966-8564-B51DD8B2CFF0}" dt="2026-08-27T13:05:00.506" v="304"/>
          <ac:spMkLst>
            <pc:docMk/>
            <pc:sldMk cId="3400072852" sldId="267"/>
            <ac:spMk id="7" creationId="{31DDFEB0-3D53-0C61-DBC9-4631B49F9473}"/>
          </ac:spMkLst>
        </pc:spChg>
        <pc:spChg chg="mod">
          <ac:chgData name="ACEM2-21 ac37822m(長岡高専)" userId="45dd5a03-675d-49d7-a16d-8a5974401386" providerId="ADAL" clId="{27FE6A37-5C74-4966-8564-B51DD8B2CFF0}" dt="2026-09-02T05:35:16.522" v="1229" actId="164"/>
          <ac:spMkLst>
            <pc:docMk/>
            <pc:sldMk cId="3400072852" sldId="267"/>
            <ac:spMk id="8" creationId="{748A91D8-00FC-6593-8199-BA702E18F134}"/>
          </ac:spMkLst>
        </pc:spChg>
        <pc:spChg chg="mod">
          <ac:chgData name="ACEM2-21 ac37822m(長岡高専)" userId="45dd5a03-675d-49d7-a16d-8a5974401386" providerId="ADAL" clId="{27FE6A37-5C74-4966-8564-B51DD8B2CFF0}" dt="2026-09-02T05:35:16.522" v="1229" actId="164"/>
          <ac:spMkLst>
            <pc:docMk/>
            <pc:sldMk cId="3400072852" sldId="267"/>
            <ac:spMk id="15" creationId="{67AE1883-F716-A97F-C4CC-F2DFB0160B77}"/>
          </ac:spMkLst>
        </pc:spChg>
        <pc:spChg chg="mod">
          <ac:chgData name="ACEM2-21 ac37822m(長岡高専)" userId="45dd5a03-675d-49d7-a16d-8a5974401386" providerId="ADAL" clId="{27FE6A37-5C74-4966-8564-B51DD8B2CFF0}" dt="2026-09-02T05:35:16.522" v="1229" actId="164"/>
          <ac:spMkLst>
            <pc:docMk/>
            <pc:sldMk cId="3400072852" sldId="267"/>
            <ac:spMk id="16" creationId="{7800DA27-1681-01DC-F9DA-CB22AD12FAE7}"/>
          </ac:spMkLst>
        </pc:spChg>
        <pc:spChg chg="mod">
          <ac:chgData name="ACEM2-21 ac37822m(長岡高専)" userId="45dd5a03-675d-49d7-a16d-8a5974401386" providerId="ADAL" clId="{27FE6A37-5C74-4966-8564-B51DD8B2CFF0}" dt="2026-09-02T05:35:16.522" v="1229" actId="164"/>
          <ac:spMkLst>
            <pc:docMk/>
            <pc:sldMk cId="3400072852" sldId="267"/>
            <ac:spMk id="17" creationId="{2B875CF8-0058-749D-D826-5CB2C031AC6E}"/>
          </ac:spMkLst>
        </pc:spChg>
        <pc:spChg chg="mod">
          <ac:chgData name="ACEM2-21 ac37822m(長岡高専)" userId="45dd5a03-675d-49d7-a16d-8a5974401386" providerId="ADAL" clId="{27FE6A37-5C74-4966-8564-B51DD8B2CFF0}" dt="2026-09-02T05:35:16.522" v="1229" actId="164"/>
          <ac:spMkLst>
            <pc:docMk/>
            <pc:sldMk cId="3400072852" sldId="267"/>
            <ac:spMk id="18" creationId="{F51BF5B9-0691-F8F0-7924-74D01ECB667C}"/>
          </ac:spMkLst>
        </pc:spChg>
        <pc:spChg chg="mod">
          <ac:chgData name="ACEM2-21 ac37822m(長岡高専)" userId="45dd5a03-675d-49d7-a16d-8a5974401386" providerId="ADAL" clId="{27FE6A37-5C74-4966-8564-B51DD8B2CFF0}" dt="2026-09-02T05:35:16.522" v="1229" actId="164"/>
          <ac:spMkLst>
            <pc:docMk/>
            <pc:sldMk cId="3400072852" sldId="267"/>
            <ac:spMk id="19" creationId="{3BEBCE1B-F5FB-58B3-85F6-C51333200372}"/>
          </ac:spMkLst>
        </pc:spChg>
        <pc:spChg chg="mod">
          <ac:chgData name="ACEM2-21 ac37822m(長岡高専)" userId="45dd5a03-675d-49d7-a16d-8a5974401386" providerId="ADAL" clId="{27FE6A37-5C74-4966-8564-B51DD8B2CFF0}" dt="2026-09-02T05:35:16.522" v="1229" actId="164"/>
          <ac:spMkLst>
            <pc:docMk/>
            <pc:sldMk cId="3400072852" sldId="267"/>
            <ac:spMk id="20" creationId="{43A695BB-12A5-4295-48CE-E627F9890028}"/>
          </ac:spMkLst>
        </pc:spChg>
        <pc:spChg chg="mod">
          <ac:chgData name="ACEM2-21 ac37822m(長岡高専)" userId="45dd5a03-675d-49d7-a16d-8a5974401386" providerId="ADAL" clId="{27FE6A37-5C74-4966-8564-B51DD8B2CFF0}" dt="2026-09-02T05:35:16.522" v="1229" actId="164"/>
          <ac:spMkLst>
            <pc:docMk/>
            <pc:sldMk cId="3400072852" sldId="267"/>
            <ac:spMk id="21" creationId="{86BD2F19-916C-2F07-CD25-4315FD34AED2}"/>
          </ac:spMkLst>
        </pc:spChg>
        <pc:spChg chg="mod">
          <ac:chgData name="ACEM2-21 ac37822m(長岡高専)" userId="45dd5a03-675d-49d7-a16d-8a5974401386" providerId="ADAL" clId="{27FE6A37-5C74-4966-8564-B51DD8B2CFF0}" dt="2026-09-02T05:46:28.695" v="1459" actId="20577"/>
          <ac:spMkLst>
            <pc:docMk/>
            <pc:sldMk cId="3400072852" sldId="267"/>
            <ac:spMk id="26" creationId="{AD4E38E4-0228-CFF2-5D46-559179356D63}"/>
          </ac:spMkLst>
        </pc:spChg>
        <pc:spChg chg="add mod">
          <ac:chgData name="ACEM2-21 ac37822m(長岡高専)" userId="45dd5a03-675d-49d7-a16d-8a5974401386" providerId="ADAL" clId="{27FE6A37-5C74-4966-8564-B51DD8B2CFF0}" dt="2026-09-02T05:57:36.204" v="1862" actId="207"/>
          <ac:spMkLst>
            <pc:docMk/>
            <pc:sldMk cId="3400072852" sldId="267"/>
            <ac:spMk id="28" creationId="{638ED28B-B87D-DD00-8299-22FE24B65FAF}"/>
          </ac:spMkLst>
        </pc:spChg>
        <pc:grpChg chg="mod">
          <ac:chgData name="ACEM2-21 ac37822m(長岡高専)" userId="45dd5a03-675d-49d7-a16d-8a5974401386" providerId="ADAL" clId="{27FE6A37-5C74-4966-8564-B51DD8B2CFF0}" dt="2026-09-02T05:46:32.961" v="1460" actId="1076"/>
          <ac:grpSpMkLst>
            <pc:docMk/>
            <pc:sldMk cId="3400072852" sldId="267"/>
            <ac:grpSpMk id="25" creationId="{A585FF2D-4835-80CA-BB98-1CC37C539437}"/>
          </ac:grpSpMkLst>
        </pc:grpChg>
        <pc:picChg chg="mod">
          <ac:chgData name="ACEM2-21 ac37822m(長岡高専)" userId="45dd5a03-675d-49d7-a16d-8a5974401386" providerId="ADAL" clId="{27FE6A37-5C74-4966-8564-B51DD8B2CFF0}" dt="2026-09-02T05:35:16.522" v="1229" actId="164"/>
          <ac:picMkLst>
            <pc:docMk/>
            <pc:sldMk cId="3400072852" sldId="267"/>
            <ac:picMk id="22" creationId="{C57D0B4E-6870-0884-E032-7E2F9580A7A9}"/>
          </ac:picMkLst>
        </pc:picChg>
      </pc:sldChg>
      <pc:sldChg chg="addSp delSp modSp add mod">
        <pc:chgData name="ACEM2-21 ac37822m(長岡高専)" userId="45dd5a03-675d-49d7-a16d-8a5974401386" providerId="ADAL" clId="{27FE6A37-5C74-4966-8564-B51DD8B2CFF0}" dt="2026-09-07T15:07:29.323" v="1923" actId="1076"/>
        <pc:sldMkLst>
          <pc:docMk/>
          <pc:sldMk cId="3630399525" sldId="268"/>
        </pc:sldMkLst>
        <pc:spChg chg="del mod">
          <ac:chgData name="ACEM2-21 ac37822m(長岡高専)" userId="45dd5a03-675d-49d7-a16d-8a5974401386" providerId="ADAL" clId="{27FE6A37-5C74-4966-8564-B51DD8B2CFF0}" dt="2026-09-07T15:07:00.738" v="1913" actId="21"/>
          <ac:spMkLst>
            <pc:docMk/>
            <pc:sldMk cId="3630399525" sldId="268"/>
            <ac:spMk id="3" creationId="{7E9B7D47-1870-8229-8CBE-909BEDF1AE23}"/>
          </ac:spMkLst>
        </pc:spChg>
        <pc:spChg chg="add">
          <ac:chgData name="ACEM2-21 ac37822m(長岡高専)" userId="45dd5a03-675d-49d7-a16d-8a5974401386" providerId="ADAL" clId="{27FE6A37-5C74-4966-8564-B51DD8B2CFF0}" dt="2026-09-07T15:07:05.362" v="1914" actId="22"/>
          <ac:spMkLst>
            <pc:docMk/>
            <pc:sldMk cId="3630399525" sldId="268"/>
            <ac:spMk id="8" creationId="{1C683C20-B0E8-9AA0-6473-A02CD4D92A54}"/>
          </ac:spMkLst>
        </pc:spChg>
        <pc:spChg chg="mod">
          <ac:chgData name="ACEM2-21 ac37822m(長岡高専)" userId="45dd5a03-675d-49d7-a16d-8a5974401386" providerId="ADAL" clId="{27FE6A37-5C74-4966-8564-B51DD8B2CFF0}" dt="2026-09-02T05:56:57.947" v="1857" actId="20577"/>
          <ac:spMkLst>
            <pc:docMk/>
            <pc:sldMk cId="3630399525" sldId="268"/>
            <ac:spMk id="11" creationId="{06140BCD-47BF-7E01-E735-469E650F861A}"/>
          </ac:spMkLst>
        </pc:spChg>
        <pc:picChg chg="mod">
          <ac:chgData name="ACEM2-21 ac37822m(長岡高専)" userId="45dd5a03-675d-49d7-a16d-8a5974401386" providerId="ADAL" clId="{27FE6A37-5C74-4966-8564-B51DD8B2CFF0}" dt="2026-09-07T15:07:28.163" v="1922" actId="1076"/>
          <ac:picMkLst>
            <pc:docMk/>
            <pc:sldMk cId="3630399525" sldId="268"/>
            <ac:picMk id="5" creationId="{3B36768D-EE4D-4B79-811A-0D40FCBC51C9}"/>
          </ac:picMkLst>
        </pc:picChg>
        <pc:picChg chg="mod">
          <ac:chgData name="ACEM2-21 ac37822m(長岡高専)" userId="45dd5a03-675d-49d7-a16d-8a5974401386" providerId="ADAL" clId="{27FE6A37-5C74-4966-8564-B51DD8B2CFF0}" dt="2026-09-07T15:07:29.323" v="1923" actId="1076"/>
          <ac:picMkLst>
            <pc:docMk/>
            <pc:sldMk cId="3630399525" sldId="268"/>
            <ac:picMk id="9" creationId="{DCA12BEC-C7EE-DF7F-7A6B-5D2A48A97674}"/>
          </ac:picMkLst>
        </pc:picChg>
      </pc:sldChg>
      <pc:sldChg chg="addSp delSp modSp add mod">
        <pc:chgData name="ACEM2-21 ac37822m(長岡高専)" userId="45dd5a03-675d-49d7-a16d-8a5974401386" providerId="ADAL" clId="{27FE6A37-5C74-4966-8564-B51DD8B2CFF0}" dt="2026-08-27T13:22:12.321" v="1082" actId="20577"/>
        <pc:sldMkLst>
          <pc:docMk/>
          <pc:sldMk cId="1265696255" sldId="269"/>
        </pc:sldMkLst>
        <pc:spChg chg="add mod">
          <ac:chgData name="ACEM2-21 ac37822m(長岡高専)" userId="45dd5a03-675d-49d7-a16d-8a5974401386" providerId="ADAL" clId="{27FE6A37-5C74-4966-8564-B51DD8B2CFF0}" dt="2026-08-27T13:22:12.321" v="1082" actId="20577"/>
          <ac:spMkLst>
            <pc:docMk/>
            <pc:sldMk cId="1265696255" sldId="269"/>
            <ac:spMk id="5" creationId="{481F3886-3DE3-76F0-1C75-EB43A3572131}"/>
          </ac:spMkLst>
        </pc:spChg>
        <pc:spChg chg="mod">
          <ac:chgData name="ACEM2-21 ac37822m(長岡高専)" userId="45dd5a03-675d-49d7-a16d-8a5974401386" providerId="ADAL" clId="{27FE6A37-5C74-4966-8564-B51DD8B2CFF0}" dt="2026-08-27T13:20:59.389" v="1050" actId="20577"/>
          <ac:spMkLst>
            <pc:docMk/>
            <pc:sldMk cId="1265696255" sldId="269"/>
            <ac:spMk id="11" creationId="{BD7F2914-19A2-0536-564A-DD3721539646}"/>
          </ac:spMkLst>
        </pc:spChg>
      </pc:sldChg>
      <pc:sldChg chg="addSp delSp modSp mod delAnim">
        <pc:chgData name="ACEM2-21 ac37822m(長岡高専)" userId="45dd5a03-675d-49d7-a16d-8a5974401386" providerId="ADAL" clId="{27FE6A37-5C74-4966-8564-B51DD8B2CFF0}" dt="2026-09-02T05:58:02.521" v="1863" actId="22"/>
        <pc:sldMkLst>
          <pc:docMk/>
          <pc:sldMk cId="3476658783" sldId="270"/>
        </pc:sldMkLst>
        <pc:spChg chg="mod">
          <ac:chgData name="ACEM2-21 ac37822m(長岡高専)" userId="45dd5a03-675d-49d7-a16d-8a5974401386" providerId="ADAL" clId="{27FE6A37-5C74-4966-8564-B51DD8B2CFF0}" dt="2026-09-02T05:56:42.028" v="1852" actId="20577"/>
          <ac:spMkLst>
            <pc:docMk/>
            <pc:sldMk cId="3476658783" sldId="270"/>
            <ac:spMk id="3" creationId="{728020B5-2B10-460C-FAB5-89773203F787}"/>
          </ac:spMkLst>
        </pc:spChg>
        <pc:spChg chg="mod">
          <ac:chgData name="ACEM2-21 ac37822m(長岡高専)" userId="45dd5a03-675d-49d7-a16d-8a5974401386" providerId="ADAL" clId="{27FE6A37-5C74-4966-8564-B51DD8B2CFF0}" dt="2026-09-02T05:25:38.503" v="1188" actId="20577"/>
          <ac:spMkLst>
            <pc:docMk/>
            <pc:sldMk cId="3476658783" sldId="270"/>
            <ac:spMk id="11" creationId="{A6877DCE-29EC-16A5-2AE4-9A129DD112BA}"/>
          </ac:spMkLst>
        </pc:spChg>
        <pc:spChg chg="mod">
          <ac:chgData name="ACEM2-21 ac37822m(長岡高専)" userId="45dd5a03-675d-49d7-a16d-8a5974401386" providerId="ADAL" clId="{27FE6A37-5C74-4966-8564-B51DD8B2CFF0}" dt="2026-09-02T05:56:01.346" v="1782" actId="1076"/>
          <ac:spMkLst>
            <pc:docMk/>
            <pc:sldMk cId="3476658783" sldId="270"/>
            <ac:spMk id="13" creationId="{737E4934-9B63-BFD3-76F4-237772BB05D3}"/>
          </ac:spMkLst>
        </pc:spChg>
        <pc:spChg chg="add mod">
          <ac:chgData name="ACEM2-21 ac37822m(長岡高専)" userId="45dd5a03-675d-49d7-a16d-8a5974401386" providerId="ADAL" clId="{27FE6A37-5C74-4966-8564-B51DD8B2CFF0}" dt="2026-09-02T05:56:37.440" v="1851" actId="122"/>
          <ac:spMkLst>
            <pc:docMk/>
            <pc:sldMk cId="3476658783" sldId="270"/>
            <ac:spMk id="16" creationId="{CAB8ECF6-28D2-95A0-DEF2-A0615990BB1B}"/>
          </ac:spMkLst>
        </pc:spChg>
        <pc:graphicFrameChg chg="add mod modGraphic">
          <ac:chgData name="ACEM2-21 ac37822m(長岡高専)" userId="45dd5a03-675d-49d7-a16d-8a5974401386" providerId="ADAL" clId="{27FE6A37-5C74-4966-8564-B51DD8B2CFF0}" dt="2026-09-02T05:56:01.346" v="1782" actId="1076"/>
          <ac:graphicFrameMkLst>
            <pc:docMk/>
            <pc:sldMk cId="3476658783" sldId="270"/>
            <ac:graphicFrameMk id="14" creationId="{B4FCD05F-7BA4-C074-3B68-DDDEF0021D71}"/>
          </ac:graphicFrameMkLst>
        </pc:graphicFrameChg>
        <pc:graphicFrameChg chg="add">
          <ac:chgData name="ACEM2-21 ac37822m(長岡高専)" userId="45dd5a03-675d-49d7-a16d-8a5974401386" providerId="ADAL" clId="{27FE6A37-5C74-4966-8564-B51DD8B2CFF0}" dt="2026-09-02T05:58:02.521" v="1863" actId="22"/>
          <ac:graphicFrameMkLst>
            <pc:docMk/>
            <pc:sldMk cId="3476658783" sldId="270"/>
            <ac:graphicFrameMk id="18" creationId="{1FDB736E-042C-FACD-D238-238FCEB21C40}"/>
          </ac:graphicFrameMkLst>
        </pc:graphicFrameChg>
      </pc:sldChg>
      <pc:sldChg chg="addSp delSp modSp mod">
        <pc:chgData name="ACEM2-21 ac37822m(長岡高専)" userId="45dd5a03-675d-49d7-a16d-8a5974401386" providerId="ADAL" clId="{27FE6A37-5C74-4966-8564-B51DD8B2CFF0}" dt="2026-09-02T05:58:06.665" v="1865" actId="478"/>
        <pc:sldMkLst>
          <pc:docMk/>
          <pc:sldMk cId="3866805907" sldId="271"/>
        </pc:sldMkLst>
        <pc:spChg chg="mod">
          <ac:chgData name="ACEM2-21 ac37822m(長岡高専)" userId="45dd5a03-675d-49d7-a16d-8a5974401386" providerId="ADAL" clId="{27FE6A37-5C74-4966-8564-B51DD8B2CFF0}" dt="2026-09-02T05:50:29.751" v="1692" actId="20577"/>
          <ac:spMkLst>
            <pc:docMk/>
            <pc:sldMk cId="3866805907" sldId="271"/>
            <ac:spMk id="3" creationId="{02F4A2C7-49CF-E7BA-8532-F781A2BDB5BA}"/>
          </ac:spMkLst>
        </pc:spChg>
        <pc:spChg chg="add mod">
          <ac:chgData name="ACEM2-21 ac37822m(長岡高専)" userId="45dd5a03-675d-49d7-a16d-8a5974401386" providerId="ADAL" clId="{27FE6A37-5C74-4966-8564-B51DD8B2CFF0}" dt="2026-09-02T05:50:11.544" v="1683" actId="1076"/>
          <ac:spMkLst>
            <pc:docMk/>
            <pc:sldMk cId="3866805907" sldId="271"/>
            <ac:spMk id="15" creationId="{D9F7A871-EA1B-147C-499B-D9F51E8A5C83}"/>
          </ac:spMkLst>
        </pc:spChg>
        <pc:spChg chg="add del mod">
          <ac:chgData name="ACEM2-21 ac37822m(長岡高専)" userId="45dd5a03-675d-49d7-a16d-8a5974401386" providerId="ADAL" clId="{27FE6A37-5C74-4966-8564-B51DD8B2CFF0}" dt="2026-09-02T05:48:58.097" v="1649" actId="47"/>
          <ac:spMkLst>
            <pc:docMk/>
            <pc:sldMk cId="3866805907" sldId="271"/>
            <ac:spMk id="16" creationId="{9D5DB1AF-781A-949E-ABCF-DBFEAF0A8399}"/>
          </ac:spMkLst>
        </pc:spChg>
        <pc:spChg chg="add mod">
          <ac:chgData name="ACEM2-21 ac37822m(長岡高専)" userId="45dd5a03-675d-49d7-a16d-8a5974401386" providerId="ADAL" clId="{27FE6A37-5C74-4966-8564-B51DD8B2CFF0}" dt="2026-09-02T05:50:11.544" v="1683" actId="1076"/>
          <ac:spMkLst>
            <pc:docMk/>
            <pc:sldMk cId="3866805907" sldId="271"/>
            <ac:spMk id="20" creationId="{315A2C10-2280-32D9-BBAE-3414C8FFB4EC}"/>
          </ac:spMkLst>
        </pc:spChg>
      </pc:sldChg>
      <pc:sldChg chg="addSp modSp mod">
        <pc:chgData name="ACEM2-21 ac37822m(長岡高専)" userId="45dd5a03-675d-49d7-a16d-8a5974401386" providerId="ADAL" clId="{27FE6A37-5C74-4966-8564-B51DD8B2CFF0}" dt="2026-09-07T15:18:17.929" v="2261" actId="20577"/>
        <pc:sldMkLst>
          <pc:docMk/>
          <pc:sldMk cId="315102233" sldId="272"/>
        </pc:sldMkLst>
        <pc:spChg chg="mod">
          <ac:chgData name="ACEM2-21 ac37822m(長岡高専)" userId="45dd5a03-675d-49d7-a16d-8a5974401386" providerId="ADAL" clId="{27FE6A37-5C74-4966-8564-B51DD8B2CFF0}" dt="2026-09-07T15:18:17.929" v="2261" actId="20577"/>
          <ac:spMkLst>
            <pc:docMk/>
            <pc:sldMk cId="315102233" sldId="272"/>
            <ac:spMk id="3" creationId="{0AB27B1E-4E4A-BAE0-DFD9-D9071103CF9E}"/>
          </ac:spMkLst>
        </pc:spChg>
        <pc:spChg chg="add mod">
          <ac:chgData name="ACEM2-21 ac37822m(長岡高専)" userId="45dd5a03-675d-49d7-a16d-8a5974401386" providerId="ADAL" clId="{27FE6A37-5C74-4966-8564-B51DD8B2CFF0}" dt="2026-09-07T15:18:14.023" v="2260"/>
          <ac:spMkLst>
            <pc:docMk/>
            <pc:sldMk cId="315102233" sldId="272"/>
            <ac:spMk id="8" creationId="{E2B88F23-4ED2-40F3-024A-2E6F66EE4AEB}"/>
          </ac:spMkLst>
        </pc:spChg>
        <pc:graphicFrameChg chg="mod modGraphic">
          <ac:chgData name="ACEM2-21 ac37822m(長岡高専)" userId="45dd5a03-675d-49d7-a16d-8a5974401386" providerId="ADAL" clId="{27FE6A37-5C74-4966-8564-B51DD8B2CFF0}" dt="2026-09-07T15:17:24.498" v="2111" actId="1076"/>
          <ac:graphicFrameMkLst>
            <pc:docMk/>
            <pc:sldMk cId="315102233" sldId="272"/>
            <ac:graphicFrameMk id="5" creationId="{0DCFCCFF-3AB7-A1B2-ED35-E577EB6C5205}"/>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1EBDEF-5C33-4249-96EE-F7C14F3258FB}"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CECCAB-B8BF-44D0-8687-F9EB53B32FC9}" type="slidenum">
              <a:rPr lang="en-US" smtClean="0"/>
              <a:t>‹#›</a:t>
            </a:fld>
            <a:endParaRPr lang="en-US"/>
          </a:p>
        </p:txBody>
      </p:sp>
    </p:spTree>
    <p:extLst>
      <p:ext uri="{BB962C8B-B14F-4D97-AF65-F5344CB8AC3E}">
        <p14:creationId xmlns:p14="http://schemas.microsoft.com/office/powerpoint/2010/main" val="671548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「スポーツの姿勢推定のための人体モデル拡張と追加学習」について発表します。</a:t>
            </a:r>
          </a:p>
          <a:p>
            <a:r>
              <a:t>発表者は野口凜人、上村健二、高橋章です。所属は長岡工業高等専門学校です。</a:t>
            </a:r>
          </a:p>
        </p:txBody>
      </p:sp>
      <p:sp>
        <p:nvSpPr>
          <p:cNvPr id="4" name="スライド番号プレースホルダー 3"/>
          <p:cNvSpPr>
            <a:spLocks noGrp="1"/>
          </p:cNvSpPr>
          <p:nvPr>
            <p:ph type="sldNum" sz="quarter" idx="5"/>
          </p:nvPr>
        </p:nvSpPr>
        <p:spPr/>
        <p:txBody>
          <a:bodyPr/>
          <a:lstStyle/>
          <a:p>
            <a:fld id="{66CECCAB-B8BF-44D0-8687-F9EB53B32FC9}" type="slidenum">
              <a:rPr lang="en-US" smtClean="0"/>
              <a:t>1</a:t>
            </a:fld>
            <a:endParaRPr lang="en-US"/>
          </a:p>
        </p:txBody>
      </p:sp>
    </p:spTree>
    <p:extLst>
      <p:ext uri="{BB962C8B-B14F-4D97-AF65-F5344CB8AC3E}">
        <p14:creationId xmlns:p14="http://schemas.microsoft.com/office/powerpoint/2010/main" val="29618404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スポーツにおける動画像からの姿勢推定には、オクルージョンによる精度低下と、</a:t>
            </a:r>
          </a:p>
          <a:p>
            <a:r>
              <a:t>既存データセットの関節点数が17点であるため人体の柔軟性を再現できないという</a:t>
            </a:r>
          </a:p>
          <a:p>
            <a:r>
              <a:t>課題があります。これらの解決には深層学習モデルへの追加学習が有効ですが、</a:t>
            </a:r>
          </a:p>
          <a:p>
            <a:r>
              <a:t>正確なデータセットを大量に用意する必要があり、実世界での収集は困難です。</a:t>
            </a:r>
          </a:p>
          <a:p>
            <a:r>
              <a:t>そこで本研究では、人体の柔軟性を再現するのに十分な関節点をもつ人体モデルの</a:t>
            </a:r>
          </a:p>
          <a:p>
            <a:r>
              <a:t>実装手法と、3DCGを用いたデータセットの拡張手法により、単一視点からの</a:t>
            </a:r>
          </a:p>
          <a:p>
            <a:r>
              <a:t>3次元姿勢推定における人体の柔軟性の再現とセルフオクルージョンに対する</a:t>
            </a:r>
          </a:p>
          <a:p>
            <a:r>
              <a:t>精度向上を目的とします。</a:t>
            </a:r>
          </a:p>
        </p:txBody>
      </p:sp>
      <p:sp>
        <p:nvSpPr>
          <p:cNvPr id="4" name="スライド番号プレースホルダー 3"/>
          <p:cNvSpPr>
            <a:spLocks noGrp="1"/>
          </p:cNvSpPr>
          <p:nvPr>
            <p:ph type="sldNum" sz="quarter" idx="5"/>
          </p:nvPr>
        </p:nvSpPr>
        <p:spPr/>
        <p:txBody>
          <a:bodyPr/>
          <a:lstStyle/>
          <a:p>
            <a:fld id="{66CECCAB-B8BF-44D0-8687-F9EB53B32FC9}" type="slidenum">
              <a:rPr lang="en-US" smtClean="0"/>
              <a:t>2</a:t>
            </a:fld>
            <a:endParaRPr lang="en-US"/>
          </a:p>
        </p:txBody>
      </p:sp>
    </p:spTree>
    <p:extLst>
      <p:ext uri="{BB962C8B-B14F-4D97-AF65-F5344CB8AC3E}">
        <p14:creationId xmlns:p14="http://schemas.microsoft.com/office/powerpoint/2010/main" val="1947196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0208C-2204-A6FE-2A6A-1E9BB40C6D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B6BA11E-DA05-7B6C-08CB-FB1290FEE9C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9668719-0356-42FC-C02E-824A1EC6A308}"/>
              </a:ext>
            </a:extLst>
          </p:cNvPr>
          <p:cNvSpPr>
            <a:spLocks noGrp="1"/>
          </p:cNvSpPr>
          <p:nvPr>
            <p:ph type="body" idx="1"/>
          </p:nvPr>
        </p:nvSpPr>
        <p:spPr/>
        <p:txBody>
          <a:bodyPr/>
          <a:lstStyle/>
          <a:p>
            <a:r>
              <a:t>研究手法は3つの工程からなります。工程①では人体スケルトンの首から腰の間に</a:t>
            </a:r>
          </a:p>
          <a:p>
            <a:r>
              <a:t>新たに関節点を追加します。工程②では3DCGを用いてデータセットとアノテーション</a:t>
            </a:r>
          </a:p>
          <a:p>
            <a:r>
              <a:t>データを自動生成し、追加学習を行います。工程③ではテストデータを用いて</a:t>
            </a:r>
          </a:p>
          <a:p>
            <a:r>
              <a:t>柔軟性・恒常性・セルフオクルージョンに対する精度を評価します。</a:t>
            </a:r>
          </a:p>
        </p:txBody>
      </p:sp>
      <p:sp>
        <p:nvSpPr>
          <p:cNvPr id="4" name="スライド番号プレースホルダー 3">
            <a:extLst>
              <a:ext uri="{FF2B5EF4-FFF2-40B4-BE49-F238E27FC236}">
                <a16:creationId xmlns:a16="http://schemas.microsoft.com/office/drawing/2014/main" id="{63A1788F-15DD-716C-D28E-64E23D18EC80}"/>
              </a:ext>
            </a:extLst>
          </p:cNvPr>
          <p:cNvSpPr>
            <a:spLocks noGrp="1"/>
          </p:cNvSpPr>
          <p:nvPr>
            <p:ph type="sldNum" sz="quarter" idx="5"/>
          </p:nvPr>
        </p:nvSpPr>
        <p:spPr/>
        <p:txBody>
          <a:bodyPr/>
          <a:lstStyle/>
          <a:p>
            <a:fld id="{66CECCAB-B8BF-44D0-8687-F9EB53B32FC9}" type="slidenum">
              <a:rPr lang="en-US" smtClean="0"/>
              <a:t>3</a:t>
            </a:fld>
            <a:endParaRPr lang="en-US"/>
          </a:p>
        </p:txBody>
      </p:sp>
    </p:spTree>
    <p:extLst>
      <p:ext uri="{BB962C8B-B14F-4D97-AF65-F5344CB8AC3E}">
        <p14:creationId xmlns:p14="http://schemas.microsoft.com/office/powerpoint/2010/main" val="456482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5694E-1FBE-46D6-A94B-C434F2FBD7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0619BAD-FCC5-2C23-A89C-7BA6118830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4C2F4AE-8243-183F-90F9-F3CC308EE132}"/>
              </a:ext>
            </a:extLst>
          </p:cNvPr>
          <p:cNvSpPr>
            <a:spLocks noGrp="1"/>
          </p:cNvSpPr>
          <p:nvPr>
            <p:ph type="body" idx="1"/>
          </p:nvPr>
        </p:nvSpPr>
        <p:spPr/>
        <p:txBody>
          <a:bodyPr/>
          <a:lstStyle/>
          <a:p>
            <a:r>
              <a:t>工程①の詳細です。首から腰の間に新たに2つのキーポイントを追加し、</a:t>
            </a:r>
          </a:p>
          <a:p>
            <a:r>
              <a:t>合計19点の人体モデルとしました。姿勢推定には2次元姿勢推定のHRNetと、</a:t>
            </a:r>
          </a:p>
          <a:p>
            <a:r>
              <a:t>3次元姿勢変換のMotionBERTを用います。HRNetで画像から2次元姿勢を推定し、</a:t>
            </a:r>
          </a:p>
          <a:p>
            <a:r>
              <a:t>MotionBERTでその2次元座標を3次元姿勢へ変換します。右側は拡張後の19点、</a:t>
            </a:r>
          </a:p>
          <a:p>
            <a:r>
              <a:t>および既存のCOCO datasetとH36Mによる17点のキーポイント配置です。</a:t>
            </a:r>
          </a:p>
        </p:txBody>
      </p:sp>
      <p:sp>
        <p:nvSpPr>
          <p:cNvPr id="4" name="スライド番号プレースホルダー 3">
            <a:extLst>
              <a:ext uri="{FF2B5EF4-FFF2-40B4-BE49-F238E27FC236}">
                <a16:creationId xmlns:a16="http://schemas.microsoft.com/office/drawing/2014/main" id="{D3E14B10-BA21-8F12-BF9F-933F66AF65CC}"/>
              </a:ext>
            </a:extLst>
          </p:cNvPr>
          <p:cNvSpPr>
            <a:spLocks noGrp="1"/>
          </p:cNvSpPr>
          <p:nvPr>
            <p:ph type="sldNum" sz="quarter" idx="5"/>
          </p:nvPr>
        </p:nvSpPr>
        <p:spPr/>
        <p:txBody>
          <a:bodyPr/>
          <a:lstStyle/>
          <a:p>
            <a:fld id="{66CECCAB-B8BF-44D0-8687-F9EB53B32FC9}" type="slidenum">
              <a:rPr lang="en-US" smtClean="0"/>
              <a:t>4</a:t>
            </a:fld>
            <a:endParaRPr lang="en-US"/>
          </a:p>
        </p:txBody>
      </p:sp>
    </p:spTree>
    <p:extLst>
      <p:ext uri="{BB962C8B-B14F-4D97-AF65-F5344CB8AC3E}">
        <p14:creationId xmlns:p14="http://schemas.microsoft.com/office/powerpoint/2010/main" val="3146778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C0CC1-EA31-4DDC-1352-0C6569D179F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F9F25C-7380-F7FD-1E0D-A3A8E27DFA8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43F65A-39F7-A9BD-384D-85F15DACEA8E}"/>
              </a:ext>
            </a:extLst>
          </p:cNvPr>
          <p:cNvSpPr>
            <a:spLocks noGrp="1"/>
          </p:cNvSpPr>
          <p:nvPr>
            <p:ph type="body" idx="1"/>
          </p:nvPr>
        </p:nvSpPr>
        <p:spPr/>
        <p:txBody>
          <a:bodyPr/>
          <a:lstStyle/>
          <a:p>
            <a:r>
              <a:t>工程②、データセットの拡張についてです。カメラの台数や、性別・体格といった</a:t>
            </a:r>
          </a:p>
          <a:p>
            <a:r>
              <a:t>アバターのバリエーションを増やすことで、1つのポーズから大量のアノテーション</a:t>
            </a:r>
          </a:p>
          <a:p>
            <a:r>
              <a:t>データを作成できます。また、同じポーズを複数の視点から撮影することで、</a:t>
            </a:r>
          </a:p>
          <a:p>
            <a:r>
              <a:t>セルフオクルージョンに対応したデータを作成できます。右の表は19点の</a:t>
            </a:r>
          </a:p>
          <a:p>
            <a:r>
              <a:t>キーポイントの対応です。</a:t>
            </a:r>
          </a:p>
        </p:txBody>
      </p:sp>
      <p:sp>
        <p:nvSpPr>
          <p:cNvPr id="4" name="スライド番号プレースホルダー 3">
            <a:extLst>
              <a:ext uri="{FF2B5EF4-FFF2-40B4-BE49-F238E27FC236}">
                <a16:creationId xmlns:a16="http://schemas.microsoft.com/office/drawing/2014/main" id="{A8A02C72-7388-00F2-8BB3-E2DD49218E21}"/>
              </a:ext>
            </a:extLst>
          </p:cNvPr>
          <p:cNvSpPr>
            <a:spLocks noGrp="1"/>
          </p:cNvSpPr>
          <p:nvPr>
            <p:ph type="sldNum" sz="quarter" idx="5"/>
          </p:nvPr>
        </p:nvSpPr>
        <p:spPr/>
        <p:txBody>
          <a:bodyPr/>
          <a:lstStyle/>
          <a:p>
            <a:fld id="{66CECCAB-B8BF-44D0-8687-F9EB53B32FC9}" type="slidenum">
              <a:rPr lang="en-US" smtClean="0"/>
              <a:t>5</a:t>
            </a:fld>
            <a:endParaRPr lang="en-US"/>
          </a:p>
        </p:txBody>
      </p:sp>
    </p:spTree>
    <p:extLst>
      <p:ext uri="{BB962C8B-B14F-4D97-AF65-F5344CB8AC3E}">
        <p14:creationId xmlns:p14="http://schemas.microsoft.com/office/powerpoint/2010/main" val="1445131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C4267-4A7D-B0CF-E0CE-7D98547A393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2D19BF-FFFE-16F1-5AB2-A902778E9AC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88CF69-4C46-C6D3-EF54-3C4C90FCF67C}"/>
              </a:ext>
            </a:extLst>
          </p:cNvPr>
          <p:cNvSpPr>
            <a:spLocks noGrp="1"/>
          </p:cNvSpPr>
          <p:nvPr>
            <p:ph type="body" idx="1"/>
          </p:nvPr>
        </p:nvSpPr>
        <p:spPr/>
        <p:txBody>
          <a:bodyPr/>
          <a:lstStyle/>
          <a:p>
            <a:r>
              <a:t>データセットは、モーションデータ1083フレーム、アバター2体、カメラ12台で</a:t>
            </a:r>
          </a:p>
          <a:p>
            <a:r>
              <a:t>構成しています。アノテーションデータには、19点のキーポイントの3D座標・</a:t>
            </a:r>
          </a:p>
          <a:p>
            <a:r>
              <a:t>2D座標、各キーポイントの信頼度、BBOXの座標を含みます。このデータセットを</a:t>
            </a:r>
          </a:p>
          <a:p>
            <a:r>
              <a:t>用いて、エポック数100で追加学習を行いました。</a:t>
            </a:r>
          </a:p>
        </p:txBody>
      </p:sp>
      <p:sp>
        <p:nvSpPr>
          <p:cNvPr id="4" name="スライド番号プレースホルダー 3">
            <a:extLst>
              <a:ext uri="{FF2B5EF4-FFF2-40B4-BE49-F238E27FC236}">
                <a16:creationId xmlns:a16="http://schemas.microsoft.com/office/drawing/2014/main" id="{76841172-8F2C-BDF4-0B61-2484E8F680C2}"/>
              </a:ext>
            </a:extLst>
          </p:cNvPr>
          <p:cNvSpPr>
            <a:spLocks noGrp="1"/>
          </p:cNvSpPr>
          <p:nvPr>
            <p:ph type="sldNum" sz="quarter" idx="5"/>
          </p:nvPr>
        </p:nvSpPr>
        <p:spPr/>
        <p:txBody>
          <a:bodyPr/>
          <a:lstStyle/>
          <a:p>
            <a:fld id="{66CECCAB-B8BF-44D0-8687-F9EB53B32FC9}" type="slidenum">
              <a:rPr lang="en-US" smtClean="0"/>
              <a:t>6</a:t>
            </a:fld>
            <a:endParaRPr lang="en-US"/>
          </a:p>
        </p:txBody>
      </p:sp>
    </p:spTree>
    <p:extLst>
      <p:ext uri="{BB962C8B-B14F-4D97-AF65-F5344CB8AC3E}">
        <p14:creationId xmlns:p14="http://schemas.microsoft.com/office/powerpoint/2010/main" val="4044192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CD673-3B64-F7D9-C08E-2E14DFD8568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BD3B5D-2979-C04B-43D3-B6A63398974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F97667-F2E8-4A72-B472-205F43896FBF}"/>
              </a:ext>
            </a:extLst>
          </p:cNvPr>
          <p:cNvSpPr>
            <a:spLocks noGrp="1"/>
          </p:cNvSpPr>
          <p:nvPr>
            <p:ph type="body" idx="1"/>
          </p:nvPr>
        </p:nvSpPr>
        <p:spPr/>
        <p:txBody>
          <a:bodyPr/>
          <a:lstStyle/>
          <a:p>
            <a:r>
              <a:t>工程③、評価の概要です。テストデータには、Camera1・Camera4の2視点から</a:t>
            </a:r>
          </a:p>
          <a:p>
            <a:r>
              <a:t>撮影した同一モーション(386フレーム)を用いました。この動画に対して、追加学習済みの</a:t>
            </a:r>
          </a:p>
          <a:p>
            <a:r>
              <a:t>19点モデルに加え、拡張前の17点モデルでも姿勢推定を行い、両者を比較できるように</a:t>
            </a:r>
          </a:p>
          <a:p>
            <a:r>
              <a:t>しています。推定される19点のキーポイントは表の通りです。この推定結果を用いて、</a:t>
            </a:r>
          </a:p>
          <a:p>
            <a:r>
              <a:t>次のスライド以降、恒常性・柔軟性・セルフオクルージョンの3つの観点から評価します。</a:t>
            </a:r>
          </a:p>
        </p:txBody>
      </p:sp>
      <p:sp>
        <p:nvSpPr>
          <p:cNvPr id="4" name="スライド番号プレースホルダー 3">
            <a:extLst>
              <a:ext uri="{FF2B5EF4-FFF2-40B4-BE49-F238E27FC236}">
                <a16:creationId xmlns:a16="http://schemas.microsoft.com/office/drawing/2014/main" id="{FCD804A5-2796-B8D6-4370-87F38ECFEB00}"/>
              </a:ext>
            </a:extLst>
          </p:cNvPr>
          <p:cNvSpPr>
            <a:spLocks noGrp="1"/>
          </p:cNvSpPr>
          <p:nvPr>
            <p:ph type="sldNum" sz="quarter" idx="5"/>
          </p:nvPr>
        </p:nvSpPr>
        <p:spPr/>
        <p:txBody>
          <a:bodyPr/>
          <a:lstStyle/>
          <a:p>
            <a:fld id="{66CECCAB-B8BF-44D0-8687-F9EB53B32FC9}" type="slidenum">
              <a:rPr lang="en-US" smtClean="0"/>
              <a:t>7</a:t>
            </a:fld>
            <a:endParaRPr lang="en-US"/>
          </a:p>
        </p:txBody>
      </p:sp>
    </p:spTree>
    <p:extLst>
      <p:ext uri="{BB962C8B-B14F-4D97-AF65-F5344CB8AC3E}">
        <p14:creationId xmlns:p14="http://schemas.microsoft.com/office/powerpoint/2010/main" val="19958046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29AE4-0299-9D2A-A0C9-124BC3A037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899440-CBFC-773B-7E8D-DA5302489C1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0F90440-0764-FAE1-9F4D-D2185E79E67A}"/>
              </a:ext>
            </a:extLst>
          </p:cNvPr>
          <p:cNvSpPr>
            <a:spLocks noGrp="1"/>
          </p:cNvSpPr>
          <p:nvPr>
            <p:ph type="body" idx="1"/>
          </p:nvPr>
        </p:nvSpPr>
        <p:spPr/>
        <p:txBody>
          <a:bodyPr/>
          <a:lstStyle/>
          <a:p>
            <a:r>
              <a:t>恒常性の評価では、headからspine5までの6区間の長さを算出し、フレーム間の</a:t>
            </a:r>
          </a:p>
          <a:p>
            <a:r>
              <a:t>変動係数(CV)を、Camera1の全386フレームを対象に推定結果と正解データで比較しました。</a:t>
            </a:r>
          </a:p>
          <a:p>
            <a:r>
              <a:t>正解データは剛体骨格であるため、CVは2Dで0.01〜0.20、3Dはほぼ0と小さく安定して</a:t>
            </a:r>
          </a:p>
          <a:p>
            <a:r>
              <a:t>います。これに対し推定結果は2Dで0.65〜1.34、3Dで0.10〜0.75と正解を大きく上回る</a:t>
            </a:r>
          </a:p>
          <a:p>
            <a:r>
              <a:t>変動を示しており、特にhead-spine0以外の5区間は2D推定CVが1.0を超えるほど不安定</a:t>
            </a:r>
          </a:p>
          <a:p>
            <a:r>
              <a:t>でした。拡張前(17点)モデルと拡張後(19点)モデルで同様のCVを比較したところ値は近く、</a:t>
            </a:r>
          </a:p>
          <a:p>
            <a:r>
              <a:t>動画全体で見る限りキーポイント数の拡張によって恒常性が大きく向上したとは言えません</a:t>
            </a:r>
          </a:p>
          <a:p>
            <a:r>
              <a:t>でした。</a:t>
            </a:r>
          </a:p>
        </p:txBody>
      </p:sp>
      <p:sp>
        <p:nvSpPr>
          <p:cNvPr id="4" name="スライド番号プレースホルダー 3">
            <a:extLst>
              <a:ext uri="{FF2B5EF4-FFF2-40B4-BE49-F238E27FC236}">
                <a16:creationId xmlns:a16="http://schemas.microsoft.com/office/drawing/2014/main" id="{C66E0617-FEE7-0D63-DD7E-D93013BC72CD}"/>
              </a:ext>
            </a:extLst>
          </p:cNvPr>
          <p:cNvSpPr>
            <a:spLocks noGrp="1"/>
          </p:cNvSpPr>
          <p:nvPr>
            <p:ph type="sldNum" sz="quarter" idx="5"/>
          </p:nvPr>
        </p:nvSpPr>
        <p:spPr/>
        <p:txBody>
          <a:bodyPr/>
          <a:lstStyle/>
          <a:p>
            <a:fld id="{66CECCAB-B8BF-44D0-8687-F9EB53B32FC9}" type="slidenum">
              <a:rPr lang="en-US" smtClean="0"/>
              <a:t>8</a:t>
            </a:fld>
            <a:endParaRPr lang="en-US"/>
          </a:p>
        </p:txBody>
      </p:sp>
    </p:spTree>
    <p:extLst>
      <p:ext uri="{BB962C8B-B14F-4D97-AF65-F5344CB8AC3E}">
        <p14:creationId xmlns:p14="http://schemas.microsoft.com/office/powerpoint/2010/main" val="1611313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55190-2F30-426D-F057-27B198F9F1A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F745B2A-C0A6-BA98-9FE6-27B84B0404B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A011148-FE65-773C-9143-5AC51AA34A3A}"/>
              </a:ext>
            </a:extLst>
          </p:cNvPr>
          <p:cNvSpPr>
            <a:spLocks noGrp="1"/>
          </p:cNvSpPr>
          <p:nvPr>
            <p:ph type="body" idx="1"/>
          </p:nvPr>
        </p:nvSpPr>
        <p:spPr/>
        <p:txBody>
          <a:bodyPr/>
          <a:lstStyle/>
          <a:p>
            <a:r>
              <a:t>背中を丸めるシーンに注目した評価です。まっすぐな状態のframe5から、背中を</a:t>
            </a:r>
          </a:p>
          <a:p>
            <a:r>
              <a:t>丸めた状態のframe103にかけて、各区間長がどれだけ変化したかを変化率(%)で算出しました。</a:t>
            </a:r>
          </a:p>
          <a:p>
            <a:r>
              <a:t>拡張後(19点)モデルは、区間ごとの変化率が-49.7%〜+84.2%(2D)、-59.6%〜+60.7%(3D)と</a:t>
            </a:r>
          </a:p>
          <a:p>
            <a:r>
              <a:t>大きくばらつきましたが、6区間を合計すると+1.4%(2D)・+1.9%(3D)まで縮小し、個々の</a:t>
            </a:r>
          </a:p>
          <a:p>
            <a:r>
              <a:t>区間の変動が互いに打ち消し合う結果となりました。拡張前(17点)モデルは、肩-腰(2D)で</a:t>
            </a:r>
          </a:p>
          <a:p>
            <a:r>
              <a:t>-13.8%、腰-中間-首の合計(3D)で-15.2%と、単一の指標ながら2D・3Dで近い値を示して</a:t>
            </a:r>
          </a:p>
          <a:p>
            <a:r>
              <a:t>います。実際に姿勢が変化する場面であるにもかかわらず、19点モデルの合計値が小さく</a:t>
            </a:r>
          </a:p>
          <a:p>
            <a:r>
              <a:t>留まったのは、動きを正しく捉えたというより、各区間のノイズが相殺された可能性が</a:t>
            </a:r>
          </a:p>
          <a:p>
            <a:r>
              <a:t>考えられます。</a:t>
            </a:r>
          </a:p>
        </p:txBody>
      </p:sp>
      <p:sp>
        <p:nvSpPr>
          <p:cNvPr id="4" name="スライド番号プレースホルダー 3">
            <a:extLst>
              <a:ext uri="{FF2B5EF4-FFF2-40B4-BE49-F238E27FC236}">
                <a16:creationId xmlns:a16="http://schemas.microsoft.com/office/drawing/2014/main" id="{F41395C9-A5B2-71F5-9E8F-0D2D986B06CD}"/>
              </a:ext>
            </a:extLst>
          </p:cNvPr>
          <p:cNvSpPr>
            <a:spLocks noGrp="1"/>
          </p:cNvSpPr>
          <p:nvPr>
            <p:ph type="sldNum" sz="quarter" idx="5"/>
          </p:nvPr>
        </p:nvSpPr>
        <p:spPr/>
        <p:txBody>
          <a:bodyPr/>
          <a:lstStyle/>
          <a:p>
            <a:fld id="{66CECCAB-B8BF-44D0-8687-F9EB53B32FC9}" type="slidenum">
              <a:rPr lang="en-US" smtClean="0"/>
              <a:t>9</a:t>
            </a:fld>
            <a:endParaRPr lang="en-US"/>
          </a:p>
        </p:txBody>
      </p:sp>
    </p:spTree>
    <p:extLst>
      <p:ext uri="{BB962C8B-B14F-4D97-AF65-F5344CB8AC3E}">
        <p14:creationId xmlns:p14="http://schemas.microsoft.com/office/powerpoint/2010/main" val="20251479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87937-191F-0430-B29F-9AEF498C9E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29CC286-40EF-EB0B-FA01-D73602B7D1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4E7F0B9-96B7-1F7F-4A72-6025BDD3CA89}"/>
              </a:ext>
            </a:extLst>
          </p:cNvPr>
          <p:cNvSpPr>
            <a:spLocks noGrp="1"/>
          </p:cNvSpPr>
          <p:nvPr>
            <p:ph type="body" idx="1"/>
          </p:nvPr>
        </p:nvSpPr>
        <p:spPr/>
        <p:txBody>
          <a:bodyPr/>
          <a:lstStyle/>
          <a:p>
            <a:r>
              <a:t>柔軟性の評価では、恒常性とは異なり、動作に応じて変化するべき角度が</a:t>
            </a:r>
          </a:p>
          <a:p>
            <a:r>
              <a:t>正しく捉えられているかを見ます。可動域・フレーム間相関・平均絶対誤差・フレーム間</a:t>
            </a:r>
          </a:p>
          <a:p>
            <a:r>
              <a:t>変化率の4つの指標を用い、脊柱の関節(spine0〜spine4)と肘・膝の角度を算出しました。</a:t>
            </a:r>
          </a:p>
          <a:p>
            <a:r>
              <a:t>Camera4のframe270-386を対象に算出したところ、spine0とspine3では推定角度が正解</a:t>
            </a:r>
          </a:p>
          <a:p>
            <a:r>
              <a:t>角度の動きのタイミングに強く追従しており(相関0.9以上)、これは脊柱点を持たない</a:t>
            </a:r>
          </a:p>
          <a:p>
            <a:r>
              <a:t>17点モデルでは算出できない結果です。一方でspine1・spine2・spine4は相関が弱い、</a:t>
            </a:r>
          </a:p>
          <a:p>
            <a:r>
              <a:t>または逆相関となっており、関節によって精度にばらつきが見られました。</a:t>
            </a:r>
          </a:p>
        </p:txBody>
      </p:sp>
      <p:sp>
        <p:nvSpPr>
          <p:cNvPr id="4" name="スライド番号プレースホルダー 3">
            <a:extLst>
              <a:ext uri="{FF2B5EF4-FFF2-40B4-BE49-F238E27FC236}">
                <a16:creationId xmlns:a16="http://schemas.microsoft.com/office/drawing/2014/main" id="{935594B7-BB67-84FE-C27B-846BB8ACAE37}"/>
              </a:ext>
            </a:extLst>
          </p:cNvPr>
          <p:cNvSpPr>
            <a:spLocks noGrp="1"/>
          </p:cNvSpPr>
          <p:nvPr>
            <p:ph type="sldNum" sz="quarter" idx="5"/>
          </p:nvPr>
        </p:nvSpPr>
        <p:spPr/>
        <p:txBody>
          <a:bodyPr/>
          <a:lstStyle/>
          <a:p>
            <a:fld id="{66CECCAB-B8BF-44D0-8687-F9EB53B32FC9}" type="slidenum">
              <a:rPr lang="en-US" smtClean="0"/>
              <a:t>10</a:t>
            </a:fld>
            <a:endParaRPr lang="en-US"/>
          </a:p>
        </p:txBody>
      </p:sp>
    </p:spTree>
    <p:extLst>
      <p:ext uri="{BB962C8B-B14F-4D97-AF65-F5344CB8AC3E}">
        <p14:creationId xmlns:p14="http://schemas.microsoft.com/office/powerpoint/2010/main" val="1701534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02ECD-04CD-D216-B81E-EFA542151EC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855731-E6AE-1128-6968-9BAD0F0212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32E1F2-0976-5CF0-C618-CDFA79225343}"/>
              </a:ext>
            </a:extLst>
          </p:cNvPr>
          <p:cNvSpPr>
            <a:spLocks noGrp="1"/>
          </p:cNvSpPr>
          <p:nvPr>
            <p:ph type="body" idx="1"/>
          </p:nvPr>
        </p:nvSpPr>
        <p:spPr/>
        <p:txBody>
          <a:bodyPr/>
          <a:lstStyle/>
          <a:p>
            <a:r>
              <a:t>セルフオクルージョンの評価では、Camera1・Camera4が同一モーションを</a:t>
            </a:r>
          </a:p>
          <a:p>
            <a:r>
              <a:t>異なる視点から撮影していることを利用しました。同じフレーム・同じ姿勢であっても</a:t>
            </a:r>
          </a:p>
          <a:p>
            <a:r>
              <a:t>視点によって遮蔽の有無が異なるため、片方のカメラだけ遮蔽されているキーポイントに</a:t>
            </a:r>
          </a:p>
          <a:p>
            <a:r>
              <a:t>絞り、遮蔽側カメラの誤差と可視側カメラの誤差の差を算出しています。この方法により、</a:t>
            </a:r>
          </a:p>
          <a:p>
            <a:r>
              <a:t>遮蔽区間がたまたま動作の少ない・多い局面と重なってしまう交絡を避けて比較できます。</a:t>
            </a:r>
          </a:p>
          <a:p>
            <a:r>
              <a:t>結果、平均で見ると19点モデルの方が誤差の増分が小さい一方、中央値で見ると17点</a:t>
            </a:r>
          </a:p>
          <a:p>
            <a:r>
              <a:t>モデルの方が小さく、平均と中央値で傾向が分かれました。セルフオクルージョンに</a:t>
            </a:r>
          </a:p>
          <a:p>
            <a:r>
              <a:t>対する精度が明確に向上したとは言い切れない結果でした。</a:t>
            </a:r>
          </a:p>
        </p:txBody>
      </p:sp>
      <p:sp>
        <p:nvSpPr>
          <p:cNvPr id="4" name="スライド番号プレースホルダー 3">
            <a:extLst>
              <a:ext uri="{FF2B5EF4-FFF2-40B4-BE49-F238E27FC236}">
                <a16:creationId xmlns:a16="http://schemas.microsoft.com/office/drawing/2014/main" id="{4ACD21EA-3342-FE04-6E2B-8C2F20496BF4}"/>
              </a:ext>
            </a:extLst>
          </p:cNvPr>
          <p:cNvSpPr>
            <a:spLocks noGrp="1"/>
          </p:cNvSpPr>
          <p:nvPr>
            <p:ph type="sldNum" sz="quarter" idx="5"/>
          </p:nvPr>
        </p:nvSpPr>
        <p:spPr/>
        <p:txBody>
          <a:bodyPr/>
          <a:lstStyle/>
          <a:p>
            <a:fld id="{66CECCAB-B8BF-44D0-8687-F9EB53B32FC9}" type="slidenum">
              <a:rPr lang="en-US" smtClean="0"/>
              <a:t>11</a:t>
            </a:fld>
            <a:endParaRPr lang="en-US"/>
          </a:p>
        </p:txBody>
      </p:sp>
    </p:spTree>
    <p:extLst>
      <p:ext uri="{BB962C8B-B14F-4D97-AF65-F5344CB8AC3E}">
        <p14:creationId xmlns:p14="http://schemas.microsoft.com/office/powerpoint/2010/main" val="11949006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D3625-E619-F293-D35C-E550677834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CC911E-6B74-2EE4-7873-FEA92C2BA0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7F77FD-533D-3F7B-5452-5C0BD75C56DA}"/>
              </a:ext>
            </a:extLst>
          </p:cNvPr>
          <p:cNvSpPr>
            <a:spLocks noGrp="1"/>
          </p:cNvSpPr>
          <p:nvPr>
            <p:ph type="body" idx="1"/>
          </p:nvPr>
        </p:nvSpPr>
        <p:spPr/>
        <p:txBody>
          <a:bodyPr/>
          <a:lstStyle/>
          <a:p>
            <a:r>
              <a:t>考察です。3DCGによって作成したデータセットを使用し、追加学習を正しく</a:t>
            </a:r>
          </a:p>
          <a:p>
            <a:r>
              <a:t>行うことができました。首から腰にかけて追加したキーポイントを含む19点を</a:t>
            </a:r>
          </a:p>
          <a:p>
            <a:r>
              <a:t>推定できるようになりました。正解データと推定結果の、動画全体でのCVを</a:t>
            </a:r>
          </a:p>
          <a:p>
            <a:r>
              <a:t>比較すると大きな差はなく、既存モデルに近い精度で新設したキーポイントの</a:t>
            </a:r>
          </a:p>
          <a:p>
            <a:r>
              <a:t>推定ができています。一方、首から腰にかけての精度については、キーポイント</a:t>
            </a:r>
          </a:p>
          <a:p>
            <a:r>
              <a:t>数の変化によって推定の恒常性が著しく向上するという結果にはなりませんでした。</a:t>
            </a:r>
          </a:p>
        </p:txBody>
      </p:sp>
      <p:sp>
        <p:nvSpPr>
          <p:cNvPr id="4" name="スライド番号プレースホルダー 3">
            <a:extLst>
              <a:ext uri="{FF2B5EF4-FFF2-40B4-BE49-F238E27FC236}">
                <a16:creationId xmlns:a16="http://schemas.microsoft.com/office/drawing/2014/main" id="{EF8FF5C8-58B1-2FDD-182A-F5031B7B37D9}"/>
              </a:ext>
            </a:extLst>
          </p:cNvPr>
          <p:cNvSpPr>
            <a:spLocks noGrp="1"/>
          </p:cNvSpPr>
          <p:nvPr>
            <p:ph type="sldNum" sz="quarter" idx="5"/>
          </p:nvPr>
        </p:nvSpPr>
        <p:spPr/>
        <p:txBody>
          <a:bodyPr/>
          <a:lstStyle/>
          <a:p>
            <a:fld id="{66CECCAB-B8BF-44D0-8687-F9EB53B32FC9}" type="slidenum">
              <a:rPr lang="en-US" smtClean="0"/>
              <a:t>12</a:t>
            </a:fld>
            <a:endParaRPr lang="en-US"/>
          </a:p>
        </p:txBody>
      </p:sp>
    </p:spTree>
    <p:extLst>
      <p:ext uri="{BB962C8B-B14F-4D97-AF65-F5344CB8AC3E}">
        <p14:creationId xmlns:p14="http://schemas.microsoft.com/office/powerpoint/2010/main" val="2943004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C5AF2-ABF7-5FE6-85B8-C9681BF0C9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47B5F1-8FED-D3E8-8A60-5C427BB4FA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DF6F059-0641-76EF-CEEF-FCF0CDBCE55B}"/>
              </a:ext>
            </a:extLst>
          </p:cNvPr>
          <p:cNvSpPr>
            <a:spLocks noGrp="1"/>
          </p:cNvSpPr>
          <p:nvPr>
            <p:ph type="body" idx="1"/>
          </p:nvPr>
        </p:nvSpPr>
        <p:spPr/>
        <p:txBody>
          <a:bodyPr/>
          <a:lstStyle/>
          <a:p>
            <a:r>
              <a:t>まとめと今後の課題です。首から腰にかけて新たなキーポイントを追加した</a:t>
            </a:r>
          </a:p>
          <a:p>
            <a:r>
              <a:t>モデルを作成し、自作データセットで追加学習を行いました。新設したキーポイント</a:t>
            </a:r>
          </a:p>
          <a:p>
            <a:r>
              <a:t>の推定精度には不安定さがあるものの、本手法により人体の柔軟性再現という</a:t>
            </a:r>
          </a:p>
          <a:p>
            <a:r>
              <a:t>アプローチ自体の妥当性が確認されました。今後の課題は、新設したキーポイント</a:t>
            </a:r>
          </a:p>
          <a:p>
            <a:r>
              <a:t>の推定精度向上と、新設するキーポイントの数を変更した比較実験です。</a:t>
            </a:r>
          </a:p>
        </p:txBody>
      </p:sp>
      <p:sp>
        <p:nvSpPr>
          <p:cNvPr id="4" name="スライド番号プレースホルダー 3">
            <a:extLst>
              <a:ext uri="{FF2B5EF4-FFF2-40B4-BE49-F238E27FC236}">
                <a16:creationId xmlns:a16="http://schemas.microsoft.com/office/drawing/2014/main" id="{DE076797-3F16-6A73-B520-55A56A4F4373}"/>
              </a:ext>
            </a:extLst>
          </p:cNvPr>
          <p:cNvSpPr>
            <a:spLocks noGrp="1"/>
          </p:cNvSpPr>
          <p:nvPr>
            <p:ph type="sldNum" sz="quarter" idx="5"/>
          </p:nvPr>
        </p:nvSpPr>
        <p:spPr/>
        <p:txBody>
          <a:bodyPr/>
          <a:lstStyle/>
          <a:p>
            <a:fld id="{66CECCAB-B8BF-44D0-8687-F9EB53B32FC9}" type="slidenum">
              <a:rPr lang="en-US" smtClean="0"/>
              <a:t>13</a:t>
            </a:fld>
            <a:endParaRPr lang="en-US"/>
          </a:p>
        </p:txBody>
      </p:sp>
    </p:spTree>
    <p:extLst>
      <p:ext uri="{BB962C8B-B14F-4D97-AF65-F5344CB8AC3E}">
        <p14:creationId xmlns:p14="http://schemas.microsoft.com/office/powerpoint/2010/main" val="2267605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517B5-E745-403C-A81E-DC7A81DAFEE1}"/>
              </a:ext>
            </a:extLst>
          </p:cNvPr>
          <p:cNvSpPr>
            <a:spLocks noGrp="1"/>
          </p:cNvSpPr>
          <p:nvPr>
            <p:ph type="ctrTitle"/>
          </p:nvPr>
        </p:nvSpPr>
        <p:spPr>
          <a:xfrm>
            <a:off x="381000" y="1582886"/>
            <a:ext cx="11430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093FFDF0-4360-4670-91D6-6E96E3810D98}"/>
              </a:ext>
            </a:extLst>
          </p:cNvPr>
          <p:cNvSpPr>
            <a:spLocks noGrp="1"/>
          </p:cNvSpPr>
          <p:nvPr>
            <p:ph type="subTitle" idx="1"/>
          </p:nvPr>
        </p:nvSpPr>
        <p:spPr>
          <a:xfrm>
            <a:off x="381000" y="4090049"/>
            <a:ext cx="11430000" cy="1097280"/>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19AFC8-F24F-4D0C-B975-A44E8EC86B2B}"/>
              </a:ext>
            </a:extLst>
          </p:cNvPr>
          <p:cNvSpPr>
            <a:spLocks noGrp="1"/>
          </p:cNvSpPr>
          <p:nvPr>
            <p:ph type="dt" sz="half" idx="10"/>
          </p:nvPr>
        </p:nvSpPr>
        <p:spPr/>
        <p:txBody>
          <a:bodyPr/>
          <a:lstStyle/>
          <a:p>
            <a:r>
              <a:rPr lang="en-US"/>
              <a:t>2022/2/2</a:t>
            </a:r>
          </a:p>
        </p:txBody>
      </p:sp>
      <p:sp>
        <p:nvSpPr>
          <p:cNvPr id="5" name="Footer Placeholder 4">
            <a:extLst>
              <a:ext uri="{FF2B5EF4-FFF2-40B4-BE49-F238E27FC236}">
                <a16:creationId xmlns:a16="http://schemas.microsoft.com/office/drawing/2014/main" id="{7AB59C4E-7348-4813-AADC-FA8A4D1486EC}"/>
              </a:ext>
            </a:extLst>
          </p:cNvPr>
          <p:cNvSpPr>
            <a:spLocks noGrp="1"/>
          </p:cNvSpPr>
          <p:nvPr>
            <p:ph type="ftr" sz="quarter" idx="11"/>
          </p:nvPr>
        </p:nvSpPr>
        <p:spPr/>
        <p:txBody>
          <a:bodyPr/>
          <a:lstStyle/>
          <a:p>
            <a:r>
              <a:rPr lang="zh-TW" altLang="en-US"/>
              <a:t>電子制御工学科 卒業研究発表 </a:t>
            </a:r>
            <a:r>
              <a:rPr lang="en-US" altLang="zh-TW"/>
              <a:t>B-0</a:t>
            </a:r>
            <a:endParaRPr lang="en-US"/>
          </a:p>
        </p:txBody>
      </p:sp>
      <p:sp>
        <p:nvSpPr>
          <p:cNvPr id="6" name="Slide Number Placeholder 5">
            <a:extLst>
              <a:ext uri="{FF2B5EF4-FFF2-40B4-BE49-F238E27FC236}">
                <a16:creationId xmlns:a16="http://schemas.microsoft.com/office/drawing/2014/main" id="{05C0982F-AE8B-48F3-9C42-7FAA729E4923}"/>
              </a:ext>
            </a:extLst>
          </p:cNvPr>
          <p:cNvSpPr>
            <a:spLocks noGrp="1"/>
          </p:cNvSpPr>
          <p:nvPr>
            <p:ph type="sldNum" sz="quarter" idx="12"/>
          </p:nvPr>
        </p:nvSpPr>
        <p:spPr/>
        <p:txBody>
          <a:bodyPr/>
          <a:lstStyle/>
          <a:p>
            <a:fld id="{465F6A33-8929-41AA-8A25-00E3AA79F1EE}" type="slidenum">
              <a:rPr lang="en-US" smtClean="0"/>
              <a:t>‹#›</a:t>
            </a:fld>
            <a:endParaRPr lang="en-US"/>
          </a:p>
        </p:txBody>
      </p:sp>
    </p:spTree>
    <p:extLst>
      <p:ext uri="{BB962C8B-B14F-4D97-AF65-F5344CB8AC3E}">
        <p14:creationId xmlns:p14="http://schemas.microsoft.com/office/powerpoint/2010/main" val="4066627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46364-DCD0-4250-8A7F-E750FE0A11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47C357-6372-41C1-906C-9CAB252E96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33E2A7-94B0-4E29-9040-8B08783FAD6D}"/>
              </a:ext>
            </a:extLst>
          </p:cNvPr>
          <p:cNvSpPr>
            <a:spLocks noGrp="1"/>
          </p:cNvSpPr>
          <p:nvPr>
            <p:ph type="dt" sz="half" idx="10"/>
          </p:nvPr>
        </p:nvSpPr>
        <p:spPr/>
        <p:txBody>
          <a:bodyPr/>
          <a:lstStyle/>
          <a:p>
            <a:r>
              <a:rPr lang="en-US"/>
              <a:t>2022/2/2</a:t>
            </a:r>
          </a:p>
        </p:txBody>
      </p:sp>
      <p:sp>
        <p:nvSpPr>
          <p:cNvPr id="5" name="Footer Placeholder 4">
            <a:extLst>
              <a:ext uri="{FF2B5EF4-FFF2-40B4-BE49-F238E27FC236}">
                <a16:creationId xmlns:a16="http://schemas.microsoft.com/office/drawing/2014/main" id="{49ADF9C4-902D-46EF-820A-3E13EB5A0DDF}"/>
              </a:ext>
            </a:extLst>
          </p:cNvPr>
          <p:cNvSpPr>
            <a:spLocks noGrp="1"/>
          </p:cNvSpPr>
          <p:nvPr>
            <p:ph type="ftr" sz="quarter" idx="11"/>
          </p:nvPr>
        </p:nvSpPr>
        <p:spPr/>
        <p:txBody>
          <a:bodyPr/>
          <a:lstStyle/>
          <a:p>
            <a:r>
              <a:rPr lang="zh-TW" altLang="en-US"/>
              <a:t>電子制御工学科 卒業研究発表 </a:t>
            </a:r>
            <a:r>
              <a:rPr lang="en-US" altLang="zh-TW"/>
              <a:t>B-0</a:t>
            </a:r>
            <a:endParaRPr lang="en-US"/>
          </a:p>
        </p:txBody>
      </p:sp>
      <p:sp>
        <p:nvSpPr>
          <p:cNvPr id="6" name="Slide Number Placeholder 5">
            <a:extLst>
              <a:ext uri="{FF2B5EF4-FFF2-40B4-BE49-F238E27FC236}">
                <a16:creationId xmlns:a16="http://schemas.microsoft.com/office/drawing/2014/main" id="{215D7F3C-7375-40C4-968D-67E0D1B787F1}"/>
              </a:ext>
            </a:extLst>
          </p:cNvPr>
          <p:cNvSpPr>
            <a:spLocks noGrp="1"/>
          </p:cNvSpPr>
          <p:nvPr>
            <p:ph type="sldNum" sz="quarter" idx="12"/>
          </p:nvPr>
        </p:nvSpPr>
        <p:spPr/>
        <p:txBody>
          <a:bodyPr/>
          <a:lstStyle/>
          <a:p>
            <a:fld id="{465F6A33-8929-41AA-8A25-00E3AA79F1EE}" type="slidenum">
              <a:rPr lang="en-US" smtClean="0"/>
              <a:t>‹#›</a:t>
            </a:fld>
            <a:endParaRPr lang="en-US"/>
          </a:p>
        </p:txBody>
      </p:sp>
      <p:cxnSp>
        <p:nvCxnSpPr>
          <p:cNvPr id="10" name="Straight Connector 9">
            <a:extLst>
              <a:ext uri="{FF2B5EF4-FFF2-40B4-BE49-F238E27FC236}">
                <a16:creationId xmlns:a16="http://schemas.microsoft.com/office/drawing/2014/main" id="{435093DD-376A-404C-8AE6-507AB6F738F8}"/>
              </a:ext>
            </a:extLst>
          </p:cNvPr>
          <p:cNvCxnSpPr>
            <a:cxnSpLocks/>
          </p:cNvCxnSpPr>
          <p:nvPr userDrawn="1"/>
        </p:nvCxnSpPr>
        <p:spPr>
          <a:xfrm>
            <a:off x="381000" y="1184990"/>
            <a:ext cx="11430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6662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F58244-A5E0-4273-995C-75CE0C07ED94}"/>
              </a:ext>
            </a:extLst>
          </p:cNvPr>
          <p:cNvSpPr>
            <a:spLocks noGrp="1"/>
          </p:cNvSpPr>
          <p:nvPr>
            <p:ph type="dt" sz="half" idx="10"/>
          </p:nvPr>
        </p:nvSpPr>
        <p:spPr/>
        <p:txBody>
          <a:bodyPr/>
          <a:lstStyle/>
          <a:p>
            <a:r>
              <a:rPr lang="en-US"/>
              <a:t>2022/2/2</a:t>
            </a:r>
          </a:p>
        </p:txBody>
      </p:sp>
      <p:sp>
        <p:nvSpPr>
          <p:cNvPr id="3" name="Footer Placeholder 2">
            <a:extLst>
              <a:ext uri="{FF2B5EF4-FFF2-40B4-BE49-F238E27FC236}">
                <a16:creationId xmlns:a16="http://schemas.microsoft.com/office/drawing/2014/main" id="{B8A61F9C-4731-41F1-9A0D-475B501062AF}"/>
              </a:ext>
            </a:extLst>
          </p:cNvPr>
          <p:cNvSpPr>
            <a:spLocks noGrp="1"/>
          </p:cNvSpPr>
          <p:nvPr>
            <p:ph type="ftr" sz="quarter" idx="11"/>
          </p:nvPr>
        </p:nvSpPr>
        <p:spPr/>
        <p:txBody>
          <a:bodyPr/>
          <a:lstStyle/>
          <a:p>
            <a:r>
              <a:rPr lang="zh-TW" altLang="en-US"/>
              <a:t>電子制御工学科 卒業研究発表 </a:t>
            </a:r>
            <a:r>
              <a:rPr lang="en-US" altLang="zh-TW"/>
              <a:t>B-0</a:t>
            </a:r>
            <a:endParaRPr lang="en-US"/>
          </a:p>
        </p:txBody>
      </p:sp>
      <p:sp>
        <p:nvSpPr>
          <p:cNvPr id="4" name="Slide Number Placeholder 3">
            <a:extLst>
              <a:ext uri="{FF2B5EF4-FFF2-40B4-BE49-F238E27FC236}">
                <a16:creationId xmlns:a16="http://schemas.microsoft.com/office/drawing/2014/main" id="{215B7A6E-1AAC-4091-BFF0-33DE352CFA47}"/>
              </a:ext>
            </a:extLst>
          </p:cNvPr>
          <p:cNvSpPr>
            <a:spLocks noGrp="1"/>
          </p:cNvSpPr>
          <p:nvPr>
            <p:ph type="sldNum" sz="quarter" idx="12"/>
          </p:nvPr>
        </p:nvSpPr>
        <p:spPr/>
        <p:txBody>
          <a:bodyPr/>
          <a:lstStyle/>
          <a:p>
            <a:fld id="{465F6A33-8929-41AA-8A25-00E3AA79F1EE}" type="slidenum">
              <a:rPr lang="en-US" smtClean="0"/>
              <a:t>‹#›</a:t>
            </a:fld>
            <a:endParaRPr lang="en-US"/>
          </a:p>
        </p:txBody>
      </p:sp>
    </p:spTree>
    <p:extLst>
      <p:ext uri="{BB962C8B-B14F-4D97-AF65-F5344CB8AC3E}">
        <p14:creationId xmlns:p14="http://schemas.microsoft.com/office/powerpoint/2010/main" val="243419988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8BEB463-F310-470B-93F4-0BF45A4C2A44}"/>
              </a:ext>
            </a:extLst>
          </p:cNvPr>
          <p:cNvSpPr/>
          <p:nvPr userDrawn="1"/>
        </p:nvSpPr>
        <p:spPr>
          <a:xfrm>
            <a:off x="1" y="6400800"/>
            <a:ext cx="12192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8" name="Rectangle 7">
            <a:extLst>
              <a:ext uri="{FF2B5EF4-FFF2-40B4-BE49-F238E27FC236}">
                <a16:creationId xmlns:a16="http://schemas.microsoft.com/office/drawing/2014/main" id="{BF7F69EA-30F6-41D4-9283-D6FDDB055AD0}"/>
              </a:ext>
            </a:extLst>
          </p:cNvPr>
          <p:cNvSpPr/>
          <p:nvPr userDrawn="1"/>
        </p:nvSpPr>
        <p:spPr>
          <a:xfrm>
            <a:off x="0" y="6334316"/>
            <a:ext cx="12192001" cy="659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2" name="Title Placeholder 1">
            <a:extLst>
              <a:ext uri="{FF2B5EF4-FFF2-40B4-BE49-F238E27FC236}">
                <a16:creationId xmlns:a16="http://schemas.microsoft.com/office/drawing/2014/main" id="{E246F3BB-5894-4878-B5EE-D47216F22D0B}"/>
              </a:ext>
            </a:extLst>
          </p:cNvPr>
          <p:cNvSpPr>
            <a:spLocks noGrp="1"/>
          </p:cNvSpPr>
          <p:nvPr>
            <p:ph type="title"/>
          </p:nvPr>
        </p:nvSpPr>
        <p:spPr>
          <a:xfrm>
            <a:off x="381000" y="179150"/>
            <a:ext cx="11430000" cy="100584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8CD3CD5E-CD44-4996-811B-5703AA43728B}"/>
              </a:ext>
            </a:extLst>
          </p:cNvPr>
          <p:cNvSpPr>
            <a:spLocks noGrp="1"/>
          </p:cNvSpPr>
          <p:nvPr>
            <p:ph type="body" idx="1"/>
          </p:nvPr>
        </p:nvSpPr>
        <p:spPr>
          <a:xfrm>
            <a:off x="381000" y="1375279"/>
            <a:ext cx="11430000" cy="48463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C41580-3E1A-4ED8-9D31-413ABD6A12E5}"/>
              </a:ext>
            </a:extLst>
          </p:cNvPr>
          <p:cNvSpPr>
            <a:spLocks noGrp="1"/>
          </p:cNvSpPr>
          <p:nvPr>
            <p:ph type="dt" sz="half" idx="2"/>
          </p:nvPr>
        </p:nvSpPr>
        <p:spPr>
          <a:xfrm>
            <a:off x="838200" y="6449338"/>
            <a:ext cx="2743200" cy="365125"/>
          </a:xfrm>
          <a:prstGeom prst="rect">
            <a:avLst/>
          </a:prstGeom>
        </p:spPr>
        <p:txBody>
          <a:bodyPr vert="horz" lIns="91440" tIns="45720" rIns="91440" bIns="45720" rtlCol="0" anchor="ctr"/>
          <a:lstStyle>
            <a:lvl1pPr algn="l">
              <a:defRPr sz="1200">
                <a:solidFill>
                  <a:schemeClr val="bg1"/>
                </a:solidFill>
              </a:defRPr>
            </a:lvl1pPr>
          </a:lstStyle>
          <a:p>
            <a:r>
              <a:rPr lang="en-US"/>
              <a:t>2022/2/2</a:t>
            </a:r>
          </a:p>
        </p:txBody>
      </p:sp>
      <p:sp>
        <p:nvSpPr>
          <p:cNvPr id="5" name="Footer Placeholder 4">
            <a:extLst>
              <a:ext uri="{FF2B5EF4-FFF2-40B4-BE49-F238E27FC236}">
                <a16:creationId xmlns:a16="http://schemas.microsoft.com/office/drawing/2014/main" id="{9FB587FC-8039-41F7-855C-D3E8F1B676D8}"/>
              </a:ext>
            </a:extLst>
          </p:cNvPr>
          <p:cNvSpPr>
            <a:spLocks noGrp="1"/>
          </p:cNvSpPr>
          <p:nvPr>
            <p:ph type="ftr" sz="quarter" idx="3"/>
          </p:nvPr>
        </p:nvSpPr>
        <p:spPr>
          <a:xfrm>
            <a:off x="4038600" y="6449338"/>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zh-TW" altLang="en-US"/>
              <a:t>電子制御工学科 卒業研究発表 </a:t>
            </a:r>
            <a:r>
              <a:rPr lang="en-US" altLang="zh-TW"/>
              <a:t>B-0</a:t>
            </a:r>
            <a:endParaRPr lang="en-US"/>
          </a:p>
        </p:txBody>
      </p:sp>
      <p:sp>
        <p:nvSpPr>
          <p:cNvPr id="6" name="Slide Number Placeholder 5">
            <a:extLst>
              <a:ext uri="{FF2B5EF4-FFF2-40B4-BE49-F238E27FC236}">
                <a16:creationId xmlns:a16="http://schemas.microsoft.com/office/drawing/2014/main" id="{1A2568EF-5F67-4978-A93D-F45404C65A7C}"/>
              </a:ext>
            </a:extLst>
          </p:cNvPr>
          <p:cNvSpPr>
            <a:spLocks noGrp="1"/>
          </p:cNvSpPr>
          <p:nvPr>
            <p:ph type="sldNum" sz="quarter" idx="4"/>
          </p:nvPr>
        </p:nvSpPr>
        <p:spPr>
          <a:xfrm>
            <a:off x="8610600" y="6449338"/>
            <a:ext cx="2743200" cy="365125"/>
          </a:xfrm>
          <a:prstGeom prst="rect">
            <a:avLst/>
          </a:prstGeom>
        </p:spPr>
        <p:txBody>
          <a:bodyPr vert="horz" lIns="91440" tIns="45720" rIns="91440" bIns="45720" rtlCol="0" anchor="ctr"/>
          <a:lstStyle>
            <a:lvl1pPr algn="r">
              <a:defRPr sz="1200">
                <a:solidFill>
                  <a:schemeClr val="bg1"/>
                </a:solidFill>
              </a:defRPr>
            </a:lvl1pPr>
          </a:lstStyle>
          <a:p>
            <a:fld id="{465F6A33-8929-41AA-8A25-00E3AA79F1EE}" type="slidenum">
              <a:rPr lang="en-US" smtClean="0"/>
              <a:pPr/>
              <a:t>‹#›</a:t>
            </a:fld>
            <a:endParaRPr lang="en-US"/>
          </a:p>
        </p:txBody>
      </p:sp>
    </p:spTree>
    <p:extLst>
      <p:ext uri="{BB962C8B-B14F-4D97-AF65-F5344CB8AC3E}">
        <p14:creationId xmlns:p14="http://schemas.microsoft.com/office/powerpoint/2010/main" val="1825928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Lst>
  <p:hf hdr="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E517A19-D6AC-4410-95AD-6AB703636F6A}"/>
              </a:ext>
            </a:extLst>
          </p:cNvPr>
          <p:cNvSpPr>
            <a:spLocks noGrp="1"/>
          </p:cNvSpPr>
          <p:nvPr>
            <p:ph type="dt" sz="half" idx="10"/>
          </p:nvPr>
        </p:nvSpPr>
        <p:spPr/>
        <p:txBody>
          <a:bodyPr/>
          <a:lstStyle/>
          <a:p>
            <a:r>
              <a:rPr lang="en-US"/>
              <a:t>2026/9/24</a:t>
            </a:r>
          </a:p>
        </p:txBody>
      </p:sp>
      <p:sp>
        <p:nvSpPr>
          <p:cNvPr id="5" name="Footer Placeholder 4">
            <a:extLst>
              <a:ext uri="{FF2B5EF4-FFF2-40B4-BE49-F238E27FC236}">
                <a16:creationId xmlns:a16="http://schemas.microsoft.com/office/drawing/2014/main" id="{88920050-2E2D-4E56-80AB-39A6BC114275}"/>
              </a:ext>
            </a:extLst>
          </p:cNvPr>
          <p:cNvSpPr>
            <a:spLocks noGrp="1"/>
          </p:cNvSpPr>
          <p:nvPr>
            <p:ph type="ftr" sz="quarter" idx="11"/>
          </p:nvPr>
        </p:nvSpPr>
        <p:spPr/>
        <p:txBody>
          <a:bodyPr/>
          <a:lstStyle/>
          <a:p>
            <a:r>
              <a:rPr lang="en-US"/>
              <a:t>A-14-02</a:t>
            </a:r>
          </a:p>
        </p:txBody>
      </p:sp>
      <p:sp>
        <p:nvSpPr>
          <p:cNvPr id="6" name="Slide Number Placeholder 5">
            <a:extLst>
              <a:ext uri="{FF2B5EF4-FFF2-40B4-BE49-F238E27FC236}">
                <a16:creationId xmlns:a16="http://schemas.microsoft.com/office/drawing/2014/main" id="{B11F6BF4-AE6B-4046-B909-8EDB70C1E760}"/>
              </a:ext>
            </a:extLst>
          </p:cNvPr>
          <p:cNvSpPr>
            <a:spLocks noGrp="1"/>
          </p:cNvSpPr>
          <p:nvPr>
            <p:ph type="sldNum" sz="quarter" idx="12"/>
          </p:nvPr>
        </p:nvSpPr>
        <p:spPr/>
        <p:txBody>
          <a:bodyPr/>
          <a:lstStyle/>
          <a:p>
            <a:fld id="{465F6A33-8929-41AA-8A25-00E3AA79F1EE}" type="slidenum">
              <a:rPr lang="en-US" smtClean="0"/>
              <a:t>1</a:t>
            </a:fld>
            <a:endParaRPr lang="en-US"/>
          </a:p>
        </p:txBody>
      </p:sp>
      <p:sp>
        <p:nvSpPr>
          <p:cNvPr id="10" name="タイトル 1">
            <a:extLst>
              <a:ext uri="{FF2B5EF4-FFF2-40B4-BE49-F238E27FC236}">
                <a16:creationId xmlns:a16="http://schemas.microsoft.com/office/drawing/2014/main" id="{BDCB9B3E-E8EF-87AD-4F2A-83D18AA3AB24}"/>
              </a:ext>
            </a:extLst>
          </p:cNvPr>
          <p:cNvSpPr txBox="1">
            <a:spLocks/>
          </p:cNvSpPr>
          <p:nvPr/>
        </p:nvSpPr>
        <p:spPr>
          <a:xfrm>
            <a:off x="331047" y="617185"/>
            <a:ext cx="11529907" cy="3021829"/>
          </a:xfrm>
          <a:prstGeom prst="rect">
            <a:avLst/>
          </a:prstGeom>
        </p:spPr>
        <p:txBody>
          <a:bodyPr vert="horz" lIns="91440" tIns="45720" rIns="91440" bIns="45720" rtlCol="0" anchor="ctr" anchorCtr="1">
            <a:normAutofit/>
          </a:bodyPr>
          <a:lstStyle>
            <a:lvl1pPr algn="ctr" defTabSz="914400" rtl="0" eaLnBrk="1" latinLnBrk="0" hangingPunct="1">
              <a:lnSpc>
                <a:spcPct val="90000"/>
              </a:lnSpc>
              <a:spcBef>
                <a:spcPct val="0"/>
              </a:spcBef>
              <a:buNone/>
              <a:defRPr sz="5400" kern="1200">
                <a:solidFill>
                  <a:schemeClr val="tx1"/>
                </a:solidFill>
                <a:latin typeface="+mj-lt"/>
                <a:ea typeface="+mj-ea"/>
                <a:cs typeface="+mj-cs"/>
              </a:defRPr>
            </a:lvl1pPr>
          </a:lstStyle>
          <a:p>
            <a:r>
              <a:rPr kumimoji="1" lang="ja-JP" altLang="en-US" sz="4400"/>
              <a:t>スポーツの姿勢推定のための</a:t>
            </a:r>
            <a:br>
              <a:rPr kumimoji="1" lang="en-US" altLang="ja-JP" sz="4400"/>
            </a:br>
            <a:r>
              <a:rPr kumimoji="1" lang="ja-JP" altLang="en-US" sz="4400"/>
              <a:t>人体モデル拡張と追加学習</a:t>
            </a:r>
            <a:endParaRPr kumimoji="1" lang="ja-JP" altLang="en-US" sz="4200">
              <a:solidFill>
                <a:schemeClr val="tx1">
                  <a:lumMod val="85000"/>
                  <a:lumOff val="15000"/>
                </a:schemeClr>
              </a:solidFill>
              <a:latin typeface="ＭＳ Ｐゴシック" panose="020B0600070205080204" pitchFamily="50" charset="-128"/>
              <a:ea typeface="ＭＳ Ｐゴシック" panose="020B0600070205080204" pitchFamily="50" charset="-128"/>
            </a:endParaRPr>
          </a:p>
        </p:txBody>
      </p:sp>
      <p:sp>
        <p:nvSpPr>
          <p:cNvPr id="12" name="タイトル 1">
            <a:extLst>
              <a:ext uri="{FF2B5EF4-FFF2-40B4-BE49-F238E27FC236}">
                <a16:creationId xmlns:a16="http://schemas.microsoft.com/office/drawing/2014/main" id="{2DC126C8-0B32-25C6-EDF3-6494E50FC898}"/>
              </a:ext>
            </a:extLst>
          </p:cNvPr>
          <p:cNvSpPr txBox="1">
            <a:spLocks/>
          </p:cNvSpPr>
          <p:nvPr/>
        </p:nvSpPr>
        <p:spPr>
          <a:xfrm>
            <a:off x="1066800" y="3455771"/>
            <a:ext cx="10058400" cy="836139"/>
          </a:xfrm>
          <a:prstGeom prst="rect">
            <a:avLst/>
          </a:prstGeom>
        </p:spPr>
        <p:txBody>
          <a:bodyPr vert="horz" lIns="91440" tIns="45720" rIns="91440" bIns="45720" rtlCol="0" anchor="ctr" anchorCtr="1">
            <a:normAutofit/>
          </a:bodyPr>
          <a:lstStyle>
            <a:lvl1pPr algn="l" defTabSz="914400" rtl="0" eaLnBrk="1" latinLnBrk="0" hangingPunct="1">
              <a:lnSpc>
                <a:spcPct val="85000"/>
              </a:lnSpc>
              <a:spcBef>
                <a:spcPct val="0"/>
              </a:spcBef>
              <a:buNone/>
              <a:defRPr kumimoji="1" sz="8000" kern="1200" spc="-50" baseline="0">
                <a:solidFill>
                  <a:schemeClr val="tx1">
                    <a:lumMod val="85000"/>
                    <a:lumOff val="15000"/>
                  </a:schemeClr>
                </a:solidFill>
                <a:latin typeface="+mj-lt"/>
                <a:ea typeface="+mj-ea"/>
                <a:cs typeface="+mj-cs"/>
              </a:defRPr>
            </a:lvl1pPr>
          </a:lstStyle>
          <a:p>
            <a:pPr algn="ctr"/>
            <a:r>
              <a:rPr lang="ja-JP" altLang="en-US" sz="2800">
                <a:latin typeface="ＭＳ Ｐゴシック" panose="020B0600070205080204" pitchFamily="50" charset="-128"/>
                <a:ea typeface="ＭＳ Ｐゴシック" panose="020B0600070205080204" pitchFamily="50" charset="-128"/>
              </a:rPr>
              <a:t>野口　凜人　 　　　　上村　健二 　　　　　 高橋　章 </a:t>
            </a:r>
            <a:endParaRPr lang="en-US" altLang="ja-JP" sz="2800" baseline="30000">
              <a:latin typeface="ＭＳ Ｐゴシック" panose="020B0600070205080204" pitchFamily="50" charset="-128"/>
              <a:ea typeface="ＭＳ Ｐゴシック" panose="020B0600070205080204" pitchFamily="50" charset="-128"/>
            </a:endParaRPr>
          </a:p>
          <a:p>
            <a:pPr algn="ctr"/>
            <a:r>
              <a:rPr lang="ja-JP" altLang="en-US" sz="2400">
                <a:latin typeface="ＭＳ Ｐゴシック" panose="020B0600070205080204" pitchFamily="50" charset="-128"/>
                <a:ea typeface="ＭＳ Ｐゴシック" panose="020B0600070205080204" pitchFamily="50" charset="-128"/>
              </a:rPr>
              <a:t>　　</a:t>
            </a:r>
            <a:r>
              <a:rPr lang="en-US" altLang="ja-JP" sz="2400">
                <a:latin typeface="ＭＳ Ｐゴシック" panose="020B0600070205080204" pitchFamily="50" charset="-128"/>
                <a:ea typeface="ＭＳ Ｐゴシック" panose="020B0600070205080204" pitchFamily="50" charset="-128"/>
              </a:rPr>
              <a:t>Rito Noguchi</a:t>
            </a:r>
            <a:r>
              <a:rPr lang="ja-JP" altLang="en-US" sz="2400">
                <a:latin typeface="ＭＳ Ｐゴシック" panose="020B0600070205080204" pitchFamily="50" charset="-128"/>
                <a:ea typeface="ＭＳ Ｐゴシック" panose="020B0600070205080204" pitchFamily="50" charset="-128"/>
              </a:rPr>
              <a:t>　　　　　　</a:t>
            </a:r>
            <a:r>
              <a:rPr lang="en-US" altLang="ja-JP" sz="2400">
                <a:latin typeface="ＭＳ Ｐゴシック" panose="020B0600070205080204" pitchFamily="50" charset="-128"/>
                <a:ea typeface="ＭＳ Ｐゴシック" panose="020B0600070205080204" pitchFamily="50" charset="-128"/>
              </a:rPr>
              <a:t>Kenji Kamimura</a:t>
            </a:r>
            <a:r>
              <a:rPr lang="ja-JP" altLang="en-US" sz="2400">
                <a:latin typeface="ＭＳ Ｐゴシック" panose="020B0600070205080204" pitchFamily="50" charset="-128"/>
                <a:ea typeface="ＭＳ Ｐゴシック" panose="020B0600070205080204" pitchFamily="50" charset="-128"/>
              </a:rPr>
              <a:t>　　　　　</a:t>
            </a:r>
            <a:r>
              <a:rPr lang="en-US" altLang="ja-JP" sz="2400">
                <a:latin typeface="ＭＳ Ｐゴシック" panose="020B0600070205080204" pitchFamily="50" charset="-128"/>
                <a:ea typeface="ＭＳ Ｐゴシック" panose="020B0600070205080204" pitchFamily="50" charset="-128"/>
              </a:rPr>
              <a:t>Akira Takahashi</a:t>
            </a:r>
            <a:endParaRPr lang="ja-JP" altLang="en-US" sz="2800">
              <a:latin typeface="ＭＳ Ｐゴシック" panose="020B0600070205080204" pitchFamily="50" charset="-128"/>
              <a:ea typeface="ＭＳ Ｐゴシック" panose="020B0600070205080204" pitchFamily="50" charset="-128"/>
            </a:endParaRPr>
          </a:p>
        </p:txBody>
      </p:sp>
      <p:sp>
        <p:nvSpPr>
          <p:cNvPr id="14" name="コンテンツ プレースホルダー 14">
            <a:extLst>
              <a:ext uri="{FF2B5EF4-FFF2-40B4-BE49-F238E27FC236}">
                <a16:creationId xmlns:a16="http://schemas.microsoft.com/office/drawing/2014/main" id="{0893C410-0B30-4BAF-315E-4717B358C89A}"/>
              </a:ext>
            </a:extLst>
          </p:cNvPr>
          <p:cNvSpPr txBox="1">
            <a:spLocks/>
          </p:cNvSpPr>
          <p:nvPr/>
        </p:nvSpPr>
        <p:spPr>
          <a:xfrm>
            <a:off x="2549062" y="187310"/>
            <a:ext cx="9311891" cy="1328037"/>
          </a:xfrm>
          <a:prstGeom prst="rect">
            <a:avLst/>
          </a:prstGeom>
        </p:spPr>
        <p:txBody>
          <a:bodyPr vert="horz" lIns="91440" tIns="45720" rIns="91440" bIns="45720" rtlCol="0">
            <a:normAutofit/>
          </a:bodyPr>
          <a:lstStyle>
            <a:lvl1pPr marL="0" indent="0" algn="ctr" defTabSz="914400" rtl="0" eaLnBrk="1" latinLnBrk="0" hangingPunct="1">
              <a:lnSpc>
                <a:spcPct val="11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spcBef>
                <a:spcPts val="0"/>
              </a:spcBef>
            </a:pPr>
            <a:r>
              <a:rPr lang="ja-JP" altLang="en-US" sz="2400">
                <a:latin typeface="ＭＳ Ｐゴシック" panose="020B0600070205080204" pitchFamily="50" charset="-128"/>
                <a:ea typeface="ＭＳ Ｐゴシック" panose="020B0600070205080204" pitchFamily="50" charset="-128"/>
              </a:rPr>
              <a:t>電子情報通信学会　ソサイエティ大会</a:t>
            </a:r>
            <a:endParaRPr lang="en-US" altLang="ja-JP" sz="2400">
              <a:latin typeface="ＭＳ Ｐゴシック" panose="020B0600070205080204" pitchFamily="50" charset="-128"/>
              <a:ea typeface="ＭＳ Ｐゴシック" panose="020B0600070205080204" pitchFamily="50" charset="-128"/>
            </a:endParaRPr>
          </a:p>
        </p:txBody>
      </p:sp>
      <p:sp>
        <p:nvSpPr>
          <p:cNvPr id="16" name="タイトル 1">
            <a:extLst>
              <a:ext uri="{FF2B5EF4-FFF2-40B4-BE49-F238E27FC236}">
                <a16:creationId xmlns:a16="http://schemas.microsoft.com/office/drawing/2014/main" id="{89D46182-A1DD-17B1-1736-89D29DBBA6FD}"/>
              </a:ext>
            </a:extLst>
          </p:cNvPr>
          <p:cNvSpPr txBox="1">
            <a:spLocks/>
          </p:cNvSpPr>
          <p:nvPr/>
        </p:nvSpPr>
        <p:spPr>
          <a:xfrm>
            <a:off x="1066799" y="4205167"/>
            <a:ext cx="10058400" cy="1522235"/>
          </a:xfrm>
          <a:prstGeom prst="rect">
            <a:avLst/>
          </a:prstGeom>
        </p:spPr>
        <p:txBody>
          <a:bodyPr vert="horz" lIns="91440" tIns="45720" rIns="91440" bIns="45720" rtlCol="0" anchor="ctr" anchorCtr="1">
            <a:normAutofit/>
          </a:bodyPr>
          <a:lstStyle>
            <a:lvl1pPr algn="l" defTabSz="914400" rtl="0" eaLnBrk="1" latinLnBrk="0" hangingPunct="1">
              <a:lnSpc>
                <a:spcPct val="85000"/>
              </a:lnSpc>
              <a:spcBef>
                <a:spcPct val="0"/>
              </a:spcBef>
              <a:buNone/>
              <a:defRPr kumimoji="1" sz="8000" kern="1200" spc="-50" baseline="0">
                <a:solidFill>
                  <a:schemeClr val="tx1">
                    <a:lumMod val="85000"/>
                    <a:lumOff val="15000"/>
                  </a:schemeClr>
                </a:solidFill>
                <a:latin typeface="+mj-lt"/>
                <a:ea typeface="+mj-ea"/>
                <a:cs typeface="+mj-cs"/>
              </a:defRPr>
            </a:lvl1pPr>
          </a:lstStyle>
          <a:p>
            <a:pPr algn="ctr"/>
            <a:r>
              <a:rPr lang="ja-JP" altLang="en-US" sz="2800">
                <a:latin typeface="ＭＳ Ｐゴシック" panose="020B0600070205080204" pitchFamily="50" charset="-128"/>
                <a:ea typeface="ＭＳ Ｐゴシック" panose="020B0600070205080204" pitchFamily="50" charset="-128"/>
              </a:rPr>
              <a:t>長岡工業高等専門学校</a:t>
            </a:r>
            <a:endParaRPr lang="en-US" altLang="ja-JP" sz="2800">
              <a:latin typeface="ＭＳ Ｐゴシック" panose="020B0600070205080204" pitchFamily="50" charset="-128"/>
              <a:ea typeface="ＭＳ Ｐゴシック" panose="020B0600070205080204" pitchFamily="50" charset="-128"/>
            </a:endParaRPr>
          </a:p>
          <a:p>
            <a:pPr algn="ctr"/>
            <a:r>
              <a:rPr lang="en-US" altLang="ja-JP" sz="2400"/>
              <a:t>National Institute of Technology, Nagaoka College</a:t>
            </a:r>
            <a:endParaRPr lang="ja-JP" altLang="en-US" sz="700">
              <a:latin typeface="ＭＳ Ｐゴシック" panose="020B0600070205080204" pitchFamily="50" charset="-128"/>
              <a:ea typeface="ＭＳ Ｐゴシック" panose="020B0600070205080204" pitchFamily="50" charset="-128"/>
            </a:endParaRPr>
          </a:p>
        </p:txBody>
      </p:sp>
      <p:sp>
        <p:nvSpPr>
          <p:cNvPr id="18" name="楕円 17">
            <a:extLst>
              <a:ext uri="{FF2B5EF4-FFF2-40B4-BE49-F238E27FC236}">
                <a16:creationId xmlns:a16="http://schemas.microsoft.com/office/drawing/2014/main" id="{3D1E5A2F-67E8-C076-A2AE-10742F6C91B7}"/>
              </a:ext>
            </a:extLst>
          </p:cNvPr>
          <p:cNvSpPr/>
          <p:nvPr/>
        </p:nvSpPr>
        <p:spPr>
          <a:xfrm>
            <a:off x="2209800" y="3579190"/>
            <a:ext cx="209915" cy="228600"/>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39511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EE71F-CDF7-094B-23C2-38F9CE0286AC}"/>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4A95FE9-F388-A9E7-F886-050CDF5DD081}"/>
              </a:ext>
            </a:extLst>
          </p:cNvPr>
          <p:cNvSpPr>
            <a:spLocks noGrp="1"/>
          </p:cNvSpPr>
          <p:nvPr>
            <p:ph type="sldNum" sz="quarter" idx="12"/>
          </p:nvPr>
        </p:nvSpPr>
        <p:spPr/>
        <p:txBody>
          <a:bodyPr/>
          <a:lstStyle/>
          <a:p>
            <a:fld id="{465F6A33-8929-41AA-8A25-00E3AA79F1EE}" type="slidenum">
              <a:rPr lang="en-US" smtClean="0"/>
              <a:t>2</a:t>
            </a:fld>
            <a:endParaRPr lang="en-US"/>
          </a:p>
        </p:txBody>
      </p:sp>
      <p:sp>
        <p:nvSpPr>
          <p:cNvPr id="11" name="テキスト ボックス 10">
            <a:extLst>
              <a:ext uri="{FF2B5EF4-FFF2-40B4-BE49-F238E27FC236}">
                <a16:creationId xmlns:a16="http://schemas.microsoft.com/office/drawing/2014/main" id="{B171C714-A3D1-7EBD-3E35-C3D40A04CFCC}"/>
              </a:ext>
            </a:extLst>
          </p:cNvPr>
          <p:cNvSpPr txBox="1"/>
          <p:nvPr/>
        </p:nvSpPr>
        <p:spPr>
          <a:xfrm>
            <a:off x="277091" y="258618"/>
            <a:ext cx="6465454" cy="646331"/>
          </a:xfrm>
          <a:prstGeom prst="rect">
            <a:avLst/>
          </a:prstGeom>
          <a:noFill/>
        </p:spPr>
        <p:txBody>
          <a:bodyPr wrap="square" rtlCol="0">
            <a:spAutoFit/>
          </a:bodyPr>
          <a:lstStyle/>
          <a:p>
            <a:r>
              <a:rPr kumimoji="1" lang="ja-JP" altLang="en-US" sz="3600"/>
              <a:t>背景</a:t>
            </a:r>
          </a:p>
        </p:txBody>
      </p:sp>
      <p:cxnSp>
        <p:nvCxnSpPr>
          <p:cNvPr id="10" name="直線コネクタ 9">
            <a:extLst>
              <a:ext uri="{FF2B5EF4-FFF2-40B4-BE49-F238E27FC236}">
                <a16:creationId xmlns:a16="http://schemas.microsoft.com/office/drawing/2014/main" id="{8A36B44A-39B8-6017-A578-58F85CFFA95D}"/>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グループ化 6">
            <a:extLst>
              <a:ext uri="{FF2B5EF4-FFF2-40B4-BE49-F238E27FC236}">
                <a16:creationId xmlns:a16="http://schemas.microsoft.com/office/drawing/2014/main" id="{662D2841-6813-C8EA-2B89-08C07FD60042}"/>
              </a:ext>
            </a:extLst>
          </p:cNvPr>
          <p:cNvGrpSpPr/>
          <p:nvPr/>
        </p:nvGrpSpPr>
        <p:grpSpPr>
          <a:xfrm>
            <a:off x="13521329" y="3852121"/>
            <a:ext cx="2854826" cy="2379439"/>
            <a:chOff x="7320023" y="3938658"/>
            <a:chExt cx="2854826" cy="2379439"/>
          </a:xfrm>
        </p:grpSpPr>
        <p:sp>
          <p:nvSpPr>
            <p:cNvPr id="20" name="テキスト ボックス 19">
              <a:extLst>
                <a:ext uri="{FF2B5EF4-FFF2-40B4-BE49-F238E27FC236}">
                  <a16:creationId xmlns:a16="http://schemas.microsoft.com/office/drawing/2014/main" id="{7F7F6181-C643-AAAF-AEC8-E15A70BD9755}"/>
                </a:ext>
              </a:extLst>
            </p:cNvPr>
            <p:cNvSpPr txBox="1"/>
            <p:nvPr/>
          </p:nvSpPr>
          <p:spPr>
            <a:xfrm>
              <a:off x="9062905" y="5979543"/>
              <a:ext cx="1042835" cy="338554"/>
            </a:xfrm>
            <a:prstGeom prst="rect">
              <a:avLst/>
            </a:prstGeom>
            <a:noFill/>
          </p:spPr>
          <p:txBody>
            <a:bodyPr vert="horz" wrap="square" rtlCol="0">
              <a:spAutoFit/>
            </a:bodyPr>
            <a:lstStyle/>
            <a:p>
              <a:r>
                <a:rPr lang="ja-JP" altLang="en-US" sz="1600"/>
                <a:t>ポーズ</a:t>
              </a:r>
              <a:endParaRPr lang="en-US" altLang="ja-JP" sz="1600"/>
            </a:p>
          </p:txBody>
        </p:sp>
        <p:grpSp>
          <p:nvGrpSpPr>
            <p:cNvPr id="39" name="グループ化 38">
              <a:extLst>
                <a:ext uri="{FF2B5EF4-FFF2-40B4-BE49-F238E27FC236}">
                  <a16:creationId xmlns:a16="http://schemas.microsoft.com/office/drawing/2014/main" id="{EC2BACAF-0DCD-599C-5DD4-CD009F160B6F}"/>
                </a:ext>
              </a:extLst>
            </p:cNvPr>
            <p:cNvGrpSpPr/>
            <p:nvPr/>
          </p:nvGrpSpPr>
          <p:grpSpPr>
            <a:xfrm>
              <a:off x="7320023" y="4479883"/>
              <a:ext cx="1177959" cy="1838214"/>
              <a:chOff x="3971207" y="3027073"/>
              <a:chExt cx="1363763" cy="2130526"/>
            </a:xfrm>
          </p:grpSpPr>
          <p:pic>
            <p:nvPicPr>
              <p:cNvPr id="38" name="図 37" descr="衣類, 選手, 持つ, 男 が含まれている画像&#10;&#10;AI 生成コンテンツは誤りを含む可能性があります。">
                <a:extLst>
                  <a:ext uri="{FF2B5EF4-FFF2-40B4-BE49-F238E27FC236}">
                    <a16:creationId xmlns:a16="http://schemas.microsoft.com/office/drawing/2014/main" id="{96DAF670-F4E4-B7B2-5DFF-0ED5E1598E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1124" y="3027073"/>
                <a:ext cx="858268" cy="1642741"/>
              </a:xfrm>
              <a:prstGeom prst="rect">
                <a:avLst/>
              </a:prstGeom>
            </p:spPr>
          </p:pic>
          <p:grpSp>
            <p:nvGrpSpPr>
              <p:cNvPr id="16" name="グループ化 15">
                <a:extLst>
                  <a:ext uri="{FF2B5EF4-FFF2-40B4-BE49-F238E27FC236}">
                    <a16:creationId xmlns:a16="http://schemas.microsoft.com/office/drawing/2014/main" id="{4B4FD0D9-611E-4C00-3935-FB1567A10461}"/>
                  </a:ext>
                </a:extLst>
              </p:cNvPr>
              <p:cNvGrpSpPr/>
              <p:nvPr/>
            </p:nvGrpSpPr>
            <p:grpSpPr>
              <a:xfrm>
                <a:off x="3971207" y="3027074"/>
                <a:ext cx="1363763" cy="2130525"/>
                <a:chOff x="5965646" y="4090015"/>
                <a:chExt cx="1363763" cy="2130525"/>
              </a:xfrm>
            </p:grpSpPr>
            <p:sp>
              <p:nvSpPr>
                <p:cNvPr id="17" name="正方形/長方形 16">
                  <a:extLst>
                    <a:ext uri="{FF2B5EF4-FFF2-40B4-BE49-F238E27FC236}">
                      <a16:creationId xmlns:a16="http://schemas.microsoft.com/office/drawing/2014/main" id="{B06E5D19-8A83-AF9D-84DA-689064E00033}"/>
                    </a:ext>
                  </a:extLst>
                </p:cNvPr>
                <p:cNvSpPr/>
                <p:nvPr/>
              </p:nvSpPr>
              <p:spPr>
                <a:xfrm>
                  <a:off x="5965646" y="4090015"/>
                  <a:ext cx="1186174" cy="1673911"/>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A4D793F4-5A1F-7434-571E-E18FD4712A3D}"/>
                    </a:ext>
                  </a:extLst>
                </p:cNvPr>
                <p:cNvSpPr txBox="1"/>
                <p:nvPr/>
              </p:nvSpPr>
              <p:spPr>
                <a:xfrm>
                  <a:off x="6122082" y="5828149"/>
                  <a:ext cx="1207327" cy="392391"/>
                </a:xfrm>
                <a:prstGeom prst="rect">
                  <a:avLst/>
                </a:prstGeom>
                <a:noFill/>
              </p:spPr>
              <p:txBody>
                <a:bodyPr vert="horz" wrap="square" rtlCol="0">
                  <a:spAutoFit/>
                </a:bodyPr>
                <a:lstStyle/>
                <a:p>
                  <a:r>
                    <a:rPr lang="ja-JP" altLang="en-US" sz="1600"/>
                    <a:t>画像</a:t>
                  </a:r>
                  <a:endParaRPr lang="en-US" altLang="ja-JP" sz="1600"/>
                </a:p>
              </p:txBody>
            </p:sp>
          </p:grpSp>
        </p:grpSp>
        <p:grpSp>
          <p:nvGrpSpPr>
            <p:cNvPr id="13" name="グループ化 12">
              <a:extLst>
                <a:ext uri="{FF2B5EF4-FFF2-40B4-BE49-F238E27FC236}">
                  <a16:creationId xmlns:a16="http://schemas.microsoft.com/office/drawing/2014/main" id="{D198C248-8387-B1B8-9D3F-861041F59592}"/>
                </a:ext>
              </a:extLst>
            </p:cNvPr>
            <p:cNvGrpSpPr/>
            <p:nvPr/>
          </p:nvGrpSpPr>
          <p:grpSpPr>
            <a:xfrm>
              <a:off x="9202205" y="4370266"/>
              <a:ext cx="612768" cy="1568754"/>
              <a:chOff x="4716549" y="3179359"/>
              <a:chExt cx="445606" cy="1309908"/>
            </a:xfrm>
          </p:grpSpPr>
          <p:cxnSp>
            <p:nvCxnSpPr>
              <p:cNvPr id="21" name="直線コネクタ 20">
                <a:extLst>
                  <a:ext uri="{FF2B5EF4-FFF2-40B4-BE49-F238E27FC236}">
                    <a16:creationId xmlns:a16="http://schemas.microsoft.com/office/drawing/2014/main" id="{5DA2054B-68FE-6650-53CE-736075FFFAA9}"/>
                  </a:ext>
                </a:extLst>
              </p:cNvPr>
              <p:cNvCxnSpPr>
                <a:cxnSpLocks/>
              </p:cNvCxnSpPr>
              <p:nvPr/>
            </p:nvCxnSpPr>
            <p:spPr>
              <a:xfrm flipV="1">
                <a:off x="5073264" y="3854192"/>
                <a:ext cx="0" cy="300282"/>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02D102BF-DBFD-FB76-F56F-B6B958DF8BCB}"/>
                  </a:ext>
                </a:extLst>
              </p:cNvPr>
              <p:cNvCxnSpPr>
                <a:cxnSpLocks/>
              </p:cNvCxnSpPr>
              <p:nvPr/>
            </p:nvCxnSpPr>
            <p:spPr>
              <a:xfrm>
                <a:off x="4836998" y="3861587"/>
                <a:ext cx="239125"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8E7ADD21-D823-034C-F3CD-4FC1BA603289}"/>
                  </a:ext>
                </a:extLst>
              </p:cNvPr>
              <p:cNvCxnSpPr>
                <a:cxnSpLocks/>
              </p:cNvCxnSpPr>
              <p:nvPr/>
            </p:nvCxnSpPr>
            <p:spPr>
              <a:xfrm flipH="1" flipV="1">
                <a:off x="4946086" y="3564183"/>
                <a:ext cx="8281" cy="302645"/>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直線コネクタ 23">
                <a:extLst>
                  <a:ext uri="{FF2B5EF4-FFF2-40B4-BE49-F238E27FC236}">
                    <a16:creationId xmlns:a16="http://schemas.microsoft.com/office/drawing/2014/main" id="{385A1A20-0A5B-C762-13D7-E9D842772818}"/>
                  </a:ext>
                </a:extLst>
              </p:cNvPr>
              <p:cNvCxnSpPr>
                <a:cxnSpLocks/>
              </p:cNvCxnSpPr>
              <p:nvPr/>
            </p:nvCxnSpPr>
            <p:spPr>
              <a:xfrm>
                <a:off x="4815231" y="3365289"/>
                <a:ext cx="111873" cy="969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直線コネクタ 24">
                <a:extLst>
                  <a:ext uri="{FF2B5EF4-FFF2-40B4-BE49-F238E27FC236}">
                    <a16:creationId xmlns:a16="http://schemas.microsoft.com/office/drawing/2014/main" id="{26A6465F-F7CB-2552-2A15-2BB6497A28F4}"/>
                  </a:ext>
                </a:extLst>
              </p:cNvPr>
              <p:cNvCxnSpPr>
                <a:cxnSpLocks/>
              </p:cNvCxnSpPr>
              <p:nvPr/>
            </p:nvCxnSpPr>
            <p:spPr>
              <a:xfrm flipH="1" flipV="1">
                <a:off x="5073843" y="3362158"/>
                <a:ext cx="88312" cy="26891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直線コネクタ 25">
                <a:extLst>
                  <a:ext uri="{FF2B5EF4-FFF2-40B4-BE49-F238E27FC236}">
                    <a16:creationId xmlns:a16="http://schemas.microsoft.com/office/drawing/2014/main" id="{BC233B13-15A5-29DC-760C-2E81D19701A1}"/>
                  </a:ext>
                </a:extLst>
              </p:cNvPr>
              <p:cNvCxnSpPr>
                <a:cxnSpLocks/>
              </p:cNvCxnSpPr>
              <p:nvPr/>
            </p:nvCxnSpPr>
            <p:spPr>
              <a:xfrm flipV="1">
                <a:off x="4931300" y="3275562"/>
                <a:ext cx="0" cy="9942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直線コネクタ 26">
                <a:extLst>
                  <a:ext uri="{FF2B5EF4-FFF2-40B4-BE49-F238E27FC236}">
                    <a16:creationId xmlns:a16="http://schemas.microsoft.com/office/drawing/2014/main" id="{7A64AE27-CC35-5FA2-119B-EB962E748E79}"/>
                  </a:ext>
                </a:extLst>
              </p:cNvPr>
              <p:cNvCxnSpPr>
                <a:cxnSpLocks/>
              </p:cNvCxnSpPr>
              <p:nvPr/>
            </p:nvCxnSpPr>
            <p:spPr>
              <a:xfrm>
                <a:off x="4994426" y="3596905"/>
                <a:ext cx="167729" cy="34172"/>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直線コネクタ 27">
                <a:extLst>
                  <a:ext uri="{FF2B5EF4-FFF2-40B4-BE49-F238E27FC236}">
                    <a16:creationId xmlns:a16="http://schemas.microsoft.com/office/drawing/2014/main" id="{303FD21E-986C-98D3-5EB7-F15C88191E2C}"/>
                  </a:ext>
                </a:extLst>
              </p:cNvPr>
              <p:cNvCxnSpPr>
                <a:cxnSpLocks/>
              </p:cNvCxnSpPr>
              <p:nvPr/>
            </p:nvCxnSpPr>
            <p:spPr>
              <a:xfrm flipH="1" flipV="1">
                <a:off x="5070038" y="4142343"/>
                <a:ext cx="73843" cy="34167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FB9A37A3-F337-2F6E-C9E1-3D73ECB426C2}"/>
                  </a:ext>
                </a:extLst>
              </p:cNvPr>
              <p:cNvCxnSpPr>
                <a:cxnSpLocks/>
              </p:cNvCxnSpPr>
              <p:nvPr/>
            </p:nvCxnSpPr>
            <p:spPr>
              <a:xfrm flipV="1">
                <a:off x="4723290" y="3860889"/>
                <a:ext cx="127761" cy="30056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3448AB11-87E1-F81F-1F11-C5671953D2FC}"/>
                  </a:ext>
                </a:extLst>
              </p:cNvPr>
              <p:cNvCxnSpPr>
                <a:cxnSpLocks/>
              </p:cNvCxnSpPr>
              <p:nvPr/>
            </p:nvCxnSpPr>
            <p:spPr>
              <a:xfrm flipH="1" flipV="1">
                <a:off x="4723507" y="4154474"/>
                <a:ext cx="113491" cy="334793"/>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81C7EE3E-57DC-EF29-5EB8-7923368FE995}"/>
                  </a:ext>
                </a:extLst>
              </p:cNvPr>
              <p:cNvCxnSpPr>
                <a:cxnSpLocks/>
              </p:cNvCxnSpPr>
              <p:nvPr/>
            </p:nvCxnSpPr>
            <p:spPr>
              <a:xfrm flipH="1" flipV="1">
                <a:off x="4915224" y="3179359"/>
                <a:ext cx="14423" cy="9326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04D70CC0-4660-9779-AE96-54A6FBBA3176}"/>
                  </a:ext>
                </a:extLst>
              </p:cNvPr>
              <p:cNvCxnSpPr>
                <a:cxnSpLocks/>
              </p:cNvCxnSpPr>
              <p:nvPr/>
            </p:nvCxnSpPr>
            <p:spPr>
              <a:xfrm flipV="1">
                <a:off x="4924319" y="3370750"/>
                <a:ext cx="149098" cy="947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24CD7291-42BC-A22E-102D-286D759889AD}"/>
                  </a:ext>
                </a:extLst>
              </p:cNvPr>
              <p:cNvCxnSpPr>
                <a:cxnSpLocks/>
              </p:cNvCxnSpPr>
              <p:nvPr/>
            </p:nvCxnSpPr>
            <p:spPr>
              <a:xfrm flipV="1">
                <a:off x="4716549" y="3353479"/>
                <a:ext cx="96679" cy="24715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BBADED70-5181-A95A-F80D-F90D626E48D4}"/>
                  </a:ext>
                </a:extLst>
              </p:cNvPr>
              <p:cNvCxnSpPr>
                <a:cxnSpLocks/>
              </p:cNvCxnSpPr>
              <p:nvPr/>
            </p:nvCxnSpPr>
            <p:spPr>
              <a:xfrm flipH="1">
                <a:off x="4716549" y="3362158"/>
                <a:ext cx="48339" cy="238471"/>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7715D6E8-EF03-50A8-4284-87F517BA3EC5}"/>
                  </a:ext>
                </a:extLst>
              </p:cNvPr>
              <p:cNvCxnSpPr>
                <a:cxnSpLocks/>
              </p:cNvCxnSpPr>
              <p:nvPr/>
            </p:nvCxnSpPr>
            <p:spPr>
              <a:xfrm flipH="1" flipV="1">
                <a:off x="4930588" y="3374971"/>
                <a:ext cx="15249" cy="204212"/>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61" name="テキスト ボックス 60">
              <a:extLst>
                <a:ext uri="{FF2B5EF4-FFF2-40B4-BE49-F238E27FC236}">
                  <a16:creationId xmlns:a16="http://schemas.microsoft.com/office/drawing/2014/main" id="{110A89B7-1DB8-733D-4807-57C43E7D82CD}"/>
                </a:ext>
              </a:extLst>
            </p:cNvPr>
            <p:cNvSpPr txBox="1"/>
            <p:nvPr/>
          </p:nvSpPr>
          <p:spPr>
            <a:xfrm>
              <a:off x="7845216" y="3938658"/>
              <a:ext cx="2329633" cy="400110"/>
            </a:xfrm>
            <a:prstGeom prst="rect">
              <a:avLst/>
            </a:prstGeom>
            <a:noFill/>
          </p:spPr>
          <p:txBody>
            <a:bodyPr wrap="square" rtlCol="0">
              <a:spAutoFit/>
            </a:bodyPr>
            <a:lstStyle/>
            <a:p>
              <a:r>
                <a:rPr kumimoji="1" lang="ja-JP" altLang="en-US" sz="2000"/>
                <a:t>データセット</a:t>
              </a:r>
              <a:endParaRPr kumimoji="1" lang="en-US" altLang="ja-JP" sz="2000"/>
            </a:p>
          </p:txBody>
        </p:sp>
      </p:grpSp>
      <p:sp>
        <p:nvSpPr>
          <p:cNvPr id="9" name="TextBox 3">
            <a:extLst>
              <a:ext uri="{FF2B5EF4-FFF2-40B4-BE49-F238E27FC236}">
                <a16:creationId xmlns:a16="http://schemas.microsoft.com/office/drawing/2014/main" id="{EF829B69-4BE3-6BE4-CA40-1DF293AB198C}"/>
              </a:ext>
            </a:extLst>
          </p:cNvPr>
          <p:cNvSpPr txBox="1"/>
          <p:nvPr/>
        </p:nvSpPr>
        <p:spPr>
          <a:xfrm>
            <a:off x="467436" y="1120411"/>
            <a:ext cx="11174248" cy="5104346"/>
          </a:xfrm>
          <a:prstGeom prst="rect">
            <a:avLst/>
          </a:prstGeom>
          <a:noFill/>
        </p:spPr>
        <p:txBody>
          <a:bodyPr wrap="square" lIns="0" tIns="0" rIns="0" bIns="0" anchor="t">
            <a:spAutoFit/>
          </a:bodyPr>
          <a:lstStyle/>
          <a:p>
            <a:pPr algn="l">
              <a:lnSpc>
                <a:spcPts val="2400"/>
              </a:lnSpc>
            </a:pPr>
            <a:r>
              <a:rPr sz="2000" i="0" u="none" dirty="0" err="1">
                <a:solidFill>
                  <a:srgbClr val="000000"/>
                </a:solidFill>
                <a:latin typeface="Noto Sans JP"/>
              </a:rPr>
              <a:t>スポーツにおける</a:t>
            </a:r>
            <a:r>
              <a:rPr lang="ja-JP" altLang="en-US" sz="2000" dirty="0">
                <a:solidFill>
                  <a:srgbClr val="222222"/>
                </a:solidFill>
                <a:latin typeface="Noto Sans JP"/>
              </a:rPr>
              <a:t>動画像からの姿勢推定</a:t>
            </a:r>
            <a:endParaRPr lang="ja-JP" altLang="en-US" sz="2000" dirty="0">
              <a:solidFill>
                <a:srgbClr val="000000"/>
              </a:solidFill>
              <a:latin typeface="Noto Sans JP"/>
            </a:endParaRPr>
          </a:p>
          <a:p>
            <a:pPr>
              <a:lnSpc>
                <a:spcPts val="2550"/>
              </a:lnSpc>
            </a:pPr>
            <a:r>
              <a:rPr lang="ja-JP" altLang="en-US" sz="2000" dirty="0">
                <a:solidFill>
                  <a:srgbClr val="000000"/>
                </a:solidFill>
                <a:latin typeface="Noto Sans JP"/>
              </a:rPr>
              <a:t>・オクルージョン</a:t>
            </a:r>
            <a:r>
              <a:rPr lang="ja-JP" altLang="en-US" sz="2000" dirty="0">
                <a:solidFill>
                  <a:srgbClr val="222222"/>
                </a:solidFill>
                <a:latin typeface="Noto Sans JP"/>
              </a:rPr>
              <a:t>により精度が大幅に低下する</a:t>
            </a:r>
          </a:p>
          <a:p>
            <a:pPr>
              <a:lnSpc>
                <a:spcPts val="2550"/>
              </a:lnSpc>
            </a:pPr>
            <a:r>
              <a:rPr lang="ja-JP" altLang="en-US" sz="2000" dirty="0">
                <a:solidFill>
                  <a:srgbClr val="000000"/>
                </a:solidFill>
                <a:latin typeface="Noto Sans JP"/>
              </a:rPr>
              <a:t>・</a:t>
            </a:r>
            <a:r>
              <a:rPr lang="ja-JP" altLang="en-US" sz="2000" dirty="0">
                <a:solidFill>
                  <a:srgbClr val="222222"/>
                </a:solidFill>
                <a:latin typeface="Noto Sans JP"/>
              </a:rPr>
              <a:t>既存データセット（</a:t>
            </a:r>
            <a:r>
              <a:rPr lang="en-US" altLang="ja-JP" sz="2000" dirty="0">
                <a:solidFill>
                  <a:srgbClr val="222222"/>
                </a:solidFill>
                <a:latin typeface="Noto Sans JP"/>
              </a:rPr>
              <a:t>H36M</a:t>
            </a:r>
            <a:r>
              <a:rPr lang="ja-JP" altLang="en-US" sz="2000" dirty="0">
                <a:solidFill>
                  <a:srgbClr val="222222"/>
                </a:solidFill>
                <a:latin typeface="Noto Sans JP"/>
              </a:rPr>
              <a:t>）の関節数は全身</a:t>
            </a:r>
            <a:r>
              <a:rPr lang="en-US" altLang="ja-JP" sz="2000" dirty="0">
                <a:solidFill>
                  <a:srgbClr val="222222"/>
                </a:solidFill>
                <a:latin typeface="Noto Sans JP"/>
              </a:rPr>
              <a:t>17</a:t>
            </a:r>
            <a:r>
              <a:rPr lang="ja-JP" altLang="en-US" sz="2000" dirty="0">
                <a:solidFill>
                  <a:srgbClr val="222222"/>
                </a:solidFill>
                <a:latin typeface="Noto Sans JP"/>
              </a:rPr>
              <a:t>点で、人体の柔軟性を再現できない</a:t>
            </a:r>
          </a:p>
          <a:p>
            <a:pPr>
              <a:lnSpc>
                <a:spcPts val="2550"/>
              </a:lnSpc>
            </a:pPr>
            <a:r>
              <a:rPr lang="ja-JP" altLang="en-US" sz="2000" dirty="0">
                <a:solidFill>
                  <a:srgbClr val="222222"/>
                </a:solidFill>
                <a:latin typeface="Noto Sans JP"/>
              </a:rPr>
              <a:t>　　　↓</a:t>
            </a:r>
          </a:p>
          <a:p>
            <a:pPr>
              <a:lnSpc>
                <a:spcPts val="2400"/>
              </a:lnSpc>
            </a:pPr>
            <a:r>
              <a:rPr lang="ja-JP" altLang="en-US" sz="2000" dirty="0">
                <a:solidFill>
                  <a:srgbClr val="222222"/>
                </a:solidFill>
                <a:latin typeface="Noto Sans JP"/>
              </a:rPr>
              <a:t>深層学習モデルに対する</a:t>
            </a:r>
            <a:r>
              <a:rPr lang="ja-JP" altLang="en-US" sz="2000" b="1" dirty="0">
                <a:solidFill>
                  <a:srgbClr val="FF0000"/>
                </a:solidFill>
                <a:latin typeface="Noto Sans JP"/>
              </a:rPr>
              <a:t>追加学習</a:t>
            </a:r>
            <a:r>
              <a:rPr lang="ja-JP" altLang="en-US" sz="2000" dirty="0">
                <a:solidFill>
                  <a:srgbClr val="222222"/>
                </a:solidFill>
                <a:latin typeface="Noto Sans JP"/>
              </a:rPr>
              <a:t>が有効</a:t>
            </a:r>
            <a:br>
              <a:rPr lang="en-US" altLang="ja-JP" sz="2000" dirty="0">
                <a:solidFill>
                  <a:srgbClr val="222222"/>
                </a:solidFill>
                <a:latin typeface="Noto Sans JP"/>
              </a:rPr>
            </a:br>
            <a:r>
              <a:rPr lang="ja-JP" altLang="en-US" sz="2000" dirty="0">
                <a:solidFill>
                  <a:srgbClr val="222222"/>
                </a:solidFill>
                <a:latin typeface="Noto Sans JP"/>
              </a:rPr>
              <a:t>　　　↓</a:t>
            </a:r>
            <a:br>
              <a:rPr lang="en-US" altLang="ja-JP" sz="2000" dirty="0">
                <a:solidFill>
                  <a:srgbClr val="222222"/>
                </a:solidFill>
                <a:latin typeface="Noto Sans JP"/>
              </a:rPr>
            </a:br>
            <a:r>
              <a:rPr lang="ja-JP" altLang="en-US" sz="2000" b="1" dirty="0">
                <a:solidFill>
                  <a:srgbClr val="FF0000"/>
                </a:solidFill>
              </a:rPr>
              <a:t>正確なデータセットが大量に必要</a:t>
            </a: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　　　↓</a:t>
            </a: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実世界での収集が困難</a:t>
            </a:r>
            <a:endParaRPr lang="en-US" altLang="ja-JP" sz="2000" dirty="0">
              <a:solidFill>
                <a:srgbClr val="222222"/>
              </a:solidFill>
              <a:latin typeface="Noto Sans JP"/>
            </a:endParaRPr>
          </a:p>
          <a:p>
            <a:pPr>
              <a:lnSpc>
                <a:spcPts val="2400"/>
              </a:lnSpc>
            </a:pPr>
            <a:endParaRPr lang="en-US" altLang="ja-JP" sz="2000" dirty="0">
              <a:solidFill>
                <a:srgbClr val="222222"/>
              </a:solidFill>
              <a:latin typeface="Noto Sans JP"/>
            </a:endParaRPr>
          </a:p>
          <a:p>
            <a:pPr>
              <a:lnSpc>
                <a:spcPts val="2550"/>
              </a:lnSpc>
            </a:pPr>
            <a:r>
              <a:rPr lang="ja-JP" altLang="ja-JP" sz="2000" dirty="0"/>
              <a:t>単一視点からの3次元姿勢推定における</a:t>
            </a:r>
            <a:endParaRPr lang="en-US" altLang="ja-JP" sz="2000" dirty="0"/>
          </a:p>
          <a:p>
            <a:pPr>
              <a:lnSpc>
                <a:spcPts val="2550"/>
              </a:lnSpc>
            </a:pPr>
            <a:r>
              <a:rPr lang="ja-JP" altLang="en-US" sz="2000" dirty="0">
                <a:solidFill>
                  <a:srgbClr val="FF0000"/>
                </a:solidFill>
              </a:rPr>
              <a:t>「</a:t>
            </a:r>
            <a:r>
              <a:rPr lang="ja-JP" altLang="ja-JP" sz="2000" b="1" dirty="0">
                <a:solidFill>
                  <a:srgbClr val="FF0000"/>
                </a:solidFill>
              </a:rPr>
              <a:t>人体の柔軟性の再現</a:t>
            </a:r>
            <a:r>
              <a:rPr lang="ja-JP" altLang="en-US" sz="2000" b="1" dirty="0">
                <a:solidFill>
                  <a:srgbClr val="FF0000"/>
                </a:solidFill>
              </a:rPr>
              <a:t>」、「セルフオクルージョンに対する</a:t>
            </a:r>
            <a:r>
              <a:rPr lang="ja-JP" altLang="ja-JP" sz="2000" b="1" dirty="0">
                <a:solidFill>
                  <a:srgbClr val="FF0000"/>
                </a:solidFill>
              </a:rPr>
              <a:t>精度向上</a:t>
            </a:r>
            <a:r>
              <a:rPr lang="ja-JP" altLang="en-US" sz="2000" b="1" dirty="0">
                <a:solidFill>
                  <a:srgbClr val="FF0000"/>
                </a:solidFill>
              </a:rPr>
              <a:t>」</a:t>
            </a:r>
            <a:r>
              <a:rPr lang="ja-JP" altLang="ja-JP" sz="2000" dirty="0"/>
              <a:t>を目的とする</a:t>
            </a:r>
            <a:endParaRPr lang="en-US" altLang="ja-JP" sz="2000" dirty="0"/>
          </a:p>
          <a:p>
            <a:pPr>
              <a:lnSpc>
                <a:spcPts val="2400"/>
              </a:lnSpc>
            </a:pPr>
            <a:endParaRPr lang="en-US" altLang="ja-JP" sz="2000" dirty="0">
              <a:solidFill>
                <a:srgbClr val="222222"/>
              </a:solidFill>
              <a:latin typeface="Noto Sans JP"/>
            </a:endParaRPr>
          </a:p>
          <a:p>
            <a:pPr>
              <a:lnSpc>
                <a:spcPts val="2550"/>
              </a:lnSpc>
            </a:pPr>
            <a:r>
              <a:rPr lang="ja-JP" altLang="en-US" sz="2000" b="1" dirty="0"/>
              <a:t>・</a:t>
            </a:r>
            <a:r>
              <a:rPr lang="ja-JP" altLang="ja-JP" sz="2000" b="1" dirty="0">
                <a:solidFill>
                  <a:srgbClr val="FF0000"/>
                </a:solidFill>
              </a:rPr>
              <a:t>人体の柔軟性を再現するのに十分な関節点をもった人体モデルの実装手法</a:t>
            </a:r>
            <a:endParaRPr lang="en-US" altLang="ja-JP" sz="2000" b="1" dirty="0">
              <a:solidFill>
                <a:srgbClr val="FF0000"/>
              </a:solidFill>
            </a:endParaRPr>
          </a:p>
          <a:p>
            <a:pPr>
              <a:lnSpc>
                <a:spcPts val="2550"/>
              </a:lnSpc>
            </a:pPr>
            <a:r>
              <a:rPr lang="ja-JP" altLang="en-US" sz="2000" b="1" dirty="0"/>
              <a:t>・</a:t>
            </a:r>
            <a:r>
              <a:rPr lang="ja-JP" altLang="ja-JP" sz="2000" b="1" dirty="0">
                <a:solidFill>
                  <a:srgbClr val="FF0000"/>
                </a:solidFill>
              </a:rPr>
              <a:t>3DCGを用いたデータセットの拡張手法</a:t>
            </a:r>
            <a:endParaRPr lang="en-US" altLang="ja-JP" sz="2000" dirty="0"/>
          </a:p>
          <a:p>
            <a:pPr>
              <a:lnSpc>
                <a:spcPts val="2550"/>
              </a:lnSpc>
            </a:pPr>
            <a:endParaRPr lang="ja-JP" altLang="en-US" sz="2000" dirty="0"/>
          </a:p>
        </p:txBody>
      </p:sp>
      <p:sp>
        <p:nvSpPr>
          <p:cNvPr id="8" name="Footer Placeholder 4">
            <a:extLst>
              <a:ext uri="{FF2B5EF4-FFF2-40B4-BE49-F238E27FC236}">
                <a16:creationId xmlns:a16="http://schemas.microsoft.com/office/drawing/2014/main" id="{D9C44998-A6BB-6683-5482-E7B9211408C7}"/>
              </a:ext>
            </a:extLst>
          </p:cNvPr>
          <p:cNvSpPr>
            <a:spLocks noGrp="1"/>
          </p:cNvSpPr>
          <p:nvPr>
            <p:ph type="ftr" sz="quarter" idx="11"/>
          </p:nvPr>
        </p:nvSpPr>
        <p:spPr>
          <a:xfrm>
            <a:off x="4038600" y="6449338"/>
            <a:ext cx="4114800" cy="365125"/>
          </a:xfrm>
        </p:spPr>
        <p:txBody>
          <a:bodyPr/>
          <a:lstStyle/>
          <a:p>
            <a:r>
              <a:rPr lang="en-US"/>
              <a:t>A-14-02</a:t>
            </a:r>
          </a:p>
        </p:txBody>
      </p:sp>
      <p:sp>
        <p:nvSpPr>
          <p:cNvPr id="12" name="Date Placeholder 3">
            <a:extLst>
              <a:ext uri="{FF2B5EF4-FFF2-40B4-BE49-F238E27FC236}">
                <a16:creationId xmlns:a16="http://schemas.microsoft.com/office/drawing/2014/main" id="{3B673A7B-A2B6-248C-CC5F-AE7FA993CB52}"/>
              </a:ext>
            </a:extLst>
          </p:cNvPr>
          <p:cNvSpPr>
            <a:spLocks noGrp="1"/>
          </p:cNvSpPr>
          <p:nvPr>
            <p:ph type="dt" sz="half" idx="10"/>
          </p:nvPr>
        </p:nvSpPr>
        <p:spPr>
          <a:xfrm>
            <a:off x="838200" y="6449338"/>
            <a:ext cx="2743200" cy="365125"/>
          </a:xfrm>
        </p:spPr>
        <p:txBody>
          <a:bodyPr/>
          <a:lstStyle/>
          <a:p>
            <a:r>
              <a:rPr lang="en-US"/>
              <a:t>2026/9/24</a:t>
            </a:r>
          </a:p>
        </p:txBody>
      </p:sp>
    </p:spTree>
    <p:extLst>
      <p:ext uri="{BB962C8B-B14F-4D97-AF65-F5344CB8AC3E}">
        <p14:creationId xmlns:p14="http://schemas.microsoft.com/office/powerpoint/2010/main" val="1614531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ACD32-D27B-2814-2701-C53A886BE4A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B2CAF96-E75D-7F5B-BB59-A69CE9A3367F}"/>
              </a:ext>
            </a:extLst>
          </p:cNvPr>
          <p:cNvSpPr>
            <a:spLocks noGrp="1"/>
          </p:cNvSpPr>
          <p:nvPr>
            <p:ph type="sldNum" sz="quarter" idx="12"/>
          </p:nvPr>
        </p:nvSpPr>
        <p:spPr/>
        <p:txBody>
          <a:bodyPr/>
          <a:lstStyle/>
          <a:p>
            <a:fld id="{465F6A33-8929-41AA-8A25-00E3AA79F1EE}" type="slidenum">
              <a:rPr lang="en-US" smtClean="0"/>
              <a:t>3</a:t>
            </a:fld>
            <a:endParaRPr lang="en-US"/>
          </a:p>
        </p:txBody>
      </p:sp>
      <p:sp>
        <p:nvSpPr>
          <p:cNvPr id="11" name="テキスト ボックス 10">
            <a:extLst>
              <a:ext uri="{FF2B5EF4-FFF2-40B4-BE49-F238E27FC236}">
                <a16:creationId xmlns:a16="http://schemas.microsoft.com/office/drawing/2014/main" id="{AC147638-74E8-83F2-096B-2869174298A2}"/>
              </a:ext>
            </a:extLst>
          </p:cNvPr>
          <p:cNvSpPr txBox="1"/>
          <p:nvPr/>
        </p:nvSpPr>
        <p:spPr>
          <a:xfrm>
            <a:off x="277091" y="258618"/>
            <a:ext cx="6465454" cy="646331"/>
          </a:xfrm>
          <a:prstGeom prst="rect">
            <a:avLst/>
          </a:prstGeom>
          <a:noFill/>
        </p:spPr>
        <p:txBody>
          <a:bodyPr wrap="square" rtlCol="0">
            <a:spAutoFit/>
          </a:bodyPr>
          <a:lstStyle/>
          <a:p>
            <a:r>
              <a:rPr kumimoji="1" lang="ja-JP" altLang="en-US" sz="3600"/>
              <a:t>研究手法</a:t>
            </a:r>
          </a:p>
        </p:txBody>
      </p:sp>
      <p:cxnSp>
        <p:nvCxnSpPr>
          <p:cNvPr id="10" name="直線コネクタ 9">
            <a:extLst>
              <a:ext uri="{FF2B5EF4-FFF2-40B4-BE49-F238E27FC236}">
                <a16:creationId xmlns:a16="http://schemas.microsoft.com/office/drawing/2014/main" id="{A1EA58B3-1B08-C4C7-CB42-6B1D72DF775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7">
            <a:extLst>
              <a:ext uri="{FF2B5EF4-FFF2-40B4-BE49-F238E27FC236}">
                <a16:creationId xmlns:a16="http://schemas.microsoft.com/office/drawing/2014/main" id="{56F4D455-195A-0CA6-59C6-FCEF7AB895E8}"/>
              </a:ext>
            </a:extLst>
          </p:cNvPr>
          <p:cNvSpPr txBox="1"/>
          <p:nvPr/>
        </p:nvSpPr>
        <p:spPr>
          <a:xfrm>
            <a:off x="715584" y="1341227"/>
            <a:ext cx="10314366" cy="923330"/>
          </a:xfrm>
          <a:prstGeom prst="rect">
            <a:avLst/>
          </a:prstGeom>
          <a:noFill/>
        </p:spPr>
        <p:txBody>
          <a:bodyPr wrap="square" lIns="0" tIns="0" rIns="0" bIns="0" anchor="t">
            <a:spAutoFit/>
          </a:bodyPr>
          <a:lstStyle/>
          <a:p>
            <a:pPr algn="l"/>
            <a:r>
              <a:rPr sz="2000" b="1" i="0" u="none" err="1">
                <a:solidFill>
                  <a:srgbClr val="000000"/>
                </a:solidFill>
                <a:latin typeface="Noto Sans JP"/>
              </a:rPr>
              <a:t>工程</a:t>
            </a:r>
            <a:r>
              <a:rPr sz="2000" b="1" i="0" u="none">
                <a:solidFill>
                  <a:srgbClr val="000000"/>
                </a:solidFill>
                <a:latin typeface="Noto Sans JP"/>
              </a:rPr>
              <a:t>① </a:t>
            </a:r>
            <a:r>
              <a:rPr sz="2000" b="1" i="0" u="none" err="1">
                <a:solidFill>
                  <a:srgbClr val="FF0000"/>
                </a:solidFill>
                <a:latin typeface="Noto Sans JP"/>
              </a:rPr>
              <a:t>人体モデル拡張</a:t>
            </a:r>
            <a:endParaRPr lang="en-US" sz="2000" b="1" i="0" u="none">
              <a:solidFill>
                <a:srgbClr val="FF0000"/>
              </a:solidFill>
              <a:latin typeface="Noto Sans JP"/>
            </a:endParaRPr>
          </a:p>
          <a:p>
            <a:r>
              <a:rPr lang="ja-JP" altLang="en-US" sz="2000">
                <a:solidFill>
                  <a:srgbClr val="222222"/>
                </a:solidFill>
                <a:latin typeface="Noto Sans JP"/>
              </a:rPr>
              <a:t>深層学習モデルの人体スケルトンの首から腰の間に新たに関節点を追加配置する</a:t>
            </a:r>
          </a:p>
          <a:p>
            <a:pPr algn="l"/>
            <a:endParaRPr sz="2000" b="1" i="0" u="none">
              <a:solidFill>
                <a:srgbClr val="FF0000"/>
              </a:solidFill>
              <a:latin typeface="Noto Sans JP"/>
            </a:endParaRPr>
          </a:p>
        </p:txBody>
      </p:sp>
      <p:sp>
        <p:nvSpPr>
          <p:cNvPr id="72" name="TextBox 10">
            <a:extLst>
              <a:ext uri="{FF2B5EF4-FFF2-40B4-BE49-F238E27FC236}">
                <a16:creationId xmlns:a16="http://schemas.microsoft.com/office/drawing/2014/main" id="{DA21506C-9B19-6490-A3A7-959C5053D192}"/>
              </a:ext>
            </a:extLst>
          </p:cNvPr>
          <p:cNvSpPr txBox="1"/>
          <p:nvPr/>
        </p:nvSpPr>
        <p:spPr>
          <a:xfrm>
            <a:off x="692307" y="3026555"/>
            <a:ext cx="9494679" cy="923330"/>
          </a:xfrm>
          <a:prstGeom prst="rect">
            <a:avLst/>
          </a:prstGeom>
          <a:noFill/>
        </p:spPr>
        <p:txBody>
          <a:bodyPr wrap="square" lIns="0" tIns="0" rIns="0" bIns="0" anchor="t">
            <a:spAutoFit/>
          </a:bodyPr>
          <a:lstStyle/>
          <a:p>
            <a:r>
              <a:rPr sz="2000" b="1" i="0" u="none" err="1">
                <a:solidFill>
                  <a:srgbClr val="000000"/>
                </a:solidFill>
                <a:latin typeface="Noto Sans JP"/>
              </a:rPr>
              <a:t>工程</a:t>
            </a:r>
            <a:r>
              <a:rPr sz="2000" b="1" i="0" u="none">
                <a:solidFill>
                  <a:srgbClr val="000000"/>
                </a:solidFill>
                <a:latin typeface="Noto Sans JP"/>
              </a:rPr>
              <a:t>②</a:t>
            </a:r>
            <a:r>
              <a:rPr sz="2000" b="1" i="0" u="none">
                <a:solidFill>
                  <a:srgbClr val="FF0000"/>
                </a:solidFill>
                <a:latin typeface="Noto Sans JP"/>
              </a:rPr>
              <a:t> </a:t>
            </a:r>
            <a:r>
              <a:rPr sz="2000" b="1" i="0" u="none" err="1">
                <a:solidFill>
                  <a:srgbClr val="FF0000"/>
                </a:solidFill>
                <a:latin typeface="Noto Sans JP"/>
              </a:rPr>
              <a:t>データ</a:t>
            </a:r>
            <a:r>
              <a:rPr lang="ja-JP" altLang="en-US" sz="2000" b="1">
                <a:solidFill>
                  <a:srgbClr val="FF0000"/>
                </a:solidFill>
                <a:latin typeface="Noto Sans JP"/>
              </a:rPr>
              <a:t>作成</a:t>
            </a:r>
            <a:r>
              <a:rPr sz="2000" b="1" i="0" u="none">
                <a:solidFill>
                  <a:srgbClr val="FF0000"/>
                </a:solidFill>
                <a:latin typeface="Noto Sans JP"/>
              </a:rPr>
              <a:t>・</a:t>
            </a:r>
            <a:r>
              <a:rPr sz="2000" b="1" i="0" u="none" err="1">
                <a:solidFill>
                  <a:srgbClr val="FF0000"/>
                </a:solidFill>
                <a:latin typeface="Noto Sans JP"/>
              </a:rPr>
              <a:t>追加学習</a:t>
            </a:r>
            <a:br>
              <a:rPr lang="en-US" sz="2000" b="1" i="0" u="none">
                <a:solidFill>
                  <a:srgbClr val="FF0000"/>
                </a:solidFill>
                <a:latin typeface="Noto Sans JP"/>
              </a:rPr>
            </a:br>
            <a:r>
              <a:rPr lang="en-US" altLang="ja-JP" sz="2000">
                <a:solidFill>
                  <a:srgbClr val="222222"/>
                </a:solidFill>
                <a:latin typeface="Noto Sans JP"/>
              </a:rPr>
              <a:t>3DCG</a:t>
            </a:r>
            <a:r>
              <a:rPr lang="ja-JP" altLang="en-US" sz="2000">
                <a:solidFill>
                  <a:srgbClr val="222222"/>
                </a:solidFill>
                <a:latin typeface="Noto Sans JP"/>
              </a:rPr>
              <a:t>を用いて、データセットおよびアノテーションデータを自動生成し追加学習</a:t>
            </a:r>
          </a:p>
          <a:p>
            <a:pPr algn="l"/>
            <a:endParaRPr sz="2000" b="1" i="0" u="none">
              <a:solidFill>
                <a:srgbClr val="FF0000"/>
              </a:solidFill>
              <a:latin typeface="Noto Sans JP"/>
            </a:endParaRPr>
          </a:p>
        </p:txBody>
      </p:sp>
      <p:sp>
        <p:nvSpPr>
          <p:cNvPr id="78" name="TextBox 13">
            <a:extLst>
              <a:ext uri="{FF2B5EF4-FFF2-40B4-BE49-F238E27FC236}">
                <a16:creationId xmlns:a16="http://schemas.microsoft.com/office/drawing/2014/main" id="{072A197C-73CE-E770-5CEC-2381075B62A7}"/>
              </a:ext>
            </a:extLst>
          </p:cNvPr>
          <p:cNvSpPr txBox="1"/>
          <p:nvPr/>
        </p:nvSpPr>
        <p:spPr>
          <a:xfrm>
            <a:off x="635738" y="4770380"/>
            <a:ext cx="3286973" cy="307777"/>
          </a:xfrm>
          <a:prstGeom prst="rect">
            <a:avLst/>
          </a:prstGeom>
          <a:noFill/>
        </p:spPr>
        <p:txBody>
          <a:bodyPr wrap="square" lIns="0" tIns="0" rIns="0" bIns="0" anchor="t">
            <a:spAutoFit/>
          </a:bodyPr>
          <a:lstStyle/>
          <a:p>
            <a:pPr algn="l"/>
            <a:r>
              <a:rPr sz="2000" b="1" i="0" u="none" err="1">
                <a:solidFill>
                  <a:srgbClr val="000000"/>
                </a:solidFill>
                <a:latin typeface="Noto Sans JP"/>
              </a:rPr>
              <a:t>工程</a:t>
            </a:r>
            <a:r>
              <a:rPr sz="2000" b="1" i="0" u="none">
                <a:solidFill>
                  <a:srgbClr val="000000"/>
                </a:solidFill>
                <a:latin typeface="Noto Sans JP"/>
              </a:rPr>
              <a:t>③ </a:t>
            </a:r>
            <a:r>
              <a:rPr sz="2000" b="1" i="0" u="none" err="1">
                <a:solidFill>
                  <a:srgbClr val="FF0000"/>
                </a:solidFill>
                <a:latin typeface="Noto Sans JP"/>
              </a:rPr>
              <a:t>精度評価</a:t>
            </a:r>
            <a:endParaRPr sz="2000" b="1" i="0" u="none">
              <a:solidFill>
                <a:srgbClr val="FF0000"/>
              </a:solidFill>
              <a:latin typeface="Noto Sans JP"/>
            </a:endParaRPr>
          </a:p>
        </p:txBody>
      </p:sp>
      <p:sp>
        <p:nvSpPr>
          <p:cNvPr id="82" name="TextBox 15">
            <a:extLst>
              <a:ext uri="{FF2B5EF4-FFF2-40B4-BE49-F238E27FC236}">
                <a16:creationId xmlns:a16="http://schemas.microsoft.com/office/drawing/2014/main" id="{C4EFB3A5-783B-CB19-CE71-3555A3112621}"/>
              </a:ext>
            </a:extLst>
          </p:cNvPr>
          <p:cNvSpPr txBox="1"/>
          <p:nvPr/>
        </p:nvSpPr>
        <p:spPr>
          <a:xfrm>
            <a:off x="635738" y="5189480"/>
            <a:ext cx="8965462" cy="220253"/>
          </a:xfrm>
          <a:prstGeom prst="rect">
            <a:avLst/>
          </a:prstGeom>
          <a:noFill/>
        </p:spPr>
        <p:txBody>
          <a:bodyPr wrap="square" lIns="0" tIns="0" rIns="0" bIns="0" anchor="t">
            <a:spAutoFit/>
          </a:bodyPr>
          <a:lstStyle/>
          <a:p>
            <a:pPr algn="l">
              <a:lnSpc>
                <a:spcPts val="1687"/>
              </a:lnSpc>
            </a:pPr>
            <a:r>
              <a:rPr sz="2000" b="0" i="0" u="none" err="1">
                <a:solidFill>
                  <a:srgbClr val="222222"/>
                </a:solidFill>
                <a:latin typeface="Noto Sans JP"/>
              </a:rPr>
              <a:t>テストデータで柔軟性・恒常性</a:t>
            </a:r>
            <a:r>
              <a:rPr lang="ja-JP" altLang="en-US" sz="2000">
                <a:solidFill>
                  <a:srgbClr val="222222"/>
                </a:solidFill>
                <a:latin typeface="Noto Sans JP"/>
              </a:rPr>
              <a:t>、</a:t>
            </a:r>
            <a:r>
              <a:rPr sz="2000" b="0" i="0" u="none" err="1">
                <a:solidFill>
                  <a:srgbClr val="222222"/>
                </a:solidFill>
                <a:latin typeface="Noto Sans JP"/>
              </a:rPr>
              <a:t>およびセルフオクルージョン精度を評価</a:t>
            </a:r>
            <a:r>
              <a:rPr lang="ja-JP" altLang="en-US" sz="2000" b="0" i="0" u="none">
                <a:solidFill>
                  <a:srgbClr val="222222"/>
                </a:solidFill>
                <a:latin typeface="Noto Sans JP"/>
              </a:rPr>
              <a:t>する</a:t>
            </a:r>
            <a:endParaRPr sz="2000" b="0" i="0" u="none">
              <a:solidFill>
                <a:srgbClr val="222222"/>
              </a:solidFill>
              <a:latin typeface="Noto Sans JP"/>
            </a:endParaRPr>
          </a:p>
        </p:txBody>
      </p:sp>
      <p:sp>
        <p:nvSpPr>
          <p:cNvPr id="86" name="正方形/長方形 85">
            <a:extLst>
              <a:ext uri="{FF2B5EF4-FFF2-40B4-BE49-F238E27FC236}">
                <a16:creationId xmlns:a16="http://schemas.microsoft.com/office/drawing/2014/main" id="{8D5CE153-158C-57A3-368D-84BA713A93A3}"/>
              </a:ext>
            </a:extLst>
          </p:cNvPr>
          <p:cNvSpPr/>
          <p:nvPr/>
        </p:nvSpPr>
        <p:spPr>
          <a:xfrm>
            <a:off x="460194" y="1165037"/>
            <a:ext cx="11016222" cy="1556022"/>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88" name="正方形/長方形 87">
            <a:extLst>
              <a:ext uri="{FF2B5EF4-FFF2-40B4-BE49-F238E27FC236}">
                <a16:creationId xmlns:a16="http://schemas.microsoft.com/office/drawing/2014/main" id="{42FC6FB7-167C-242D-6B35-98A9D310C231}"/>
              </a:ext>
            </a:extLst>
          </p:cNvPr>
          <p:cNvSpPr/>
          <p:nvPr/>
        </p:nvSpPr>
        <p:spPr>
          <a:xfrm>
            <a:off x="460194" y="2889402"/>
            <a:ext cx="11016222" cy="1556022"/>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90" name="正方形/長方形 89">
            <a:extLst>
              <a:ext uri="{FF2B5EF4-FFF2-40B4-BE49-F238E27FC236}">
                <a16:creationId xmlns:a16="http://schemas.microsoft.com/office/drawing/2014/main" id="{AC000FBC-20D8-241D-5CC4-3AFAA158765F}"/>
              </a:ext>
            </a:extLst>
          </p:cNvPr>
          <p:cNvSpPr/>
          <p:nvPr/>
        </p:nvSpPr>
        <p:spPr>
          <a:xfrm>
            <a:off x="460194" y="4633227"/>
            <a:ext cx="11016222" cy="1556022"/>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ja-JP" altLang="en-US"/>
          </a:p>
        </p:txBody>
      </p:sp>
      <p:sp>
        <p:nvSpPr>
          <p:cNvPr id="2" name="Footer Placeholder 4">
            <a:extLst>
              <a:ext uri="{FF2B5EF4-FFF2-40B4-BE49-F238E27FC236}">
                <a16:creationId xmlns:a16="http://schemas.microsoft.com/office/drawing/2014/main" id="{35ED4072-AF16-FDB2-129E-DDBC8DA231BF}"/>
              </a:ext>
            </a:extLst>
          </p:cNvPr>
          <p:cNvSpPr>
            <a:spLocks noGrp="1"/>
          </p:cNvSpPr>
          <p:nvPr>
            <p:ph type="ftr" sz="quarter" idx="11"/>
          </p:nvPr>
        </p:nvSpPr>
        <p:spPr>
          <a:xfrm>
            <a:off x="4038600" y="6449338"/>
            <a:ext cx="4114800" cy="365125"/>
          </a:xfrm>
        </p:spPr>
        <p:txBody>
          <a:bodyPr/>
          <a:lstStyle/>
          <a:p>
            <a:r>
              <a:rPr lang="en-US"/>
              <a:t>A-14-02</a:t>
            </a:r>
          </a:p>
        </p:txBody>
      </p:sp>
      <p:sp>
        <p:nvSpPr>
          <p:cNvPr id="3" name="Date Placeholder 3">
            <a:extLst>
              <a:ext uri="{FF2B5EF4-FFF2-40B4-BE49-F238E27FC236}">
                <a16:creationId xmlns:a16="http://schemas.microsoft.com/office/drawing/2014/main" id="{924003C7-F022-1A66-9B84-3F2CF60600D8}"/>
              </a:ext>
            </a:extLst>
          </p:cNvPr>
          <p:cNvSpPr>
            <a:spLocks noGrp="1"/>
          </p:cNvSpPr>
          <p:nvPr>
            <p:ph type="dt" sz="half" idx="10"/>
          </p:nvPr>
        </p:nvSpPr>
        <p:spPr>
          <a:xfrm>
            <a:off x="838200" y="6449338"/>
            <a:ext cx="2743200" cy="365125"/>
          </a:xfrm>
        </p:spPr>
        <p:txBody>
          <a:bodyPr/>
          <a:lstStyle/>
          <a:p>
            <a:r>
              <a:rPr lang="en-US"/>
              <a:t>2026/9/24</a:t>
            </a:r>
          </a:p>
        </p:txBody>
      </p:sp>
    </p:spTree>
    <p:extLst>
      <p:ext uri="{BB962C8B-B14F-4D97-AF65-F5344CB8AC3E}">
        <p14:creationId xmlns:p14="http://schemas.microsoft.com/office/powerpoint/2010/main" val="1055157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F277C-C1C3-8BCF-B3F7-3AC6E159D2F7}"/>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17BE49C-C1BF-D84D-FF8D-0D75F404D258}"/>
              </a:ext>
            </a:extLst>
          </p:cNvPr>
          <p:cNvSpPr>
            <a:spLocks noGrp="1"/>
          </p:cNvSpPr>
          <p:nvPr>
            <p:ph type="sldNum" sz="quarter" idx="12"/>
          </p:nvPr>
        </p:nvSpPr>
        <p:spPr/>
        <p:txBody>
          <a:bodyPr/>
          <a:lstStyle/>
          <a:p>
            <a:fld id="{465F6A33-8929-41AA-8A25-00E3AA79F1EE}" type="slidenum">
              <a:rPr lang="en-US" smtClean="0"/>
              <a:t>4</a:t>
            </a:fld>
            <a:endParaRPr lang="en-US"/>
          </a:p>
        </p:txBody>
      </p:sp>
      <p:sp>
        <p:nvSpPr>
          <p:cNvPr id="11" name="テキスト ボックス 10">
            <a:extLst>
              <a:ext uri="{FF2B5EF4-FFF2-40B4-BE49-F238E27FC236}">
                <a16:creationId xmlns:a16="http://schemas.microsoft.com/office/drawing/2014/main" id="{91B4097F-F4DE-7614-E244-523CB55123A3}"/>
              </a:ext>
            </a:extLst>
          </p:cNvPr>
          <p:cNvSpPr txBox="1"/>
          <p:nvPr/>
        </p:nvSpPr>
        <p:spPr>
          <a:xfrm>
            <a:off x="277090" y="258618"/>
            <a:ext cx="9622763" cy="646331"/>
          </a:xfrm>
          <a:prstGeom prst="rect">
            <a:avLst/>
          </a:prstGeom>
          <a:noFill/>
        </p:spPr>
        <p:txBody>
          <a:bodyPr wrap="square" rtlCol="0">
            <a:spAutoFit/>
          </a:bodyPr>
          <a:lstStyle/>
          <a:p>
            <a:r>
              <a:rPr kumimoji="1" lang="ja-JP" altLang="en-US" sz="3600"/>
              <a:t>研究内容　</a:t>
            </a:r>
            <a:r>
              <a:rPr lang="ja-JP" altLang="en-US" sz="3600" b="1">
                <a:solidFill>
                  <a:srgbClr val="222222"/>
                </a:solidFill>
                <a:latin typeface="Noto Sans JP"/>
              </a:rPr>
              <a:t>工程① 人体モデルの拡張</a:t>
            </a:r>
            <a:endParaRPr lang="en-US" altLang="ja-JP" sz="3600" b="1">
              <a:solidFill>
                <a:srgbClr val="222222"/>
              </a:solidFill>
              <a:latin typeface="Noto Sans JP"/>
            </a:endParaRPr>
          </a:p>
        </p:txBody>
      </p:sp>
      <p:cxnSp>
        <p:nvCxnSpPr>
          <p:cNvPr id="10" name="直線コネクタ 9">
            <a:extLst>
              <a:ext uri="{FF2B5EF4-FFF2-40B4-BE49-F238E27FC236}">
                <a16:creationId xmlns:a16="http://schemas.microsoft.com/office/drawing/2014/main" id="{A17394FF-A0C8-84E9-201D-7D4A8E67D0F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B536C97C-7F56-9B94-FB59-AC30D5D066EA}"/>
              </a:ext>
            </a:extLst>
          </p:cNvPr>
          <p:cNvSpPr txBox="1"/>
          <p:nvPr/>
        </p:nvSpPr>
        <p:spPr>
          <a:xfrm>
            <a:off x="581025" y="1161334"/>
            <a:ext cx="10772775" cy="2183868"/>
          </a:xfrm>
          <a:prstGeom prst="rect">
            <a:avLst/>
          </a:prstGeom>
          <a:noFill/>
        </p:spPr>
        <p:txBody>
          <a:bodyPr wrap="square" lIns="0" tIns="0" rIns="0" bIns="0" anchor="t">
            <a:spAutoFit/>
          </a:bodyPr>
          <a:lstStyle/>
          <a:p>
            <a:pPr>
              <a:lnSpc>
                <a:spcPts val="2400"/>
              </a:lnSpc>
            </a:pPr>
            <a:r>
              <a:rPr lang="ja-JP" altLang="en-US" sz="2000">
                <a:solidFill>
                  <a:srgbClr val="222222"/>
                </a:solidFill>
                <a:latin typeface="Noto Sans JP"/>
              </a:rPr>
              <a:t>関節点数：首から腰の間に新たに</a:t>
            </a:r>
            <a:r>
              <a:rPr lang="en-US" altLang="ja-JP" sz="2000">
                <a:solidFill>
                  <a:srgbClr val="FF0000"/>
                </a:solidFill>
                <a:latin typeface="Noto Sans JP"/>
              </a:rPr>
              <a:t>2</a:t>
            </a:r>
            <a:r>
              <a:rPr lang="ja-JP" altLang="en-US" sz="2000">
                <a:solidFill>
                  <a:srgbClr val="FF0000"/>
                </a:solidFill>
                <a:latin typeface="Noto Sans JP"/>
              </a:rPr>
              <a:t>つのキーポイント</a:t>
            </a:r>
            <a:r>
              <a:rPr lang="ja-JP" altLang="en-US" sz="2000">
                <a:solidFill>
                  <a:srgbClr val="222222"/>
                </a:solidFill>
                <a:latin typeface="Noto Sans JP"/>
              </a:rPr>
              <a:t>を追加（合計</a:t>
            </a:r>
            <a:r>
              <a:rPr lang="en-US" altLang="ja-JP" sz="2000">
                <a:solidFill>
                  <a:srgbClr val="222222"/>
                </a:solidFill>
                <a:latin typeface="Noto Sans JP"/>
              </a:rPr>
              <a:t>19</a:t>
            </a:r>
            <a:r>
              <a:rPr lang="ja-JP" altLang="en-US" sz="2000">
                <a:solidFill>
                  <a:srgbClr val="222222"/>
                </a:solidFill>
                <a:latin typeface="Noto Sans JP"/>
              </a:rPr>
              <a:t>点）</a:t>
            </a:r>
            <a:endParaRPr lang="en-US" altLang="ja-JP" sz="2000">
              <a:solidFill>
                <a:srgbClr val="222222"/>
              </a:solidFill>
              <a:latin typeface="Noto Sans JP"/>
            </a:endParaRPr>
          </a:p>
          <a:p>
            <a:pPr>
              <a:lnSpc>
                <a:spcPts val="2400"/>
              </a:lnSpc>
            </a:pPr>
            <a:br>
              <a:rPr lang="en-US" altLang="ja-JP" sz="2000">
                <a:solidFill>
                  <a:srgbClr val="222222"/>
                </a:solidFill>
                <a:latin typeface="Noto Sans JP"/>
              </a:rPr>
            </a:br>
            <a:r>
              <a:rPr lang="ja-JP" altLang="en-US" sz="2000">
                <a:solidFill>
                  <a:srgbClr val="222222"/>
                </a:solidFill>
                <a:latin typeface="Noto Sans JP"/>
              </a:rPr>
              <a:t>使用する姿勢推定モデル</a:t>
            </a:r>
            <a:endParaRPr lang="en-US" altLang="ja-JP" sz="2000">
              <a:solidFill>
                <a:srgbClr val="222222"/>
              </a:solidFill>
              <a:latin typeface="Noto Sans JP"/>
            </a:endParaRPr>
          </a:p>
          <a:p>
            <a:pPr>
              <a:lnSpc>
                <a:spcPts val="2550"/>
              </a:lnSpc>
            </a:pPr>
            <a:r>
              <a:rPr lang="en-US" altLang="ja-JP" sz="2000">
                <a:solidFill>
                  <a:srgbClr val="000000"/>
                </a:solidFill>
                <a:latin typeface="Noto Sans JP"/>
              </a:rPr>
              <a:t>2</a:t>
            </a:r>
            <a:r>
              <a:rPr lang="ja-JP" altLang="en-US" sz="2000">
                <a:solidFill>
                  <a:srgbClr val="000000"/>
                </a:solidFill>
                <a:latin typeface="Noto Sans JP"/>
              </a:rPr>
              <a:t>次元姿勢推定（</a:t>
            </a:r>
            <a:r>
              <a:rPr lang="en-US" altLang="ja-JP" sz="2000" err="1">
                <a:solidFill>
                  <a:srgbClr val="000000"/>
                </a:solidFill>
                <a:latin typeface="Noto Sans JP"/>
              </a:rPr>
              <a:t>HRNet</a:t>
            </a:r>
            <a:r>
              <a:rPr lang="ja-JP" altLang="en-US" sz="2000">
                <a:solidFill>
                  <a:srgbClr val="000000"/>
                </a:solidFill>
                <a:latin typeface="Noto Sans JP"/>
              </a:rPr>
              <a:t>）：</a:t>
            </a:r>
            <a:r>
              <a:rPr lang="ja-JP" altLang="en-US" sz="2000">
                <a:solidFill>
                  <a:srgbClr val="222222"/>
                </a:solidFill>
                <a:latin typeface="Noto Sans JP"/>
              </a:rPr>
              <a:t> 画像から人物の</a:t>
            </a:r>
            <a:r>
              <a:rPr lang="en-US" altLang="ja-JP" sz="2000">
                <a:solidFill>
                  <a:srgbClr val="222222"/>
                </a:solidFill>
                <a:latin typeface="Noto Sans JP"/>
              </a:rPr>
              <a:t>2D</a:t>
            </a:r>
            <a:r>
              <a:rPr lang="ja-JP" altLang="en-US" sz="2000">
                <a:solidFill>
                  <a:srgbClr val="222222"/>
                </a:solidFill>
                <a:latin typeface="Noto Sans JP"/>
              </a:rPr>
              <a:t>姿勢推定を行う</a:t>
            </a:r>
            <a:endParaRPr lang="en-US" altLang="ja-JP" sz="2000">
              <a:solidFill>
                <a:srgbClr val="222222"/>
              </a:solidFill>
              <a:latin typeface="Noto Sans JP"/>
            </a:endParaRPr>
          </a:p>
          <a:p>
            <a:pPr>
              <a:lnSpc>
                <a:spcPts val="2550"/>
              </a:lnSpc>
            </a:pPr>
            <a:r>
              <a:rPr lang="en-US" altLang="ja-JP" sz="2000">
                <a:solidFill>
                  <a:srgbClr val="000000"/>
                </a:solidFill>
                <a:latin typeface="Noto Sans JP"/>
              </a:rPr>
              <a:t>3</a:t>
            </a:r>
            <a:r>
              <a:rPr lang="ja-JP" altLang="en-US" sz="2000">
                <a:solidFill>
                  <a:srgbClr val="000000"/>
                </a:solidFill>
                <a:latin typeface="Noto Sans JP"/>
              </a:rPr>
              <a:t>次元姿勢変換（</a:t>
            </a:r>
            <a:r>
              <a:rPr lang="en-US" altLang="ja-JP" sz="2000" err="1">
                <a:solidFill>
                  <a:srgbClr val="000000"/>
                </a:solidFill>
                <a:latin typeface="Noto Sans JP"/>
              </a:rPr>
              <a:t>MotionBERT</a:t>
            </a:r>
            <a:r>
              <a:rPr lang="ja-JP" altLang="en-US" sz="2000">
                <a:solidFill>
                  <a:srgbClr val="000000"/>
                </a:solidFill>
                <a:latin typeface="Noto Sans JP"/>
              </a:rPr>
              <a:t>）</a:t>
            </a:r>
            <a:r>
              <a:rPr lang="ja-JP" altLang="en-US" sz="2000" b="1">
                <a:solidFill>
                  <a:srgbClr val="000000"/>
                </a:solidFill>
                <a:latin typeface="Noto Sans JP"/>
              </a:rPr>
              <a:t>：</a:t>
            </a:r>
            <a:r>
              <a:rPr lang="ja-JP" altLang="en-US" sz="2000">
                <a:solidFill>
                  <a:srgbClr val="222222"/>
                </a:solidFill>
                <a:latin typeface="Noto Sans JP"/>
              </a:rPr>
              <a:t> </a:t>
            </a:r>
            <a:r>
              <a:rPr lang="en-US" altLang="ja-JP" sz="2000">
                <a:solidFill>
                  <a:srgbClr val="222222"/>
                </a:solidFill>
                <a:latin typeface="Noto Sans JP"/>
              </a:rPr>
              <a:t>2D</a:t>
            </a:r>
            <a:r>
              <a:rPr lang="ja-JP" altLang="en-US" sz="2000">
                <a:solidFill>
                  <a:srgbClr val="222222"/>
                </a:solidFill>
                <a:latin typeface="Noto Sans JP"/>
              </a:rPr>
              <a:t>座標の座標データと画像からを</a:t>
            </a:r>
            <a:r>
              <a:rPr lang="en-US" altLang="ja-JP" sz="2000">
                <a:solidFill>
                  <a:srgbClr val="222222"/>
                </a:solidFill>
                <a:latin typeface="Noto Sans JP"/>
              </a:rPr>
              <a:t>3D</a:t>
            </a:r>
            <a:r>
              <a:rPr lang="ja-JP" altLang="en-US" sz="2000">
                <a:solidFill>
                  <a:srgbClr val="222222"/>
                </a:solidFill>
                <a:latin typeface="Noto Sans JP"/>
              </a:rPr>
              <a:t>姿勢へ変換する</a:t>
            </a:r>
          </a:p>
          <a:p>
            <a:pPr>
              <a:lnSpc>
                <a:spcPts val="2400"/>
              </a:lnSpc>
            </a:pPr>
            <a:endParaRPr lang="en-US" altLang="ja-JP" b="1">
              <a:solidFill>
                <a:srgbClr val="222222"/>
              </a:solidFill>
              <a:latin typeface="Noto Sans JP"/>
            </a:endParaRPr>
          </a:p>
          <a:p>
            <a:pPr>
              <a:lnSpc>
                <a:spcPts val="2400"/>
              </a:lnSpc>
            </a:pPr>
            <a:endParaRPr lang="en-US" altLang="ja-JP">
              <a:solidFill>
                <a:srgbClr val="222222"/>
              </a:solidFill>
              <a:latin typeface="Noto Sans JP"/>
            </a:endParaRPr>
          </a:p>
        </p:txBody>
      </p:sp>
      <p:sp>
        <p:nvSpPr>
          <p:cNvPr id="12" name="テキスト ボックス 11">
            <a:extLst>
              <a:ext uri="{FF2B5EF4-FFF2-40B4-BE49-F238E27FC236}">
                <a16:creationId xmlns:a16="http://schemas.microsoft.com/office/drawing/2014/main" id="{0226D204-1000-FB7D-DEB6-DED1B3B14525}"/>
              </a:ext>
            </a:extLst>
          </p:cNvPr>
          <p:cNvSpPr txBox="1"/>
          <p:nvPr/>
        </p:nvSpPr>
        <p:spPr>
          <a:xfrm>
            <a:off x="7266760" y="5894296"/>
            <a:ext cx="3724828" cy="338554"/>
          </a:xfrm>
          <a:prstGeom prst="rect">
            <a:avLst/>
          </a:prstGeom>
          <a:noFill/>
        </p:spPr>
        <p:txBody>
          <a:bodyPr vert="horz" wrap="square" rtlCol="0">
            <a:spAutoFit/>
          </a:bodyPr>
          <a:lstStyle/>
          <a:p>
            <a:r>
              <a:rPr lang="ja-JP" altLang="en-US" sz="1600"/>
              <a:t>拡張後のキーポイントの配置（</a:t>
            </a:r>
            <a:r>
              <a:rPr lang="en-US" altLang="ja-JP" sz="1600"/>
              <a:t>19</a:t>
            </a:r>
            <a:r>
              <a:rPr lang="ja-JP" altLang="en-US" sz="1600"/>
              <a:t>点）</a:t>
            </a:r>
            <a:endParaRPr lang="en-US" altLang="ja-JP" sz="1600"/>
          </a:p>
        </p:txBody>
      </p:sp>
      <p:grpSp>
        <p:nvGrpSpPr>
          <p:cNvPr id="36" name="グループ化 35">
            <a:extLst>
              <a:ext uri="{FF2B5EF4-FFF2-40B4-BE49-F238E27FC236}">
                <a16:creationId xmlns:a16="http://schemas.microsoft.com/office/drawing/2014/main" id="{F0049436-56F1-A961-8F07-F7FC92828F94}"/>
              </a:ext>
            </a:extLst>
          </p:cNvPr>
          <p:cNvGrpSpPr>
            <a:grpSpLocks noChangeAspect="1"/>
          </p:cNvGrpSpPr>
          <p:nvPr/>
        </p:nvGrpSpPr>
        <p:grpSpPr>
          <a:xfrm>
            <a:off x="7658078" y="3369201"/>
            <a:ext cx="2261567" cy="2517109"/>
            <a:chOff x="9688657" y="2962364"/>
            <a:chExt cx="1673182" cy="1896407"/>
          </a:xfrm>
        </p:grpSpPr>
        <p:pic>
          <p:nvPicPr>
            <p:cNvPr id="42" name="図 41">
              <a:extLst>
                <a:ext uri="{FF2B5EF4-FFF2-40B4-BE49-F238E27FC236}">
                  <a16:creationId xmlns:a16="http://schemas.microsoft.com/office/drawing/2014/main" id="{09AC1799-4821-BBCD-27E2-90421F7BA6B1}"/>
                </a:ext>
              </a:extLst>
            </p:cNvPr>
            <p:cNvPicPr>
              <a:picLocks noChangeAspect="1"/>
            </p:cNvPicPr>
            <p:nvPr/>
          </p:nvPicPr>
          <p:blipFill>
            <a:blip r:embed="rId3">
              <a:extLst>
                <a:ext uri="{28A0092B-C50C-407E-A947-70E740481C1C}">
                  <a14:useLocalDpi xmlns:a14="http://schemas.microsoft.com/office/drawing/2010/main" val="0"/>
                </a:ext>
              </a:extLst>
            </a:blip>
            <a:srcRect l="8225" t="3337" r="14732" b="47074"/>
            <a:stretch>
              <a:fillRect/>
            </a:stretch>
          </p:blipFill>
          <p:spPr>
            <a:xfrm>
              <a:off x="9688657" y="2962364"/>
              <a:ext cx="1673182" cy="1896407"/>
            </a:xfrm>
            <a:prstGeom prst="rect">
              <a:avLst/>
            </a:prstGeom>
            <a:ln>
              <a:noFill/>
            </a:ln>
          </p:spPr>
        </p:pic>
        <p:sp>
          <p:nvSpPr>
            <p:cNvPr id="43" name="楕円 42">
              <a:extLst>
                <a:ext uri="{FF2B5EF4-FFF2-40B4-BE49-F238E27FC236}">
                  <a16:creationId xmlns:a16="http://schemas.microsoft.com/office/drawing/2014/main" id="{70289AF4-8101-9CA7-9C92-1EB6F0F7FEB8}"/>
                </a:ext>
              </a:extLst>
            </p:cNvPr>
            <p:cNvSpPr/>
            <p:nvPr/>
          </p:nvSpPr>
          <p:spPr>
            <a:xfrm>
              <a:off x="10528923" y="3760878"/>
              <a:ext cx="85725" cy="90487"/>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44" name="楕円 43">
              <a:extLst>
                <a:ext uri="{FF2B5EF4-FFF2-40B4-BE49-F238E27FC236}">
                  <a16:creationId xmlns:a16="http://schemas.microsoft.com/office/drawing/2014/main" id="{E6617186-5B5A-FD44-9FA9-6C258FD79536}"/>
                </a:ext>
              </a:extLst>
            </p:cNvPr>
            <p:cNvSpPr/>
            <p:nvPr/>
          </p:nvSpPr>
          <p:spPr>
            <a:xfrm>
              <a:off x="10472516" y="4223060"/>
              <a:ext cx="85725" cy="90487"/>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grpSp>
      <p:pic>
        <p:nvPicPr>
          <p:cNvPr id="48" name="図 47">
            <a:extLst>
              <a:ext uri="{FF2B5EF4-FFF2-40B4-BE49-F238E27FC236}">
                <a16:creationId xmlns:a16="http://schemas.microsoft.com/office/drawing/2014/main" id="{C416D623-A2BA-BEBA-96D8-2B1DC9CEC280}"/>
              </a:ext>
            </a:extLst>
          </p:cNvPr>
          <p:cNvPicPr>
            <a:picLocks noChangeAspect="1"/>
          </p:cNvPicPr>
          <p:nvPr/>
        </p:nvPicPr>
        <p:blipFill>
          <a:blip r:embed="rId3">
            <a:extLst>
              <a:ext uri="{28A0092B-C50C-407E-A947-70E740481C1C}">
                <a14:useLocalDpi xmlns:a14="http://schemas.microsoft.com/office/drawing/2010/main" val="0"/>
              </a:ext>
            </a:extLst>
          </a:blip>
          <a:srcRect l="8225" t="3336" r="14394" b="2892"/>
          <a:stretch>
            <a:fillRect/>
          </a:stretch>
        </p:blipFill>
        <p:spPr>
          <a:xfrm>
            <a:off x="1200412" y="3353345"/>
            <a:ext cx="1204929" cy="2524822"/>
          </a:xfrm>
          <a:prstGeom prst="rect">
            <a:avLst/>
          </a:prstGeom>
        </p:spPr>
      </p:pic>
      <p:sp>
        <p:nvSpPr>
          <p:cNvPr id="50" name="テキスト ボックス 49">
            <a:extLst>
              <a:ext uri="{FF2B5EF4-FFF2-40B4-BE49-F238E27FC236}">
                <a16:creationId xmlns:a16="http://schemas.microsoft.com/office/drawing/2014/main" id="{52C0885E-08AB-E0F2-0C3F-D656F76CEB64}"/>
              </a:ext>
            </a:extLst>
          </p:cNvPr>
          <p:cNvSpPr txBox="1"/>
          <p:nvPr/>
        </p:nvSpPr>
        <p:spPr>
          <a:xfrm>
            <a:off x="1197040" y="5886310"/>
            <a:ext cx="1990726" cy="338554"/>
          </a:xfrm>
          <a:prstGeom prst="rect">
            <a:avLst/>
          </a:prstGeom>
          <a:noFill/>
        </p:spPr>
        <p:txBody>
          <a:bodyPr vert="horz" wrap="square" rtlCol="0">
            <a:spAutoFit/>
          </a:bodyPr>
          <a:lstStyle/>
          <a:p>
            <a:r>
              <a:rPr lang="en-US" altLang="ja-JP" sz="1600" dirty="0"/>
              <a:t>H36M</a:t>
            </a:r>
            <a:r>
              <a:rPr lang="ja-JP" altLang="en-US" sz="1600" dirty="0"/>
              <a:t>（</a:t>
            </a:r>
            <a:r>
              <a:rPr lang="en-US" altLang="ja-JP" sz="1600" dirty="0"/>
              <a:t>17</a:t>
            </a:r>
            <a:r>
              <a:rPr lang="ja-JP" altLang="en-US" sz="1600" dirty="0"/>
              <a:t>点）</a:t>
            </a:r>
            <a:endParaRPr lang="en-US" altLang="ja-JP" sz="1600" dirty="0"/>
          </a:p>
        </p:txBody>
      </p:sp>
      <p:sp>
        <p:nvSpPr>
          <p:cNvPr id="2" name="Footer Placeholder 4">
            <a:extLst>
              <a:ext uri="{FF2B5EF4-FFF2-40B4-BE49-F238E27FC236}">
                <a16:creationId xmlns:a16="http://schemas.microsoft.com/office/drawing/2014/main" id="{4C010968-A70A-6840-463C-91341CD1493D}"/>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AA3A0A67-C733-9F44-8C06-C6AB39D2A328}"/>
              </a:ext>
            </a:extLst>
          </p:cNvPr>
          <p:cNvSpPr>
            <a:spLocks noGrp="1"/>
          </p:cNvSpPr>
          <p:nvPr>
            <p:ph type="dt" sz="half" idx="10"/>
          </p:nvPr>
        </p:nvSpPr>
        <p:spPr>
          <a:xfrm>
            <a:off x="838200" y="6449338"/>
            <a:ext cx="2743200" cy="365125"/>
          </a:xfrm>
        </p:spPr>
        <p:txBody>
          <a:bodyPr/>
          <a:lstStyle/>
          <a:p>
            <a:r>
              <a:rPr lang="en-US"/>
              <a:t>2026/9/24</a:t>
            </a:r>
          </a:p>
        </p:txBody>
      </p:sp>
      <p:pic>
        <p:nvPicPr>
          <p:cNvPr id="5" name="図 4">
            <a:extLst>
              <a:ext uri="{FF2B5EF4-FFF2-40B4-BE49-F238E27FC236}">
                <a16:creationId xmlns:a16="http://schemas.microsoft.com/office/drawing/2014/main" id="{D64F8FBB-511A-A0FE-35DE-87319C5408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8600" y="3465513"/>
            <a:ext cx="1080430" cy="2412654"/>
          </a:xfrm>
          <a:prstGeom prst="rect">
            <a:avLst/>
          </a:prstGeom>
        </p:spPr>
      </p:pic>
      <p:sp>
        <p:nvSpPr>
          <p:cNvPr id="9" name="テキスト ボックス 8">
            <a:extLst>
              <a:ext uri="{FF2B5EF4-FFF2-40B4-BE49-F238E27FC236}">
                <a16:creationId xmlns:a16="http://schemas.microsoft.com/office/drawing/2014/main" id="{10C0EFF0-7E0D-1071-9DCF-3971BEF0377F}"/>
              </a:ext>
            </a:extLst>
          </p:cNvPr>
          <p:cNvSpPr txBox="1"/>
          <p:nvPr/>
        </p:nvSpPr>
        <p:spPr>
          <a:xfrm>
            <a:off x="3653653" y="5878167"/>
            <a:ext cx="2543175" cy="338554"/>
          </a:xfrm>
          <a:prstGeom prst="rect">
            <a:avLst/>
          </a:prstGeom>
          <a:noFill/>
        </p:spPr>
        <p:txBody>
          <a:bodyPr vert="horz" wrap="square" rtlCol="0">
            <a:spAutoFit/>
          </a:bodyPr>
          <a:lstStyle/>
          <a:p>
            <a:r>
              <a:rPr lang="en-US" altLang="ja-JP" sz="1600" dirty="0"/>
              <a:t>COCO</a:t>
            </a:r>
            <a:r>
              <a:rPr lang="ja-JP" altLang="en-US" sz="1600" dirty="0"/>
              <a:t> </a:t>
            </a:r>
            <a:r>
              <a:rPr lang="en-US" altLang="ja-JP" sz="1600" dirty="0"/>
              <a:t>dataset</a:t>
            </a:r>
            <a:r>
              <a:rPr lang="ja-JP" altLang="en-US" sz="1600" dirty="0"/>
              <a:t>（</a:t>
            </a:r>
            <a:r>
              <a:rPr lang="en-US" altLang="ja-JP" sz="1600" dirty="0"/>
              <a:t>17</a:t>
            </a:r>
            <a:r>
              <a:rPr lang="ja-JP" altLang="en-US" sz="1600" dirty="0"/>
              <a:t>点）</a:t>
            </a:r>
            <a:endParaRPr lang="en-US" altLang="ja-JP" sz="1600" dirty="0"/>
          </a:p>
        </p:txBody>
      </p:sp>
    </p:spTree>
    <p:extLst>
      <p:ext uri="{BB962C8B-B14F-4D97-AF65-F5344CB8AC3E}">
        <p14:creationId xmlns:p14="http://schemas.microsoft.com/office/powerpoint/2010/main" val="2712717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DEE84-7DB5-6FBF-6F72-44EB9302BE6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848730A-E6D6-919E-D12D-039E59F625A3}"/>
              </a:ext>
            </a:extLst>
          </p:cNvPr>
          <p:cNvSpPr>
            <a:spLocks noGrp="1"/>
          </p:cNvSpPr>
          <p:nvPr>
            <p:ph type="sldNum" sz="quarter" idx="12"/>
          </p:nvPr>
        </p:nvSpPr>
        <p:spPr/>
        <p:txBody>
          <a:bodyPr/>
          <a:lstStyle/>
          <a:p>
            <a:fld id="{465F6A33-8929-41AA-8A25-00E3AA79F1EE}" type="slidenum">
              <a:rPr lang="en-US" smtClean="0"/>
              <a:t>5</a:t>
            </a:fld>
            <a:endParaRPr lang="en-US"/>
          </a:p>
        </p:txBody>
      </p:sp>
      <p:sp>
        <p:nvSpPr>
          <p:cNvPr id="11" name="テキスト ボックス 10">
            <a:extLst>
              <a:ext uri="{FF2B5EF4-FFF2-40B4-BE49-F238E27FC236}">
                <a16:creationId xmlns:a16="http://schemas.microsoft.com/office/drawing/2014/main" id="{CF60603F-BF27-4045-80B3-94D352740838}"/>
              </a:ext>
            </a:extLst>
          </p:cNvPr>
          <p:cNvSpPr txBox="1"/>
          <p:nvPr/>
        </p:nvSpPr>
        <p:spPr>
          <a:xfrm>
            <a:off x="277090" y="258618"/>
            <a:ext cx="10352809" cy="646331"/>
          </a:xfrm>
          <a:prstGeom prst="rect">
            <a:avLst/>
          </a:prstGeom>
          <a:noFill/>
        </p:spPr>
        <p:txBody>
          <a:bodyPr wrap="square" rtlCol="0">
            <a:spAutoFit/>
          </a:bodyPr>
          <a:lstStyle/>
          <a:p>
            <a:r>
              <a:rPr kumimoji="1" lang="ja-JP" altLang="en-US" sz="3600"/>
              <a:t>研究内容　</a:t>
            </a:r>
            <a:r>
              <a:rPr lang="ja-JP" altLang="en-US" sz="3600" b="1">
                <a:solidFill>
                  <a:srgbClr val="222222"/>
                </a:solidFill>
                <a:latin typeface="Noto Sans JP"/>
              </a:rPr>
              <a:t>工程② データセットの拡張</a:t>
            </a:r>
            <a:endParaRPr lang="en-US" altLang="ja-JP" sz="3600" b="1">
              <a:solidFill>
                <a:srgbClr val="222222"/>
              </a:solidFill>
              <a:latin typeface="Noto Sans JP"/>
            </a:endParaRPr>
          </a:p>
        </p:txBody>
      </p:sp>
      <p:cxnSp>
        <p:nvCxnSpPr>
          <p:cNvPr id="10" name="直線コネクタ 9">
            <a:extLst>
              <a:ext uri="{FF2B5EF4-FFF2-40B4-BE49-F238E27FC236}">
                <a16:creationId xmlns:a16="http://schemas.microsoft.com/office/drawing/2014/main" id="{4C4B02A7-6D72-4096-40E5-B3BFC8527317}"/>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D63565B0-4E0E-B871-E93A-9E9732A001D1}"/>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31DDFEB0-3D53-0C61-DBC9-4631B49F9473}"/>
              </a:ext>
            </a:extLst>
          </p:cNvPr>
          <p:cNvSpPr>
            <a:spLocks noGrp="1"/>
          </p:cNvSpPr>
          <p:nvPr>
            <p:ph type="dt" sz="half" idx="10"/>
          </p:nvPr>
        </p:nvSpPr>
        <p:spPr>
          <a:xfrm>
            <a:off x="838200" y="6449338"/>
            <a:ext cx="2743200" cy="365125"/>
          </a:xfrm>
        </p:spPr>
        <p:txBody>
          <a:bodyPr/>
          <a:lstStyle/>
          <a:p>
            <a:r>
              <a:rPr lang="en-US"/>
              <a:t>2026/9/24</a:t>
            </a:r>
          </a:p>
        </p:txBody>
      </p:sp>
      <p:graphicFrame>
        <p:nvGraphicFramePr>
          <p:cNvPr id="4" name="表 3">
            <a:extLst>
              <a:ext uri="{FF2B5EF4-FFF2-40B4-BE49-F238E27FC236}">
                <a16:creationId xmlns:a16="http://schemas.microsoft.com/office/drawing/2014/main" id="{20D09AF3-8A14-F111-FDBF-14A2E821E54B}"/>
              </a:ext>
            </a:extLst>
          </p:cNvPr>
          <p:cNvGraphicFramePr>
            <a:graphicFrameLocks noGrp="1"/>
          </p:cNvGraphicFramePr>
          <p:nvPr>
            <p:extLst>
              <p:ext uri="{D42A27DB-BD31-4B8C-83A1-F6EECF244321}">
                <p14:modId xmlns:p14="http://schemas.microsoft.com/office/powerpoint/2010/main" val="2156264922"/>
              </p:ext>
            </p:extLst>
          </p:nvPr>
        </p:nvGraphicFramePr>
        <p:xfrm>
          <a:off x="12822816" y="1011692"/>
          <a:ext cx="1523214" cy="4568190"/>
        </p:xfrm>
        <a:graphic>
          <a:graphicData uri="http://schemas.openxmlformats.org/drawingml/2006/table">
            <a:tbl>
              <a:tblPr>
                <a:tableStyleId>{5C22544A-7EE6-4342-B048-85BDC9FD1C3A}</a:tableStyleId>
              </a:tblPr>
              <a:tblGrid>
                <a:gridCol w="761607">
                  <a:extLst>
                    <a:ext uri="{9D8B030D-6E8A-4147-A177-3AD203B41FA5}">
                      <a16:colId xmlns:a16="http://schemas.microsoft.com/office/drawing/2014/main" val="3360620907"/>
                    </a:ext>
                  </a:extLst>
                </a:gridCol>
                <a:gridCol w="761607">
                  <a:extLst>
                    <a:ext uri="{9D8B030D-6E8A-4147-A177-3AD203B41FA5}">
                      <a16:colId xmlns:a16="http://schemas.microsoft.com/office/drawing/2014/main" val="2452552071"/>
                    </a:ext>
                  </a:extLst>
                </a:gridCol>
              </a:tblGrid>
              <a:tr h="0">
                <a:tc>
                  <a:txBody>
                    <a:bodyPr/>
                    <a:lstStyle/>
                    <a:p>
                      <a:pPr algn="r">
                        <a:buNone/>
                      </a:pPr>
                      <a:r>
                        <a:rPr lang="ja-JP" sz="975">
                          <a:effectLst/>
                        </a:rPr>
                        <a:t>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head</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58795095"/>
                  </a:ext>
                </a:extLst>
              </a:tr>
              <a:tr h="0">
                <a:tc>
                  <a:txBody>
                    <a:bodyPr/>
                    <a:lstStyle/>
                    <a:p>
                      <a:pPr algn="r">
                        <a:buNone/>
                      </a:pPr>
                      <a:r>
                        <a:rPr lang="ja-JP" sz="975">
                          <a:effectLst/>
                        </a:rPr>
                        <a:t>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96491776"/>
                  </a:ext>
                </a:extLst>
              </a:tr>
              <a:tr h="0">
                <a:tc>
                  <a:txBody>
                    <a:bodyPr/>
                    <a:lstStyle/>
                    <a:p>
                      <a:pPr algn="r">
                        <a:buNone/>
                      </a:pPr>
                      <a:r>
                        <a:rPr lang="ja-JP" sz="975">
                          <a:effectLst/>
                        </a:rPr>
                        <a:t>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518065461"/>
                  </a:ext>
                </a:extLst>
              </a:tr>
              <a:tr h="0">
                <a:tc>
                  <a:txBody>
                    <a:bodyPr/>
                    <a:lstStyle/>
                    <a:p>
                      <a:pPr algn="r">
                        <a:buNone/>
                      </a:pPr>
                      <a:r>
                        <a:rPr lang="ja-JP" sz="975">
                          <a:effectLst/>
                        </a:rPr>
                        <a:t>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87937856"/>
                  </a:ext>
                </a:extLst>
              </a:tr>
              <a:tr h="0">
                <a:tc>
                  <a:txBody>
                    <a:bodyPr/>
                    <a:lstStyle/>
                    <a:p>
                      <a:pPr algn="r">
                        <a:buNone/>
                      </a:pPr>
                      <a:r>
                        <a:rPr lang="ja-JP" sz="975">
                          <a:effectLst/>
                        </a:rPr>
                        <a:t>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77558598"/>
                  </a:ext>
                </a:extLst>
              </a:tr>
              <a:tr h="0">
                <a:tc>
                  <a:txBody>
                    <a:bodyPr/>
                    <a:lstStyle/>
                    <a:p>
                      <a:pPr algn="r">
                        <a:buNone/>
                      </a:pPr>
                      <a:r>
                        <a:rPr lang="ja-JP" sz="975">
                          <a:effectLst/>
                        </a:rPr>
                        <a:t>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739542079"/>
                  </a:ext>
                </a:extLst>
              </a:tr>
              <a:tr h="0">
                <a:tc>
                  <a:txBody>
                    <a:bodyPr/>
                    <a:lstStyle/>
                    <a:p>
                      <a:pPr algn="r">
                        <a:buNone/>
                      </a:pPr>
                      <a:r>
                        <a:rPr lang="ja-JP" sz="975">
                          <a:effectLst/>
                        </a:rPr>
                        <a:t>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98690001"/>
                  </a:ext>
                </a:extLst>
              </a:tr>
              <a:tr h="0">
                <a:tc>
                  <a:txBody>
                    <a:bodyPr/>
                    <a:lstStyle/>
                    <a:p>
                      <a:pPr algn="r">
                        <a:buNone/>
                      </a:pPr>
                      <a:r>
                        <a:rPr lang="ja-JP" sz="975">
                          <a:effectLst/>
                        </a:rPr>
                        <a:t>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615444910"/>
                  </a:ext>
                </a:extLst>
              </a:tr>
              <a:tr h="0">
                <a:tc>
                  <a:txBody>
                    <a:bodyPr/>
                    <a:lstStyle/>
                    <a:p>
                      <a:pPr algn="r">
                        <a:buNone/>
                      </a:pPr>
                      <a:r>
                        <a:rPr lang="ja-JP" sz="975">
                          <a:effectLst/>
                        </a:rPr>
                        <a:t>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839181075"/>
                  </a:ext>
                </a:extLst>
              </a:tr>
              <a:tr h="0">
                <a:tc>
                  <a:txBody>
                    <a:bodyPr/>
                    <a:lstStyle/>
                    <a:p>
                      <a:pPr algn="r">
                        <a:buNone/>
                      </a:pPr>
                      <a:r>
                        <a:rPr lang="ja-JP" sz="975">
                          <a:effectLst/>
                        </a:rPr>
                        <a:t>9</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60034797"/>
                  </a:ext>
                </a:extLst>
              </a:tr>
              <a:tr h="0">
                <a:tc>
                  <a:txBody>
                    <a:bodyPr/>
                    <a:lstStyle/>
                    <a:p>
                      <a:pPr algn="r">
                        <a:buNone/>
                      </a:pPr>
                      <a:r>
                        <a:rPr lang="ja-JP" sz="975">
                          <a:effectLst/>
                        </a:rPr>
                        <a:t>10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68845344"/>
                  </a:ext>
                </a:extLst>
              </a:tr>
              <a:tr h="0">
                <a:tc>
                  <a:txBody>
                    <a:bodyPr/>
                    <a:lstStyle/>
                    <a:p>
                      <a:pPr algn="r">
                        <a:buNone/>
                      </a:pPr>
                      <a:r>
                        <a:rPr lang="ja-JP" sz="975">
                          <a:effectLst/>
                        </a:rPr>
                        <a:t>11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55635102"/>
                  </a:ext>
                </a:extLst>
              </a:tr>
              <a:tr h="0">
                <a:tc>
                  <a:txBody>
                    <a:bodyPr/>
                    <a:lstStyle/>
                    <a:p>
                      <a:pPr algn="r">
                        <a:buNone/>
                      </a:pPr>
                      <a:r>
                        <a:rPr lang="ja-JP" sz="975">
                          <a:effectLst/>
                        </a:rPr>
                        <a:t>12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264139350"/>
                  </a:ext>
                </a:extLst>
              </a:tr>
              <a:tr h="0">
                <a:tc>
                  <a:txBody>
                    <a:bodyPr/>
                    <a:lstStyle/>
                    <a:p>
                      <a:pPr algn="r">
                        <a:buNone/>
                      </a:pPr>
                      <a:r>
                        <a:rPr lang="ja-JP" sz="975">
                          <a:effectLst/>
                        </a:rPr>
                        <a:t>13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spine0</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060109477"/>
                  </a:ext>
                </a:extLst>
              </a:tr>
              <a:tr h="0">
                <a:tc>
                  <a:txBody>
                    <a:bodyPr/>
                    <a:lstStyle/>
                    <a:p>
                      <a:pPr algn="r">
                        <a:buNone/>
                      </a:pPr>
                      <a:r>
                        <a:rPr lang="ja-JP" sz="975">
                          <a:effectLst/>
                        </a:rPr>
                        <a:t>14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spine1</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31755842"/>
                  </a:ext>
                </a:extLst>
              </a:tr>
              <a:tr h="0">
                <a:tc>
                  <a:txBody>
                    <a:bodyPr/>
                    <a:lstStyle/>
                    <a:p>
                      <a:pPr algn="r">
                        <a:buNone/>
                      </a:pPr>
                      <a:r>
                        <a:rPr lang="ja-JP" sz="975">
                          <a:effectLst/>
                        </a:rPr>
                        <a:t>15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spine2</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56477390"/>
                  </a:ext>
                </a:extLst>
              </a:tr>
              <a:tr h="0">
                <a:tc>
                  <a:txBody>
                    <a:bodyPr/>
                    <a:lstStyle/>
                    <a:p>
                      <a:pPr algn="r">
                        <a:buNone/>
                      </a:pPr>
                      <a:r>
                        <a:rPr lang="ja-JP" sz="975">
                          <a:effectLst/>
                        </a:rPr>
                        <a:t>16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spine3</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913122963"/>
                  </a:ext>
                </a:extLst>
              </a:tr>
              <a:tr h="0">
                <a:tc>
                  <a:txBody>
                    <a:bodyPr/>
                    <a:lstStyle/>
                    <a:p>
                      <a:pPr algn="r">
                        <a:buNone/>
                      </a:pPr>
                      <a:r>
                        <a:rPr lang="ja-JP" sz="975">
                          <a:effectLst/>
                        </a:rPr>
                        <a:t>17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spine4</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35353813"/>
                  </a:ext>
                </a:extLst>
              </a:tr>
              <a:tr h="0">
                <a:tc>
                  <a:txBody>
                    <a:bodyPr/>
                    <a:lstStyle/>
                    <a:p>
                      <a:pPr algn="r">
                        <a:buNone/>
                      </a:pPr>
                      <a:r>
                        <a:rPr lang="ja-JP" sz="975">
                          <a:effectLst/>
                        </a:rPr>
                        <a:t>18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spine5</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29390938"/>
                  </a:ext>
                </a:extLst>
              </a:tr>
            </a:tbl>
          </a:graphicData>
        </a:graphic>
      </p:graphicFrame>
      <p:grpSp>
        <p:nvGrpSpPr>
          <p:cNvPr id="25" name="グループ化 24">
            <a:extLst>
              <a:ext uri="{FF2B5EF4-FFF2-40B4-BE49-F238E27FC236}">
                <a16:creationId xmlns:a16="http://schemas.microsoft.com/office/drawing/2014/main" id="{A585FF2D-4835-80CA-BB98-1CC37C539437}"/>
              </a:ext>
            </a:extLst>
          </p:cNvPr>
          <p:cNvGrpSpPr/>
          <p:nvPr/>
        </p:nvGrpSpPr>
        <p:grpSpPr>
          <a:xfrm>
            <a:off x="838200" y="1903520"/>
            <a:ext cx="6663699" cy="2239376"/>
            <a:chOff x="767805" y="2520809"/>
            <a:chExt cx="6663699" cy="2239376"/>
          </a:xfrm>
        </p:grpSpPr>
        <p:sp>
          <p:nvSpPr>
            <p:cNvPr id="5" name="テキスト ボックス 4">
              <a:extLst>
                <a:ext uri="{FF2B5EF4-FFF2-40B4-BE49-F238E27FC236}">
                  <a16:creationId xmlns:a16="http://schemas.microsoft.com/office/drawing/2014/main" id="{B01BA904-3777-78C1-F96B-32A3A990EC0E}"/>
                </a:ext>
              </a:extLst>
            </p:cNvPr>
            <p:cNvSpPr txBox="1"/>
            <p:nvPr/>
          </p:nvSpPr>
          <p:spPr>
            <a:xfrm>
              <a:off x="767805" y="4236965"/>
              <a:ext cx="1657823" cy="523220"/>
            </a:xfrm>
            <a:prstGeom prst="rect">
              <a:avLst/>
            </a:prstGeom>
            <a:noFill/>
          </p:spPr>
          <p:txBody>
            <a:bodyPr wrap="square" rtlCol="0">
              <a:spAutoFit/>
            </a:bodyPr>
            <a:lstStyle/>
            <a:p>
              <a:pPr algn="ctr"/>
              <a:r>
                <a:rPr lang="ja-JP" altLang="en-US" sz="1400" b="1"/>
                <a:t>ポーズ</a:t>
              </a:r>
              <a:endParaRPr lang="en-US" altLang="ja-JP" sz="1400" b="1"/>
            </a:p>
            <a:p>
              <a:pPr algn="ctr"/>
              <a:r>
                <a:rPr kumimoji="1" lang="en-US" altLang="ja-JP" sz="1400" b="1"/>
                <a:t>(a)3D </a:t>
              </a:r>
              <a:r>
                <a:rPr kumimoji="1" lang="en-US" altLang="ja-JP" sz="1400" b="1" err="1"/>
                <a:t>keypoints</a:t>
              </a:r>
              <a:endParaRPr kumimoji="1" lang="ja-JP" altLang="en-US" sz="1400" b="1"/>
            </a:p>
          </p:txBody>
        </p:sp>
        <p:sp>
          <p:nvSpPr>
            <p:cNvPr id="8" name="矢印: 右 7">
              <a:extLst>
                <a:ext uri="{FF2B5EF4-FFF2-40B4-BE49-F238E27FC236}">
                  <a16:creationId xmlns:a16="http://schemas.microsoft.com/office/drawing/2014/main" id="{748A91D8-00FC-6593-8199-BA702E18F134}"/>
                </a:ext>
              </a:extLst>
            </p:cNvPr>
            <p:cNvSpPr/>
            <p:nvPr/>
          </p:nvSpPr>
          <p:spPr>
            <a:xfrm>
              <a:off x="3639672" y="3245346"/>
              <a:ext cx="417747" cy="213580"/>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 name="グループ化 11">
              <a:extLst>
                <a:ext uri="{FF2B5EF4-FFF2-40B4-BE49-F238E27FC236}">
                  <a16:creationId xmlns:a16="http://schemas.microsoft.com/office/drawing/2014/main" id="{B965AE75-C182-9A4B-87AB-EF4CCEB87F50}"/>
                </a:ext>
              </a:extLst>
            </p:cNvPr>
            <p:cNvGrpSpPr/>
            <p:nvPr/>
          </p:nvGrpSpPr>
          <p:grpSpPr>
            <a:xfrm>
              <a:off x="5219917" y="3362434"/>
              <a:ext cx="508577" cy="276999"/>
              <a:chOff x="5912544" y="1914879"/>
              <a:chExt cx="489274" cy="214193"/>
            </a:xfrm>
          </p:grpSpPr>
          <p:sp>
            <p:nvSpPr>
              <p:cNvPr id="13" name="正方形/長方形 12">
                <a:extLst>
                  <a:ext uri="{FF2B5EF4-FFF2-40B4-BE49-F238E27FC236}">
                    <a16:creationId xmlns:a16="http://schemas.microsoft.com/office/drawing/2014/main" id="{82332FC7-1703-CED5-871C-5E24E4690BE7}"/>
                  </a:ext>
                </a:extLst>
              </p:cNvPr>
              <p:cNvSpPr/>
              <p:nvPr/>
            </p:nvSpPr>
            <p:spPr>
              <a:xfrm>
                <a:off x="6035334" y="1914879"/>
                <a:ext cx="366484" cy="214193"/>
              </a:xfrm>
              <a:prstGeom prst="rect">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二等辺三角形 13">
                <a:extLst>
                  <a:ext uri="{FF2B5EF4-FFF2-40B4-BE49-F238E27FC236}">
                    <a16:creationId xmlns:a16="http://schemas.microsoft.com/office/drawing/2014/main" id="{B8086926-C6D6-1DA0-0E32-E2EF49210481}"/>
                  </a:ext>
                </a:extLst>
              </p:cNvPr>
              <p:cNvSpPr/>
              <p:nvPr/>
            </p:nvSpPr>
            <p:spPr>
              <a:xfrm rot="5400000">
                <a:off x="5881417" y="1978711"/>
                <a:ext cx="153329" cy="91076"/>
              </a:xfrm>
              <a:prstGeom prst="triangle">
                <a:avLst/>
              </a:prstGeom>
              <a:solidFill>
                <a:schemeClr val="bg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左中かっこ 14">
              <a:extLst>
                <a:ext uri="{FF2B5EF4-FFF2-40B4-BE49-F238E27FC236}">
                  <a16:creationId xmlns:a16="http://schemas.microsoft.com/office/drawing/2014/main" id="{67AE1883-F716-A97F-C4CC-F2DFB0160B77}"/>
                </a:ext>
              </a:extLst>
            </p:cNvPr>
            <p:cNvSpPr/>
            <p:nvPr/>
          </p:nvSpPr>
          <p:spPr>
            <a:xfrm rot="5400000">
              <a:off x="5627033" y="1395488"/>
              <a:ext cx="224145" cy="308068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7800DA27-1681-01DC-F9DA-CB22AD12FAE7}"/>
                </a:ext>
              </a:extLst>
            </p:cNvPr>
            <p:cNvSpPr txBox="1"/>
            <p:nvPr/>
          </p:nvSpPr>
          <p:spPr>
            <a:xfrm>
              <a:off x="5313184" y="2520809"/>
              <a:ext cx="900786" cy="307777"/>
            </a:xfrm>
            <a:prstGeom prst="rect">
              <a:avLst/>
            </a:prstGeom>
            <a:noFill/>
          </p:spPr>
          <p:txBody>
            <a:bodyPr wrap="square" rtlCol="0">
              <a:spAutoFit/>
            </a:bodyPr>
            <a:lstStyle/>
            <a:p>
              <a:r>
                <a:rPr kumimoji="1" lang="en-US" altLang="ja-JP" sz="1400" b="1"/>
                <a:t>Blender</a:t>
              </a:r>
              <a:endParaRPr kumimoji="1" lang="ja-JP" altLang="en-US" sz="1400" b="1"/>
            </a:p>
          </p:txBody>
        </p:sp>
        <p:sp>
          <p:nvSpPr>
            <p:cNvPr id="17" name="テキスト ボックス 16">
              <a:extLst>
                <a:ext uri="{FF2B5EF4-FFF2-40B4-BE49-F238E27FC236}">
                  <a16:creationId xmlns:a16="http://schemas.microsoft.com/office/drawing/2014/main" id="{2B875CF8-0058-749D-D826-5CB2C031AC6E}"/>
                </a:ext>
              </a:extLst>
            </p:cNvPr>
            <p:cNvSpPr txBox="1"/>
            <p:nvPr/>
          </p:nvSpPr>
          <p:spPr>
            <a:xfrm>
              <a:off x="5771409" y="3262417"/>
              <a:ext cx="1613589" cy="523220"/>
            </a:xfrm>
            <a:prstGeom prst="rect">
              <a:avLst/>
            </a:prstGeom>
            <a:noFill/>
          </p:spPr>
          <p:txBody>
            <a:bodyPr wrap="square" rtlCol="0">
              <a:spAutoFit/>
            </a:bodyPr>
            <a:lstStyle/>
            <a:p>
              <a:r>
                <a:rPr lang="en-US" altLang="ja-JP" sz="1400" b="1"/>
                <a:t>(b)2D </a:t>
              </a:r>
              <a:r>
                <a:rPr lang="en-US" altLang="ja-JP" sz="1400" b="1" err="1"/>
                <a:t>keypoints</a:t>
              </a:r>
              <a:endParaRPr lang="en-US" altLang="ja-JP" sz="1400" b="1"/>
            </a:p>
            <a:p>
              <a:r>
                <a:rPr kumimoji="1" lang="en-US" altLang="ja-JP" sz="1400" b="1"/>
                <a:t>(c)image</a:t>
              </a:r>
              <a:endParaRPr kumimoji="1" lang="ja-JP" altLang="en-US" sz="1400" b="1"/>
            </a:p>
          </p:txBody>
        </p:sp>
        <p:sp>
          <p:nvSpPr>
            <p:cNvPr id="18" name="テキスト ボックス 17">
              <a:extLst>
                <a:ext uri="{FF2B5EF4-FFF2-40B4-BE49-F238E27FC236}">
                  <a16:creationId xmlns:a16="http://schemas.microsoft.com/office/drawing/2014/main" id="{F51BF5B9-0691-F8F0-7924-74D01ECB667C}"/>
                </a:ext>
              </a:extLst>
            </p:cNvPr>
            <p:cNvSpPr txBox="1"/>
            <p:nvPr/>
          </p:nvSpPr>
          <p:spPr>
            <a:xfrm>
              <a:off x="5164239" y="4314615"/>
              <a:ext cx="2267265" cy="307777"/>
            </a:xfrm>
            <a:prstGeom prst="rect">
              <a:avLst/>
            </a:prstGeom>
            <a:noFill/>
          </p:spPr>
          <p:txBody>
            <a:bodyPr wrap="square" rtlCol="0">
              <a:spAutoFit/>
            </a:bodyPr>
            <a:lstStyle/>
            <a:p>
              <a:r>
                <a:rPr lang="ja-JP" altLang="en-US" sz="1400" b="1"/>
                <a:t>ポーズをとったアバター</a:t>
              </a:r>
              <a:endParaRPr kumimoji="1" lang="ja-JP" altLang="en-US" sz="1400" b="1"/>
            </a:p>
          </p:txBody>
        </p:sp>
        <p:sp>
          <p:nvSpPr>
            <p:cNvPr id="19" name="テキスト ボックス 18">
              <a:extLst>
                <a:ext uri="{FF2B5EF4-FFF2-40B4-BE49-F238E27FC236}">
                  <a16:creationId xmlns:a16="http://schemas.microsoft.com/office/drawing/2014/main" id="{3BEBCE1B-F5FB-58B3-85F6-C51333200372}"/>
                </a:ext>
              </a:extLst>
            </p:cNvPr>
            <p:cNvSpPr txBox="1"/>
            <p:nvPr/>
          </p:nvSpPr>
          <p:spPr>
            <a:xfrm>
              <a:off x="5078723" y="3692305"/>
              <a:ext cx="900786" cy="307777"/>
            </a:xfrm>
            <a:prstGeom prst="rect">
              <a:avLst/>
            </a:prstGeom>
            <a:noFill/>
          </p:spPr>
          <p:txBody>
            <a:bodyPr wrap="square" rtlCol="0">
              <a:spAutoFit/>
            </a:bodyPr>
            <a:lstStyle/>
            <a:p>
              <a:pPr algn="ctr"/>
              <a:r>
                <a:rPr lang="ja-JP" altLang="en-US" sz="1400" b="1"/>
                <a:t>カメラ</a:t>
              </a:r>
              <a:endParaRPr kumimoji="1" lang="ja-JP" altLang="en-US" sz="1400" b="1"/>
            </a:p>
          </p:txBody>
        </p:sp>
        <p:sp>
          <p:nvSpPr>
            <p:cNvPr id="20" name="テキスト ボックス 19">
              <a:extLst>
                <a:ext uri="{FF2B5EF4-FFF2-40B4-BE49-F238E27FC236}">
                  <a16:creationId xmlns:a16="http://schemas.microsoft.com/office/drawing/2014/main" id="{43A695BB-12A5-4295-48CE-E627F9890028}"/>
                </a:ext>
              </a:extLst>
            </p:cNvPr>
            <p:cNvSpPr txBox="1"/>
            <p:nvPr/>
          </p:nvSpPr>
          <p:spPr>
            <a:xfrm>
              <a:off x="2368409" y="4221576"/>
              <a:ext cx="1333500" cy="307777"/>
            </a:xfrm>
            <a:prstGeom prst="rect">
              <a:avLst/>
            </a:prstGeom>
            <a:noFill/>
          </p:spPr>
          <p:txBody>
            <a:bodyPr wrap="square" rtlCol="0">
              <a:spAutoFit/>
            </a:bodyPr>
            <a:lstStyle/>
            <a:p>
              <a:pPr algn="ctr"/>
              <a:r>
                <a:rPr kumimoji="1" lang="ja-JP" altLang="en-US" sz="1400" b="1"/>
                <a:t>アバター</a:t>
              </a:r>
            </a:p>
          </p:txBody>
        </p:sp>
        <p:sp>
          <p:nvSpPr>
            <p:cNvPr id="21" name="十字形 20">
              <a:extLst>
                <a:ext uri="{FF2B5EF4-FFF2-40B4-BE49-F238E27FC236}">
                  <a16:creationId xmlns:a16="http://schemas.microsoft.com/office/drawing/2014/main" id="{86BD2F19-916C-2F07-CD25-4315FD34AED2}"/>
                </a:ext>
              </a:extLst>
            </p:cNvPr>
            <p:cNvSpPr/>
            <p:nvPr/>
          </p:nvSpPr>
          <p:spPr>
            <a:xfrm>
              <a:off x="2048429" y="3180409"/>
              <a:ext cx="355352" cy="343454"/>
            </a:xfrm>
            <a:prstGeom prst="plus">
              <a:avLst>
                <a:gd name="adj" fmla="val 40253"/>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2" name="図 21">
              <a:extLst>
                <a:ext uri="{FF2B5EF4-FFF2-40B4-BE49-F238E27FC236}">
                  <a16:creationId xmlns:a16="http://schemas.microsoft.com/office/drawing/2014/main" id="{C57D0B4E-6870-0884-E032-7E2F9580A7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7262" y="3008437"/>
              <a:ext cx="936977" cy="1613955"/>
            </a:xfrm>
            <a:prstGeom prst="rect">
              <a:avLst/>
            </a:prstGeom>
          </p:spPr>
        </p:pic>
        <p:pic>
          <p:nvPicPr>
            <p:cNvPr id="23" name="図 22">
              <a:extLst>
                <a:ext uri="{FF2B5EF4-FFF2-40B4-BE49-F238E27FC236}">
                  <a16:creationId xmlns:a16="http://schemas.microsoft.com/office/drawing/2014/main" id="{AF1B5A6C-0959-7852-70B3-D5CFC867A1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6669" y="2674698"/>
              <a:ext cx="932774" cy="1546877"/>
            </a:xfrm>
            <a:prstGeom prst="rect">
              <a:avLst/>
            </a:prstGeom>
          </p:spPr>
        </p:pic>
        <p:pic>
          <p:nvPicPr>
            <p:cNvPr id="24" name="図 23">
              <a:extLst>
                <a:ext uri="{FF2B5EF4-FFF2-40B4-BE49-F238E27FC236}">
                  <a16:creationId xmlns:a16="http://schemas.microsoft.com/office/drawing/2014/main" id="{F69A1F14-FF30-8664-C15B-8AD81624DC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88699" y="2674698"/>
              <a:ext cx="1066055" cy="1580107"/>
            </a:xfrm>
            <a:prstGeom prst="rect">
              <a:avLst/>
            </a:prstGeom>
          </p:spPr>
        </p:pic>
      </p:grpSp>
      <p:sp>
        <p:nvSpPr>
          <p:cNvPr id="26" name="TextBox 3">
            <a:extLst>
              <a:ext uri="{FF2B5EF4-FFF2-40B4-BE49-F238E27FC236}">
                <a16:creationId xmlns:a16="http://schemas.microsoft.com/office/drawing/2014/main" id="{AD4E38E4-0228-CFF2-5D46-559179356D63}"/>
              </a:ext>
            </a:extLst>
          </p:cNvPr>
          <p:cNvSpPr txBox="1"/>
          <p:nvPr/>
        </p:nvSpPr>
        <p:spPr>
          <a:xfrm>
            <a:off x="579599" y="1148930"/>
            <a:ext cx="10997587" cy="307777"/>
          </a:xfrm>
          <a:prstGeom prst="rect">
            <a:avLst/>
          </a:prstGeom>
          <a:noFill/>
        </p:spPr>
        <p:txBody>
          <a:bodyPr wrap="square" lIns="0" tIns="0" rIns="0" bIns="0" anchor="t">
            <a:spAutoFit/>
          </a:bodyPr>
          <a:lstStyle/>
          <a:p>
            <a:pPr>
              <a:lnSpc>
                <a:spcPts val="2400"/>
              </a:lnSpc>
            </a:pPr>
            <a:r>
              <a:rPr lang="en-US" altLang="ja-JP" sz="2000" b="1">
                <a:solidFill>
                  <a:srgbClr val="222222"/>
                </a:solidFill>
                <a:latin typeface="Noto Sans JP"/>
              </a:rPr>
              <a:t>3DCG</a:t>
            </a:r>
            <a:r>
              <a:rPr lang="ja-JP" altLang="en-US" sz="2000" b="1">
                <a:solidFill>
                  <a:srgbClr val="222222"/>
                </a:solidFill>
                <a:latin typeface="Noto Sans JP"/>
              </a:rPr>
              <a:t>を用いたデータセット作成手法</a:t>
            </a:r>
            <a:endParaRPr lang="en-US" altLang="ja-JP" sz="2000" b="1">
              <a:solidFill>
                <a:srgbClr val="222222"/>
              </a:solidFill>
              <a:latin typeface="Noto Sans JP"/>
            </a:endParaRPr>
          </a:p>
        </p:txBody>
      </p:sp>
      <p:sp>
        <p:nvSpPr>
          <p:cNvPr id="28" name="TextBox 3">
            <a:extLst>
              <a:ext uri="{FF2B5EF4-FFF2-40B4-BE49-F238E27FC236}">
                <a16:creationId xmlns:a16="http://schemas.microsoft.com/office/drawing/2014/main" id="{638ED28B-B87D-DD00-8299-22FE24B65FAF}"/>
              </a:ext>
            </a:extLst>
          </p:cNvPr>
          <p:cNvSpPr txBox="1"/>
          <p:nvPr/>
        </p:nvSpPr>
        <p:spPr>
          <a:xfrm>
            <a:off x="597206" y="4482960"/>
            <a:ext cx="10997587" cy="2154436"/>
          </a:xfrm>
          <a:prstGeom prst="rect">
            <a:avLst/>
          </a:prstGeom>
          <a:noFill/>
        </p:spPr>
        <p:txBody>
          <a:bodyPr wrap="square" lIns="0" tIns="0" rIns="0" bIns="0" anchor="t">
            <a:spAutoFit/>
          </a:bodyPr>
          <a:lstStyle/>
          <a:p>
            <a:pPr>
              <a:lnSpc>
                <a:spcPts val="2400"/>
              </a:lnSpc>
            </a:pPr>
            <a:r>
              <a:rPr lang="ja-JP" altLang="en-US" sz="2000"/>
              <a:t>カメラの台数，性別や体格といったアバターのバリエーションを増やすことで、</a:t>
            </a:r>
            <a:r>
              <a:rPr lang="en-US" altLang="ja-JP" sz="2000"/>
              <a:t>1</a:t>
            </a:r>
            <a:r>
              <a:rPr lang="ja-JP" altLang="en-US" sz="2000"/>
              <a:t>つのポーズ</a:t>
            </a:r>
            <a:r>
              <a:rPr lang="en-US" altLang="ja-JP" sz="2000"/>
              <a:t>(a)</a:t>
            </a:r>
            <a:r>
              <a:rPr lang="ja-JP" altLang="en-US" sz="2000"/>
              <a:t>から</a:t>
            </a:r>
            <a:r>
              <a:rPr lang="ja-JP" altLang="en-US" sz="2000">
                <a:solidFill>
                  <a:srgbClr val="FF0000"/>
                </a:solidFill>
              </a:rPr>
              <a:t>大量のアノテーションデータ</a:t>
            </a:r>
            <a:r>
              <a:rPr lang="ja-JP" altLang="en-US" sz="2000"/>
              <a:t>を作成できる</a:t>
            </a:r>
            <a:endParaRPr lang="en-US" altLang="ja-JP" sz="2000"/>
          </a:p>
          <a:p>
            <a:pPr>
              <a:lnSpc>
                <a:spcPts val="2400"/>
              </a:lnSpc>
            </a:pPr>
            <a:endParaRPr lang="en-US" altLang="ja-JP" sz="2000"/>
          </a:p>
          <a:p>
            <a:pPr>
              <a:lnSpc>
                <a:spcPts val="2400"/>
              </a:lnSpc>
            </a:pPr>
            <a:r>
              <a:rPr lang="ja-JP" altLang="en-US" sz="2000"/>
              <a:t>同じポーズを複数の視点から撮影することで、</a:t>
            </a:r>
            <a:r>
              <a:rPr lang="ja-JP" altLang="en-US" sz="2000">
                <a:solidFill>
                  <a:srgbClr val="FF0000"/>
                </a:solidFill>
              </a:rPr>
              <a:t>セルフオクルージョンに対応したデータ</a:t>
            </a:r>
            <a:r>
              <a:rPr lang="ja-JP" altLang="en-US" sz="2000"/>
              <a:t>を作成できる</a:t>
            </a:r>
            <a:endParaRPr lang="en-US" altLang="ja-JP" sz="2000"/>
          </a:p>
          <a:p>
            <a:pPr>
              <a:lnSpc>
                <a:spcPts val="2400"/>
              </a:lnSpc>
            </a:pPr>
            <a:endParaRPr lang="en-US" altLang="ja-JP" sz="2000"/>
          </a:p>
          <a:p>
            <a:pPr>
              <a:lnSpc>
                <a:spcPts val="2400"/>
              </a:lnSpc>
            </a:pPr>
            <a:endParaRPr lang="ja-JP" altLang="en-US" sz="2000"/>
          </a:p>
        </p:txBody>
      </p:sp>
    </p:spTree>
    <p:extLst>
      <p:ext uri="{BB962C8B-B14F-4D97-AF65-F5344CB8AC3E}">
        <p14:creationId xmlns:p14="http://schemas.microsoft.com/office/powerpoint/2010/main" val="3400072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F4BDC-1170-3F9C-0F69-DA3403FFAD5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7A3D32E-99FA-FB75-F1CF-026A5FF6BB77}"/>
              </a:ext>
            </a:extLst>
          </p:cNvPr>
          <p:cNvSpPr>
            <a:spLocks noGrp="1"/>
          </p:cNvSpPr>
          <p:nvPr>
            <p:ph type="sldNum" sz="quarter" idx="12"/>
          </p:nvPr>
        </p:nvSpPr>
        <p:spPr/>
        <p:txBody>
          <a:bodyPr/>
          <a:lstStyle/>
          <a:p>
            <a:fld id="{465F6A33-8929-41AA-8A25-00E3AA79F1EE}" type="slidenum">
              <a:rPr lang="en-US" smtClean="0"/>
              <a:t>6</a:t>
            </a:fld>
            <a:endParaRPr lang="en-US"/>
          </a:p>
        </p:txBody>
      </p:sp>
      <p:sp>
        <p:nvSpPr>
          <p:cNvPr id="11" name="テキスト ボックス 10">
            <a:extLst>
              <a:ext uri="{FF2B5EF4-FFF2-40B4-BE49-F238E27FC236}">
                <a16:creationId xmlns:a16="http://schemas.microsoft.com/office/drawing/2014/main" id="{925A6F93-345E-62C4-D547-0DEA1E33E939}"/>
              </a:ext>
            </a:extLst>
          </p:cNvPr>
          <p:cNvSpPr txBox="1"/>
          <p:nvPr/>
        </p:nvSpPr>
        <p:spPr>
          <a:xfrm>
            <a:off x="277090" y="258618"/>
            <a:ext cx="8483399" cy="646331"/>
          </a:xfrm>
          <a:prstGeom prst="rect">
            <a:avLst/>
          </a:prstGeom>
          <a:noFill/>
        </p:spPr>
        <p:txBody>
          <a:bodyPr wrap="square" rtlCol="0">
            <a:spAutoFit/>
          </a:bodyPr>
          <a:lstStyle/>
          <a:p>
            <a:r>
              <a:rPr kumimoji="1" lang="ja-JP" altLang="en-US" sz="3600"/>
              <a:t>研究内容　</a:t>
            </a:r>
            <a:r>
              <a:rPr lang="ja-JP" altLang="en-US" sz="3600" b="1">
                <a:solidFill>
                  <a:srgbClr val="222222"/>
                </a:solidFill>
                <a:latin typeface="Noto Sans JP"/>
              </a:rPr>
              <a:t>工程② データセットの拡張</a:t>
            </a:r>
            <a:endParaRPr lang="en-US" altLang="ja-JP" sz="3600" b="1">
              <a:solidFill>
                <a:srgbClr val="222222"/>
              </a:solidFill>
              <a:latin typeface="Noto Sans JP"/>
            </a:endParaRPr>
          </a:p>
        </p:txBody>
      </p:sp>
      <p:cxnSp>
        <p:nvCxnSpPr>
          <p:cNvPr id="10" name="直線コネクタ 9">
            <a:extLst>
              <a:ext uri="{FF2B5EF4-FFF2-40B4-BE49-F238E27FC236}">
                <a16:creationId xmlns:a16="http://schemas.microsoft.com/office/drawing/2014/main" id="{5E4A641F-392F-15F0-6978-57CBB0B98CC0}"/>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02F4A2C7-49CF-E7BA-8532-F781A2BDB5BA}"/>
              </a:ext>
            </a:extLst>
          </p:cNvPr>
          <p:cNvSpPr txBox="1"/>
          <p:nvPr/>
        </p:nvSpPr>
        <p:spPr>
          <a:xfrm>
            <a:off x="579599" y="1148930"/>
            <a:ext cx="8483399" cy="4001095"/>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データセット作成と追加学習</a:t>
            </a:r>
            <a:endParaRPr lang="en-US" altLang="ja-JP" sz="2000" b="1" dirty="0">
              <a:solidFill>
                <a:srgbClr val="222222"/>
              </a:solidFill>
              <a:latin typeface="Noto Sans JP"/>
            </a:endParaRPr>
          </a:p>
          <a:p>
            <a:pPr>
              <a:lnSpc>
                <a:spcPts val="2400"/>
              </a:lnSpc>
            </a:pPr>
            <a:endParaRPr lang="en-US" altLang="ja-JP" sz="2000" b="1" dirty="0">
              <a:solidFill>
                <a:srgbClr val="222222"/>
              </a:solidFill>
              <a:latin typeface="Noto Sans JP"/>
            </a:endParaRPr>
          </a:p>
          <a:p>
            <a:pPr>
              <a:lnSpc>
                <a:spcPts val="2400"/>
              </a:lnSpc>
            </a:pPr>
            <a:r>
              <a:rPr lang="ja-JP" altLang="en-US" sz="2000" dirty="0">
                <a:solidFill>
                  <a:srgbClr val="222222"/>
                </a:solidFill>
                <a:latin typeface="Noto Sans JP"/>
              </a:rPr>
              <a:t>・データセット</a:t>
            </a:r>
            <a:endParaRPr lang="en-US" altLang="ja-JP" sz="2000" dirty="0">
              <a:solidFill>
                <a:srgbClr val="222222"/>
              </a:solidFill>
              <a:latin typeface="Noto Sans JP"/>
            </a:endParaRPr>
          </a:p>
          <a:p>
            <a:pPr>
              <a:lnSpc>
                <a:spcPct val="100000"/>
              </a:lnSpc>
            </a:pPr>
            <a:r>
              <a:rPr lang="ja-JP" altLang="en-US" sz="2000" dirty="0">
                <a:solidFill>
                  <a:srgbClr val="222222"/>
                </a:solidFill>
                <a:latin typeface="Noto Sans JP"/>
              </a:rPr>
              <a:t>　モーションデータ：</a:t>
            </a:r>
            <a:r>
              <a:rPr lang="ja-JP" altLang="ja-JP" sz="2000" dirty="0"/>
              <a:t> 1083</a:t>
            </a:r>
            <a:r>
              <a:rPr lang="ja-JP" altLang="en-US" sz="2000" dirty="0">
                <a:solidFill>
                  <a:srgbClr val="222222"/>
                </a:solidFill>
                <a:latin typeface="Noto Sans JP"/>
              </a:rPr>
              <a:t>フレーム、アバター：</a:t>
            </a:r>
            <a:r>
              <a:rPr lang="en-US" altLang="ja-JP" sz="2000" dirty="0">
                <a:solidFill>
                  <a:srgbClr val="222222"/>
                </a:solidFill>
                <a:latin typeface="Noto Sans JP"/>
              </a:rPr>
              <a:t>2</a:t>
            </a:r>
            <a:r>
              <a:rPr lang="ja-JP" altLang="en-US" sz="2000" dirty="0">
                <a:solidFill>
                  <a:srgbClr val="222222"/>
                </a:solidFill>
                <a:latin typeface="Noto Sans JP"/>
              </a:rPr>
              <a:t>体、カメラ：</a:t>
            </a:r>
            <a:r>
              <a:rPr lang="en-US" altLang="ja-JP" sz="2000" dirty="0">
                <a:solidFill>
                  <a:srgbClr val="222222"/>
                </a:solidFill>
                <a:latin typeface="Noto Sans JP"/>
              </a:rPr>
              <a:t>12</a:t>
            </a:r>
            <a:r>
              <a:rPr lang="ja-JP" altLang="en-US" sz="2000" dirty="0">
                <a:solidFill>
                  <a:srgbClr val="222222"/>
                </a:solidFill>
                <a:latin typeface="Noto Sans JP"/>
              </a:rPr>
              <a:t>台</a:t>
            </a: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　</a:t>
            </a:r>
            <a:r>
              <a:rPr lang="en-US" altLang="ja-JP" sz="2000" dirty="0">
                <a:solidFill>
                  <a:srgbClr val="222222"/>
                </a:solidFill>
                <a:latin typeface="Noto Sans JP"/>
              </a:rPr>
              <a:t>train</a:t>
            </a:r>
            <a:r>
              <a:rPr lang="ja-JP" altLang="en-US" sz="2000" dirty="0">
                <a:solidFill>
                  <a:srgbClr val="222222"/>
                </a:solidFill>
                <a:latin typeface="Noto Sans JP"/>
              </a:rPr>
              <a:t>：組、</a:t>
            </a:r>
            <a:r>
              <a:rPr lang="en-US" altLang="ja-JP" sz="2000" dirty="0">
                <a:solidFill>
                  <a:srgbClr val="222222"/>
                </a:solidFill>
                <a:latin typeface="Noto Sans JP"/>
              </a:rPr>
              <a:t>validation</a:t>
            </a:r>
            <a:r>
              <a:rPr lang="ja-JP" altLang="en-US" sz="2000" dirty="0">
                <a:solidFill>
                  <a:srgbClr val="222222"/>
                </a:solidFill>
                <a:latin typeface="Noto Sans JP"/>
              </a:rPr>
              <a:t>：組、</a:t>
            </a:r>
            <a:r>
              <a:rPr lang="en-US" altLang="ja-JP" sz="2000" dirty="0">
                <a:solidFill>
                  <a:srgbClr val="222222"/>
                </a:solidFill>
                <a:latin typeface="Noto Sans JP"/>
              </a:rPr>
              <a:t>test</a:t>
            </a:r>
            <a:r>
              <a:rPr lang="ja-JP" altLang="en-US" sz="2000" dirty="0">
                <a:solidFill>
                  <a:srgbClr val="222222"/>
                </a:solidFill>
                <a:latin typeface="Noto Sans JP"/>
              </a:rPr>
              <a:t>：組</a:t>
            </a: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　アノテーションデータ</a:t>
            </a:r>
            <a:endParaRPr lang="en-US" altLang="ja-JP" sz="2000" dirty="0">
              <a:solidFill>
                <a:srgbClr val="222222"/>
              </a:solidFill>
              <a:latin typeface="Noto Sans JP"/>
            </a:endParaRPr>
          </a:p>
          <a:p>
            <a:pPr lvl="1"/>
            <a:r>
              <a:rPr lang="en-US" altLang="ja-JP" sz="2000" dirty="0">
                <a:latin typeface="+mn-ea"/>
              </a:rPr>
              <a:t>- 19</a:t>
            </a:r>
            <a:r>
              <a:rPr lang="ja-JP" altLang="en-US" sz="2000" dirty="0">
                <a:latin typeface="+mn-ea"/>
              </a:rPr>
              <a:t>点のキーポイントの</a:t>
            </a:r>
            <a:r>
              <a:rPr lang="en-US" altLang="ja-JP" sz="2000" dirty="0">
                <a:latin typeface="+mn-ea"/>
              </a:rPr>
              <a:t>3D</a:t>
            </a:r>
            <a:r>
              <a:rPr lang="ja-JP" altLang="en-US" sz="2000" dirty="0">
                <a:latin typeface="+mn-ea"/>
              </a:rPr>
              <a:t>座標、</a:t>
            </a:r>
            <a:r>
              <a:rPr lang="en-US" altLang="ja-JP" sz="2000" dirty="0">
                <a:latin typeface="+mn-ea"/>
              </a:rPr>
              <a:t>2D</a:t>
            </a:r>
            <a:r>
              <a:rPr lang="ja-JP" altLang="en-US" sz="2000" dirty="0">
                <a:latin typeface="+mn-ea"/>
              </a:rPr>
              <a:t>座標</a:t>
            </a:r>
            <a:endParaRPr lang="en-US" altLang="ja-JP" sz="2000" dirty="0">
              <a:latin typeface="+mn-ea"/>
            </a:endParaRPr>
          </a:p>
          <a:p>
            <a:pPr lvl="1"/>
            <a:r>
              <a:rPr lang="en-US" altLang="ja-JP" sz="2000" dirty="0">
                <a:latin typeface="+mn-ea"/>
              </a:rPr>
              <a:t>- </a:t>
            </a:r>
            <a:r>
              <a:rPr lang="ja-JP" altLang="en-US" sz="2000" dirty="0">
                <a:latin typeface="+mn-ea"/>
              </a:rPr>
              <a:t>各キーポイントの信頼度</a:t>
            </a:r>
            <a:endParaRPr lang="en-US" altLang="ja-JP" sz="2000" dirty="0">
              <a:latin typeface="+mn-ea"/>
            </a:endParaRPr>
          </a:p>
          <a:p>
            <a:pPr lvl="1"/>
            <a:r>
              <a:rPr lang="en-US" altLang="ja-JP" sz="2000" dirty="0">
                <a:latin typeface="+mn-ea"/>
              </a:rPr>
              <a:t>-</a:t>
            </a:r>
            <a:r>
              <a:rPr lang="ja-JP" altLang="en-US" sz="2000" dirty="0">
                <a:latin typeface="+mn-ea"/>
              </a:rPr>
              <a:t> </a:t>
            </a:r>
            <a:r>
              <a:rPr lang="en-US" altLang="ja-JP" sz="2000" dirty="0">
                <a:latin typeface="+mn-ea"/>
              </a:rPr>
              <a:t>BBOX</a:t>
            </a:r>
            <a:r>
              <a:rPr lang="ja-JP" altLang="en-US" sz="2000" dirty="0">
                <a:latin typeface="+mn-ea"/>
              </a:rPr>
              <a:t>の座標</a:t>
            </a:r>
            <a:endParaRPr lang="en-US" altLang="ja-JP" sz="2000" dirty="0">
              <a:latin typeface="+mn-ea"/>
            </a:endParaRPr>
          </a:p>
          <a:p>
            <a:pPr>
              <a:lnSpc>
                <a:spcPts val="2400"/>
              </a:lnSpc>
            </a:pPr>
            <a:endParaRPr lang="en-US" altLang="ja-JP" sz="2000" dirty="0">
              <a:solidFill>
                <a:srgbClr val="222222"/>
              </a:solidFill>
              <a:latin typeface="Noto Sans JP"/>
            </a:endParaRPr>
          </a:p>
          <a:p>
            <a:pPr>
              <a:lnSpc>
                <a:spcPts val="2400"/>
              </a:lnSpc>
            </a:pPr>
            <a:r>
              <a:rPr lang="ja-JP" altLang="en-US" sz="2000" dirty="0">
                <a:solidFill>
                  <a:srgbClr val="222222"/>
                </a:solidFill>
                <a:latin typeface="Noto Sans JP"/>
              </a:rPr>
              <a:t>・追加学習　エポック数：</a:t>
            </a:r>
            <a:r>
              <a:rPr lang="en-US" altLang="ja-JP" sz="2000">
                <a:solidFill>
                  <a:srgbClr val="222222"/>
                </a:solidFill>
                <a:latin typeface="Noto Sans JP"/>
              </a:rPr>
              <a:t>100</a:t>
            </a:r>
            <a:endParaRPr lang="en-US" altLang="ja-JP" dirty="0">
              <a:solidFill>
                <a:srgbClr val="222222"/>
              </a:solidFill>
              <a:latin typeface="Noto Sans JP"/>
            </a:endParaRPr>
          </a:p>
          <a:p>
            <a:pPr>
              <a:lnSpc>
                <a:spcPts val="2400"/>
              </a:lnSpc>
            </a:pPr>
            <a:endParaRPr lang="en-US" altLang="ja-JP" sz="2000" dirty="0">
              <a:solidFill>
                <a:srgbClr val="222222"/>
              </a:solidFill>
              <a:latin typeface="Noto Sans JP"/>
            </a:endParaRPr>
          </a:p>
          <a:p>
            <a:pPr>
              <a:lnSpc>
                <a:spcPts val="2400"/>
              </a:lnSpc>
            </a:pPr>
            <a:endParaRPr lang="en-US" altLang="ja-JP" sz="2000" dirty="0">
              <a:solidFill>
                <a:srgbClr val="222222"/>
              </a:solidFill>
              <a:latin typeface="Noto Sans JP"/>
            </a:endParaRPr>
          </a:p>
        </p:txBody>
      </p:sp>
      <p:sp>
        <p:nvSpPr>
          <p:cNvPr id="2" name="Footer Placeholder 4">
            <a:extLst>
              <a:ext uri="{FF2B5EF4-FFF2-40B4-BE49-F238E27FC236}">
                <a16:creationId xmlns:a16="http://schemas.microsoft.com/office/drawing/2014/main" id="{2BEC57A8-4736-419F-25BD-1E2C43CC8DD4}"/>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E5E90DFB-2B03-E44D-E8E9-FCD08733D271}"/>
              </a:ext>
            </a:extLst>
          </p:cNvPr>
          <p:cNvSpPr>
            <a:spLocks noGrp="1"/>
          </p:cNvSpPr>
          <p:nvPr>
            <p:ph type="dt" sz="half" idx="10"/>
          </p:nvPr>
        </p:nvSpPr>
        <p:spPr>
          <a:xfrm>
            <a:off x="838200" y="6449338"/>
            <a:ext cx="2743200" cy="365125"/>
          </a:xfrm>
        </p:spPr>
        <p:txBody>
          <a:bodyPr/>
          <a:lstStyle/>
          <a:p>
            <a:r>
              <a:rPr lang="en-US"/>
              <a:t>2026/9/24</a:t>
            </a:r>
          </a:p>
        </p:txBody>
      </p:sp>
      <p:sp>
        <p:nvSpPr>
          <p:cNvPr id="15" name="テキスト ボックス 14">
            <a:extLst>
              <a:ext uri="{FF2B5EF4-FFF2-40B4-BE49-F238E27FC236}">
                <a16:creationId xmlns:a16="http://schemas.microsoft.com/office/drawing/2014/main" id="{D9F7A871-EA1B-147C-499B-D9F51E8A5C83}"/>
              </a:ext>
            </a:extLst>
          </p:cNvPr>
          <p:cNvSpPr txBox="1"/>
          <p:nvPr/>
        </p:nvSpPr>
        <p:spPr>
          <a:xfrm>
            <a:off x="6202272" y="5826036"/>
            <a:ext cx="2743200" cy="338554"/>
          </a:xfrm>
          <a:prstGeom prst="rect">
            <a:avLst/>
          </a:prstGeom>
          <a:noFill/>
        </p:spPr>
        <p:txBody>
          <a:bodyPr vert="horz" wrap="square" rtlCol="0">
            <a:spAutoFit/>
          </a:bodyPr>
          <a:lstStyle/>
          <a:p>
            <a:pPr algn="ctr"/>
            <a:r>
              <a:rPr lang="en-US" altLang="ja-JP" sz="1600" dirty="0"/>
              <a:t>2</a:t>
            </a:r>
            <a:r>
              <a:rPr lang="ja-JP" altLang="en-US" sz="1600" dirty="0"/>
              <a:t>体のアバター</a:t>
            </a:r>
            <a:endParaRPr lang="en-US" altLang="ja-JP" sz="1600" dirty="0"/>
          </a:p>
        </p:txBody>
      </p:sp>
      <p:sp>
        <p:nvSpPr>
          <p:cNvPr id="16" name="テキスト ボックス 15">
            <a:extLst>
              <a:ext uri="{FF2B5EF4-FFF2-40B4-BE49-F238E27FC236}">
                <a16:creationId xmlns:a16="http://schemas.microsoft.com/office/drawing/2014/main" id="{9D5DB1AF-781A-949E-ABCF-DBFEAF0A8399}"/>
              </a:ext>
            </a:extLst>
          </p:cNvPr>
          <p:cNvSpPr txBox="1"/>
          <p:nvPr/>
        </p:nvSpPr>
        <p:spPr>
          <a:xfrm>
            <a:off x="-927652" y="3021496"/>
            <a:ext cx="184731" cy="369332"/>
          </a:xfrm>
          <a:prstGeom prst="rect">
            <a:avLst/>
          </a:prstGeom>
          <a:noFill/>
        </p:spPr>
        <p:txBody>
          <a:bodyPr wrap="none" rtlCol="0">
            <a:spAutoFit/>
          </a:bodyPr>
          <a:lstStyle/>
          <a:p>
            <a:endParaRPr kumimoji="1" lang="ja-JP" altLang="en-US"/>
          </a:p>
        </p:txBody>
      </p:sp>
      <p:sp>
        <p:nvSpPr>
          <p:cNvPr id="20" name="テキスト ボックス 19">
            <a:extLst>
              <a:ext uri="{FF2B5EF4-FFF2-40B4-BE49-F238E27FC236}">
                <a16:creationId xmlns:a16="http://schemas.microsoft.com/office/drawing/2014/main" id="{315A2C10-2280-32D9-BBAE-3414C8FFB4EC}"/>
              </a:ext>
            </a:extLst>
          </p:cNvPr>
          <p:cNvSpPr txBox="1"/>
          <p:nvPr/>
        </p:nvSpPr>
        <p:spPr>
          <a:xfrm>
            <a:off x="9570862" y="5837329"/>
            <a:ext cx="2093803" cy="338554"/>
          </a:xfrm>
          <a:prstGeom prst="rect">
            <a:avLst/>
          </a:prstGeom>
          <a:noFill/>
        </p:spPr>
        <p:txBody>
          <a:bodyPr vert="horz" wrap="square" rtlCol="0">
            <a:spAutoFit/>
          </a:bodyPr>
          <a:lstStyle/>
          <a:p>
            <a:r>
              <a:rPr lang="ja-JP" altLang="en-US" sz="1600"/>
              <a:t>データセットの画像</a:t>
            </a:r>
            <a:endParaRPr lang="en-US" altLang="ja-JP" sz="1600"/>
          </a:p>
        </p:txBody>
      </p:sp>
      <p:pic>
        <p:nvPicPr>
          <p:cNvPr id="5" name="図 4">
            <a:extLst>
              <a:ext uri="{FF2B5EF4-FFF2-40B4-BE49-F238E27FC236}">
                <a16:creationId xmlns:a16="http://schemas.microsoft.com/office/drawing/2014/main" id="{406E3B76-5C81-73C8-3593-D2C863050346}"/>
              </a:ext>
            </a:extLst>
          </p:cNvPr>
          <p:cNvPicPr>
            <a:picLocks noChangeAspect="1"/>
          </p:cNvPicPr>
          <p:nvPr/>
        </p:nvPicPr>
        <p:blipFill>
          <a:blip r:embed="rId3">
            <a:extLst>
              <a:ext uri="{28A0092B-C50C-407E-A947-70E740481C1C}">
                <a14:useLocalDpi xmlns:a14="http://schemas.microsoft.com/office/drawing/2010/main" val="0"/>
              </a:ext>
            </a:extLst>
          </a:blip>
          <a:srcRect t="4416"/>
          <a:stretch>
            <a:fillRect/>
          </a:stretch>
        </p:blipFill>
        <p:spPr>
          <a:xfrm>
            <a:off x="5776763" y="3283710"/>
            <a:ext cx="1664049" cy="2425360"/>
          </a:xfrm>
          <a:prstGeom prst="rect">
            <a:avLst/>
          </a:prstGeom>
        </p:spPr>
      </p:pic>
      <p:pic>
        <p:nvPicPr>
          <p:cNvPr id="12" name="図 11">
            <a:extLst>
              <a:ext uri="{FF2B5EF4-FFF2-40B4-BE49-F238E27FC236}">
                <a16:creationId xmlns:a16="http://schemas.microsoft.com/office/drawing/2014/main" id="{F1EC96C6-EBA4-AAB0-EF82-1C3D0E5251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73872" y="3283710"/>
            <a:ext cx="1664050" cy="2425360"/>
          </a:xfrm>
          <a:prstGeom prst="rect">
            <a:avLst/>
          </a:prstGeom>
        </p:spPr>
      </p:pic>
      <p:pic>
        <p:nvPicPr>
          <p:cNvPr id="17" name="図 16">
            <a:extLst>
              <a:ext uri="{FF2B5EF4-FFF2-40B4-BE49-F238E27FC236}">
                <a16:creationId xmlns:a16="http://schemas.microsoft.com/office/drawing/2014/main" id="{4ED829AE-7E06-617F-240C-EAC80CA3F638}"/>
              </a:ext>
            </a:extLst>
          </p:cNvPr>
          <p:cNvPicPr>
            <a:picLocks noChangeAspect="1"/>
          </p:cNvPicPr>
          <p:nvPr/>
        </p:nvPicPr>
        <p:blipFill>
          <a:blip r:embed="rId5">
            <a:extLst>
              <a:ext uri="{28A0092B-C50C-407E-A947-70E740481C1C}">
                <a14:useLocalDpi xmlns:a14="http://schemas.microsoft.com/office/drawing/2010/main" val="0"/>
              </a:ext>
            </a:extLst>
          </a:blip>
          <a:srcRect l="31900" t="15027" r="37569" b="7513"/>
          <a:stretch>
            <a:fillRect/>
          </a:stretch>
        </p:blipFill>
        <p:spPr>
          <a:xfrm>
            <a:off x="9774062" y="1291772"/>
            <a:ext cx="1735505" cy="4403183"/>
          </a:xfrm>
          <a:prstGeom prst="rect">
            <a:avLst/>
          </a:prstGeom>
        </p:spPr>
      </p:pic>
    </p:spTree>
    <p:extLst>
      <p:ext uri="{BB962C8B-B14F-4D97-AF65-F5344CB8AC3E}">
        <p14:creationId xmlns:p14="http://schemas.microsoft.com/office/powerpoint/2010/main" val="3866805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7588A-626F-6E55-B4EC-959B99A97299}"/>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2CA3674-8827-9F3D-2937-AE9DC5842F87}"/>
              </a:ext>
            </a:extLst>
          </p:cNvPr>
          <p:cNvSpPr>
            <a:spLocks noGrp="1"/>
          </p:cNvSpPr>
          <p:nvPr>
            <p:ph type="sldNum" sz="quarter" idx="12"/>
          </p:nvPr>
        </p:nvSpPr>
        <p:spPr/>
        <p:txBody>
          <a:bodyPr/>
          <a:lstStyle/>
          <a:p>
            <a:fld id="{465F6A33-8929-41AA-8A25-00E3AA79F1EE}" type="slidenum">
              <a:rPr lang="en-US" smtClean="0"/>
              <a:t>7</a:t>
            </a:fld>
            <a:endParaRPr lang="en-US"/>
          </a:p>
        </p:txBody>
      </p:sp>
      <p:sp>
        <p:nvSpPr>
          <p:cNvPr id="11" name="テキスト ボックス 10">
            <a:extLst>
              <a:ext uri="{FF2B5EF4-FFF2-40B4-BE49-F238E27FC236}">
                <a16:creationId xmlns:a16="http://schemas.microsoft.com/office/drawing/2014/main" id="{A6877DCE-29EC-16A5-2AE4-9A129DD112BA}"/>
              </a:ext>
            </a:extLst>
          </p:cNvPr>
          <p:cNvSpPr txBox="1"/>
          <p:nvPr/>
        </p:nvSpPr>
        <p:spPr>
          <a:xfrm>
            <a:off x="277091" y="258618"/>
            <a:ext cx="6465454" cy="646331"/>
          </a:xfrm>
          <a:prstGeom prst="rect">
            <a:avLst/>
          </a:prstGeom>
          <a:noFill/>
        </p:spPr>
        <p:txBody>
          <a:bodyPr wrap="square" rtlCol="0">
            <a:spAutoFit/>
          </a:bodyPr>
          <a:lstStyle/>
          <a:p>
            <a:r>
              <a:rPr kumimoji="1" lang="ja-JP" altLang="en-US" sz="3600"/>
              <a:t>評価 </a:t>
            </a:r>
            <a:r>
              <a:rPr lang="ja-JP" altLang="en-US" sz="3600" b="1">
                <a:solidFill>
                  <a:srgbClr val="222222"/>
                </a:solidFill>
                <a:latin typeface="Noto Sans JP"/>
              </a:rPr>
              <a:t>工程③ 評価</a:t>
            </a:r>
            <a:endParaRPr lang="en-US" altLang="ja-JP" sz="3600" b="1">
              <a:solidFill>
                <a:srgbClr val="222222"/>
              </a:solidFill>
              <a:latin typeface="Noto Sans JP"/>
            </a:endParaRPr>
          </a:p>
        </p:txBody>
      </p:sp>
      <p:cxnSp>
        <p:nvCxnSpPr>
          <p:cNvPr id="10" name="直線コネクタ 9">
            <a:extLst>
              <a:ext uri="{FF2B5EF4-FFF2-40B4-BE49-F238E27FC236}">
                <a16:creationId xmlns:a16="http://schemas.microsoft.com/office/drawing/2014/main" id="{33B1AA4A-2CF0-3B72-0A62-9077CA138E96}"/>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728020B5-2B10-460C-FAB5-89773203F787}"/>
              </a:ext>
            </a:extLst>
          </p:cNvPr>
          <p:cNvSpPr txBox="1"/>
          <p:nvPr/>
        </p:nvSpPr>
        <p:spPr>
          <a:xfrm>
            <a:off x="579599" y="1148930"/>
            <a:ext cx="8483399" cy="281872"/>
          </a:xfrm>
          <a:prstGeom prst="rect">
            <a:avLst/>
          </a:prstGeom>
          <a:noFill/>
        </p:spPr>
        <p:txBody>
          <a:bodyPr wrap="square" lIns="0" tIns="0" rIns="0" bIns="0" anchor="t">
            <a:spAutoFit/>
          </a:bodyPr>
          <a:lstStyle/>
          <a:p>
            <a:pPr>
              <a:lnSpc>
                <a:spcPts val="2400"/>
              </a:lnSpc>
            </a:pPr>
            <a:r>
              <a:rPr lang="ja-JP" altLang="en-US" b="1" dirty="0">
                <a:solidFill>
                  <a:srgbClr val="222222"/>
                </a:solidFill>
                <a:latin typeface="Noto Sans JP"/>
              </a:rPr>
              <a:t>テスト用のデータセットの動画に対して追加学習済みのモデルで姿勢推定を行った</a:t>
            </a:r>
            <a:endParaRPr lang="en-US" altLang="ja-JP" b="1" dirty="0">
              <a:solidFill>
                <a:srgbClr val="222222"/>
              </a:solidFill>
              <a:latin typeface="Noto Sans JP"/>
            </a:endParaRPr>
          </a:p>
        </p:txBody>
      </p:sp>
      <p:sp>
        <p:nvSpPr>
          <p:cNvPr id="2" name="Footer Placeholder 4">
            <a:extLst>
              <a:ext uri="{FF2B5EF4-FFF2-40B4-BE49-F238E27FC236}">
                <a16:creationId xmlns:a16="http://schemas.microsoft.com/office/drawing/2014/main" id="{1ACB23B4-9F37-983E-465A-E4B1A9AA948F}"/>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1036B40F-9A90-FD8E-8ED5-1963F6813666}"/>
              </a:ext>
            </a:extLst>
          </p:cNvPr>
          <p:cNvSpPr>
            <a:spLocks noGrp="1"/>
          </p:cNvSpPr>
          <p:nvPr>
            <p:ph type="dt" sz="half" idx="10"/>
          </p:nvPr>
        </p:nvSpPr>
        <p:spPr>
          <a:xfrm>
            <a:off x="838200" y="6449338"/>
            <a:ext cx="2743200" cy="365125"/>
          </a:xfrm>
        </p:spPr>
        <p:txBody>
          <a:bodyPr/>
          <a:lstStyle/>
          <a:p>
            <a:r>
              <a:rPr lang="en-US"/>
              <a:t>2026/9/24</a:t>
            </a:r>
          </a:p>
        </p:txBody>
      </p:sp>
      <p:sp>
        <p:nvSpPr>
          <p:cNvPr id="13" name="テキスト ボックス 12">
            <a:extLst>
              <a:ext uri="{FF2B5EF4-FFF2-40B4-BE49-F238E27FC236}">
                <a16:creationId xmlns:a16="http://schemas.microsoft.com/office/drawing/2014/main" id="{737E4934-9B63-BFD3-76F4-237772BB05D3}"/>
              </a:ext>
            </a:extLst>
          </p:cNvPr>
          <p:cNvSpPr txBox="1"/>
          <p:nvPr/>
        </p:nvSpPr>
        <p:spPr>
          <a:xfrm>
            <a:off x="7586172" y="1920402"/>
            <a:ext cx="2953651" cy="338554"/>
          </a:xfrm>
          <a:prstGeom prst="rect">
            <a:avLst/>
          </a:prstGeom>
          <a:noFill/>
        </p:spPr>
        <p:txBody>
          <a:bodyPr vert="horz" wrap="square" rtlCol="0">
            <a:spAutoFit/>
          </a:bodyPr>
          <a:lstStyle/>
          <a:p>
            <a:r>
              <a:rPr lang="ja-JP" altLang="en-US" sz="1600" dirty="0"/>
              <a:t>推定されるキーポイント一覧</a:t>
            </a:r>
            <a:endParaRPr lang="en-US" altLang="ja-JP" sz="1600" dirty="0"/>
          </a:p>
        </p:txBody>
      </p:sp>
      <p:graphicFrame>
        <p:nvGraphicFramePr>
          <p:cNvPr id="14" name="表 13">
            <a:extLst>
              <a:ext uri="{FF2B5EF4-FFF2-40B4-BE49-F238E27FC236}">
                <a16:creationId xmlns:a16="http://schemas.microsoft.com/office/drawing/2014/main" id="{B4FCD05F-7BA4-C074-3B68-DDDEF0021D71}"/>
              </a:ext>
            </a:extLst>
          </p:cNvPr>
          <p:cNvGraphicFramePr>
            <a:graphicFrameLocks noGrp="1"/>
          </p:cNvGraphicFramePr>
          <p:nvPr>
            <p:extLst>
              <p:ext uri="{D42A27DB-BD31-4B8C-83A1-F6EECF244321}">
                <p14:modId xmlns:p14="http://schemas.microsoft.com/office/powerpoint/2010/main" val="246290100"/>
              </p:ext>
            </p:extLst>
          </p:nvPr>
        </p:nvGraphicFramePr>
        <p:xfrm>
          <a:off x="7348498" y="2242878"/>
          <a:ext cx="3429000" cy="3729288"/>
        </p:xfrm>
        <a:graphic>
          <a:graphicData uri="http://schemas.openxmlformats.org/drawingml/2006/table">
            <a:tbl>
              <a:tblPr>
                <a:tableStyleId>{5C22544A-7EE6-4342-B048-85BDC9FD1C3A}</a:tableStyleId>
              </a:tblPr>
              <a:tblGrid>
                <a:gridCol w="857250">
                  <a:extLst>
                    <a:ext uri="{9D8B030D-6E8A-4147-A177-3AD203B41FA5}">
                      <a16:colId xmlns:a16="http://schemas.microsoft.com/office/drawing/2014/main" val="2981189506"/>
                    </a:ext>
                  </a:extLst>
                </a:gridCol>
                <a:gridCol w="857250">
                  <a:extLst>
                    <a:ext uri="{9D8B030D-6E8A-4147-A177-3AD203B41FA5}">
                      <a16:colId xmlns:a16="http://schemas.microsoft.com/office/drawing/2014/main" val="4127610497"/>
                    </a:ext>
                  </a:extLst>
                </a:gridCol>
                <a:gridCol w="857250">
                  <a:extLst>
                    <a:ext uri="{9D8B030D-6E8A-4147-A177-3AD203B41FA5}">
                      <a16:colId xmlns:a16="http://schemas.microsoft.com/office/drawing/2014/main" val="2258067155"/>
                    </a:ext>
                  </a:extLst>
                </a:gridCol>
                <a:gridCol w="857250">
                  <a:extLst>
                    <a:ext uri="{9D8B030D-6E8A-4147-A177-3AD203B41FA5}">
                      <a16:colId xmlns:a16="http://schemas.microsoft.com/office/drawing/2014/main" val="146167888"/>
                    </a:ext>
                  </a:extLst>
                </a:gridCol>
              </a:tblGrid>
              <a:tr h="372667">
                <a:tc>
                  <a:txBody>
                    <a:bodyPr/>
                    <a:lstStyle/>
                    <a:p>
                      <a:pPr algn="r" rtl="0" fontAlgn="ctr">
                        <a:buNone/>
                      </a:pPr>
                      <a:r>
                        <a:rPr lang="ja-JP" sz="1600" u="none" strike="noStrike" dirty="0">
                          <a:effectLst/>
                        </a:rPr>
                        <a:t>0</a:t>
                      </a:r>
                      <a:endParaRPr lang="ja-JP" sz="1600" b="0" i="0" u="none" strike="noStrike" dirty="0">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sz="1600" u="none" strike="noStrike">
                          <a:effectLst/>
                        </a:rPr>
                        <a:t>頭</a:t>
                      </a:r>
                      <a:endParaRPr lang="ja-JP" sz="1600" b="0" i="0" u="none" strike="noStrike">
                        <a:solidFill>
                          <a:srgbClr val="000000"/>
                        </a:solidFill>
                        <a:effectLst/>
                        <a:latin typeface="BIZ UDGothic" panose="020B0400000000000000" pitchFamily="49" charset="-128"/>
                        <a:ea typeface="BIZ UDGothic" panose="020B0400000000000000" pitchFamily="49" charset="-128"/>
                      </a:endParaRPr>
                    </a:p>
                  </a:txBody>
                  <a:tcPr marL="9525" marR="9525" marT="9525" marB="0" anchor="ctr"/>
                </a:tc>
                <a:tc>
                  <a:txBody>
                    <a:bodyPr/>
                    <a:lstStyle/>
                    <a:p>
                      <a:pPr algn="r" rtl="0" fontAlgn="ctr">
                        <a:buNone/>
                      </a:pPr>
                      <a:r>
                        <a:rPr lang="ja-JP" sz="1600" u="none" strike="noStrike">
                          <a:effectLst/>
                        </a:rPr>
                        <a:t>10</a:t>
                      </a:r>
                      <a:endParaRPr lang="ja-JP" sz="1600" b="0" i="0" u="none" strike="noStrike">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sz="1600" u="none" strike="noStrike">
                          <a:effectLst/>
                        </a:rPr>
                        <a:t>右ひざ</a:t>
                      </a:r>
                      <a:endParaRPr lang="ja-JP" sz="16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extLst>
                  <a:ext uri="{0D108BD9-81ED-4DB2-BD59-A6C34878D82A}">
                    <a16:rowId xmlns:a16="http://schemas.microsoft.com/office/drawing/2014/main" val="2705209678"/>
                  </a:ext>
                </a:extLst>
              </a:tr>
              <a:tr h="372667">
                <a:tc>
                  <a:txBody>
                    <a:bodyPr/>
                    <a:lstStyle/>
                    <a:p>
                      <a:pPr algn="r" rtl="0" fontAlgn="ctr">
                        <a:buNone/>
                      </a:pPr>
                      <a:r>
                        <a:rPr lang="ja-JP" sz="1600" u="none" strike="noStrike" dirty="0">
                          <a:effectLst/>
                        </a:rPr>
                        <a:t>1</a:t>
                      </a:r>
                      <a:endParaRPr lang="ja-JP" sz="1600" b="0" i="0" u="none" strike="noStrike" dirty="0">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sz="1600" u="none" strike="noStrike">
                          <a:effectLst/>
                        </a:rPr>
                        <a:t>左肩</a:t>
                      </a:r>
                      <a:endParaRPr lang="ja-JP" sz="16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r" rtl="0" fontAlgn="ctr">
                        <a:buNone/>
                      </a:pPr>
                      <a:r>
                        <a:rPr lang="ja-JP" sz="1600" u="none" strike="noStrike">
                          <a:effectLst/>
                        </a:rPr>
                        <a:t>11</a:t>
                      </a:r>
                      <a:endParaRPr lang="ja-JP" sz="1600" b="0" i="0" u="none" strike="noStrike">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sz="1600" u="none" strike="noStrike">
                          <a:effectLst/>
                        </a:rPr>
                        <a:t>左足首</a:t>
                      </a:r>
                      <a:endParaRPr lang="ja-JP" sz="16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extLst>
                  <a:ext uri="{0D108BD9-81ED-4DB2-BD59-A6C34878D82A}">
                    <a16:rowId xmlns:a16="http://schemas.microsoft.com/office/drawing/2014/main" val="2826621016"/>
                  </a:ext>
                </a:extLst>
              </a:tr>
              <a:tr h="372667">
                <a:tc>
                  <a:txBody>
                    <a:bodyPr/>
                    <a:lstStyle/>
                    <a:p>
                      <a:pPr algn="r" rtl="0" fontAlgn="ctr">
                        <a:buNone/>
                      </a:pPr>
                      <a:r>
                        <a:rPr lang="ja-JP" sz="1600" u="none" strike="noStrike">
                          <a:effectLst/>
                        </a:rPr>
                        <a:t>2</a:t>
                      </a:r>
                      <a:endParaRPr lang="ja-JP" sz="1600" b="0" i="0" u="none" strike="noStrike">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sz="1600" u="none" strike="noStrike" dirty="0">
                          <a:effectLst/>
                        </a:rPr>
                        <a:t>右肩</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r" rtl="0" fontAlgn="ctr">
                        <a:buNone/>
                      </a:pPr>
                      <a:r>
                        <a:rPr lang="ja-JP" sz="1600" u="none" strike="noStrike">
                          <a:effectLst/>
                        </a:rPr>
                        <a:t>12</a:t>
                      </a:r>
                      <a:endParaRPr lang="ja-JP" sz="1600" b="0" i="0" u="none" strike="noStrike">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sz="1600" u="none" strike="noStrike">
                          <a:effectLst/>
                        </a:rPr>
                        <a:t>右足首</a:t>
                      </a:r>
                      <a:endParaRPr lang="ja-JP" sz="16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extLst>
                  <a:ext uri="{0D108BD9-81ED-4DB2-BD59-A6C34878D82A}">
                    <a16:rowId xmlns:a16="http://schemas.microsoft.com/office/drawing/2014/main" val="3268142440"/>
                  </a:ext>
                </a:extLst>
              </a:tr>
              <a:tr h="372667">
                <a:tc>
                  <a:txBody>
                    <a:bodyPr/>
                    <a:lstStyle/>
                    <a:p>
                      <a:pPr algn="r" rtl="0" fontAlgn="ctr">
                        <a:buNone/>
                      </a:pPr>
                      <a:r>
                        <a:rPr lang="ja-JP" sz="1600" u="none" strike="noStrike">
                          <a:effectLst/>
                        </a:rPr>
                        <a:t>3</a:t>
                      </a:r>
                      <a:endParaRPr lang="ja-JP" sz="1600" b="0" i="0" u="none" strike="noStrike">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sz="1600" u="none" strike="noStrike" dirty="0">
                          <a:effectLst/>
                        </a:rPr>
                        <a:t>左ひじ</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r" rtl="0" fontAlgn="ctr">
                        <a:buNone/>
                      </a:pPr>
                      <a:r>
                        <a:rPr lang="ja-JP" sz="1600" u="none" strike="noStrike">
                          <a:effectLst/>
                        </a:rPr>
                        <a:t>13</a:t>
                      </a:r>
                      <a:endParaRPr lang="ja-JP" sz="1600" b="0" i="0" u="none" strike="noStrike">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altLang="en-US" sz="1600" u="none" strike="noStrike" dirty="0">
                          <a:effectLst/>
                        </a:rPr>
                        <a:t>背</a:t>
                      </a:r>
                      <a:r>
                        <a:rPr lang="ja-JP" sz="1600" u="none" strike="noStrike" dirty="0">
                          <a:effectLst/>
                        </a:rPr>
                        <a:t>0</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extLst>
                  <a:ext uri="{0D108BD9-81ED-4DB2-BD59-A6C34878D82A}">
                    <a16:rowId xmlns:a16="http://schemas.microsoft.com/office/drawing/2014/main" val="2118697862"/>
                  </a:ext>
                </a:extLst>
              </a:tr>
              <a:tr h="372667">
                <a:tc>
                  <a:txBody>
                    <a:bodyPr/>
                    <a:lstStyle/>
                    <a:p>
                      <a:pPr algn="r" rtl="0" fontAlgn="ctr">
                        <a:buNone/>
                      </a:pPr>
                      <a:r>
                        <a:rPr lang="ja-JP" sz="1600" u="none" strike="noStrike">
                          <a:effectLst/>
                        </a:rPr>
                        <a:t>4</a:t>
                      </a:r>
                      <a:endParaRPr lang="ja-JP" sz="1600" b="0" i="0" u="none" strike="noStrike">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sz="1600" u="none" strike="noStrike" dirty="0">
                          <a:effectLst/>
                        </a:rPr>
                        <a:t>右ひじ</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r" rtl="0" fontAlgn="ctr">
                        <a:buNone/>
                      </a:pPr>
                      <a:r>
                        <a:rPr lang="ja-JP" sz="1600" u="none" strike="noStrike">
                          <a:effectLst/>
                        </a:rPr>
                        <a:t>14</a:t>
                      </a:r>
                      <a:endParaRPr lang="ja-JP" sz="1600" b="0" i="0" u="none" strike="noStrike">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altLang="en-US" sz="1600" u="none" strike="noStrike" dirty="0">
                          <a:effectLst/>
                        </a:rPr>
                        <a:t>背</a:t>
                      </a:r>
                      <a:r>
                        <a:rPr lang="ja-JP" sz="1600" u="none" strike="noStrike" dirty="0">
                          <a:effectLst/>
                        </a:rPr>
                        <a:t>1</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extLst>
                  <a:ext uri="{0D108BD9-81ED-4DB2-BD59-A6C34878D82A}">
                    <a16:rowId xmlns:a16="http://schemas.microsoft.com/office/drawing/2014/main" val="274708349"/>
                  </a:ext>
                </a:extLst>
              </a:tr>
              <a:tr h="372667">
                <a:tc>
                  <a:txBody>
                    <a:bodyPr/>
                    <a:lstStyle/>
                    <a:p>
                      <a:pPr algn="r" rtl="0" fontAlgn="ctr">
                        <a:buNone/>
                      </a:pPr>
                      <a:r>
                        <a:rPr lang="ja-JP" sz="1600" u="none" strike="noStrike">
                          <a:effectLst/>
                        </a:rPr>
                        <a:t>5</a:t>
                      </a:r>
                      <a:endParaRPr lang="ja-JP" sz="1600" b="0" i="0" u="none" strike="noStrike">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sz="1600" u="none" strike="noStrike" dirty="0">
                          <a:effectLst/>
                        </a:rPr>
                        <a:t>左手首</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r" rtl="0" fontAlgn="ctr">
                        <a:buNone/>
                      </a:pPr>
                      <a:r>
                        <a:rPr lang="ja-JP" sz="1600" u="none" strike="noStrike">
                          <a:effectLst/>
                        </a:rPr>
                        <a:t>15</a:t>
                      </a:r>
                      <a:endParaRPr lang="ja-JP" sz="1600" b="0" i="0" u="none" strike="noStrike">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altLang="en-US" sz="1600" u="none" strike="noStrike" dirty="0">
                          <a:effectLst/>
                        </a:rPr>
                        <a:t>背</a:t>
                      </a:r>
                      <a:r>
                        <a:rPr lang="ja-JP" sz="1600" u="none" strike="noStrike" dirty="0">
                          <a:effectLst/>
                        </a:rPr>
                        <a:t>2</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extLst>
                  <a:ext uri="{0D108BD9-81ED-4DB2-BD59-A6C34878D82A}">
                    <a16:rowId xmlns:a16="http://schemas.microsoft.com/office/drawing/2014/main" val="3124472579"/>
                  </a:ext>
                </a:extLst>
              </a:tr>
              <a:tr h="372667">
                <a:tc>
                  <a:txBody>
                    <a:bodyPr/>
                    <a:lstStyle/>
                    <a:p>
                      <a:pPr algn="r" rtl="0" fontAlgn="ctr">
                        <a:buNone/>
                      </a:pPr>
                      <a:r>
                        <a:rPr lang="ja-JP" sz="1600" u="none" strike="noStrike" dirty="0">
                          <a:effectLst/>
                        </a:rPr>
                        <a:t>6</a:t>
                      </a:r>
                      <a:endParaRPr lang="ja-JP" sz="1600" b="0" i="0" u="none" strike="noStrike" dirty="0">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sz="1600" u="none" strike="noStrike">
                          <a:effectLst/>
                        </a:rPr>
                        <a:t>右手首</a:t>
                      </a:r>
                      <a:endParaRPr lang="ja-JP" sz="16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r" rtl="0" fontAlgn="ctr">
                        <a:buNone/>
                      </a:pPr>
                      <a:r>
                        <a:rPr lang="ja-JP" sz="1600" u="none" strike="noStrike">
                          <a:effectLst/>
                        </a:rPr>
                        <a:t>16</a:t>
                      </a:r>
                      <a:endParaRPr lang="ja-JP" sz="1600" b="0" i="0" u="none" strike="noStrike">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altLang="en-US" sz="1600" u="none" strike="noStrike" dirty="0">
                          <a:effectLst/>
                        </a:rPr>
                        <a:t>背</a:t>
                      </a:r>
                      <a:r>
                        <a:rPr lang="ja-JP" sz="1600" u="none" strike="noStrike" dirty="0">
                          <a:effectLst/>
                        </a:rPr>
                        <a:t>3</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extLst>
                  <a:ext uri="{0D108BD9-81ED-4DB2-BD59-A6C34878D82A}">
                    <a16:rowId xmlns:a16="http://schemas.microsoft.com/office/drawing/2014/main" val="4256969329"/>
                  </a:ext>
                </a:extLst>
              </a:tr>
              <a:tr h="372667">
                <a:tc>
                  <a:txBody>
                    <a:bodyPr/>
                    <a:lstStyle/>
                    <a:p>
                      <a:pPr algn="r" rtl="0" fontAlgn="ctr">
                        <a:buNone/>
                      </a:pPr>
                      <a:r>
                        <a:rPr lang="ja-JP" sz="1600" u="none" strike="noStrike" dirty="0">
                          <a:effectLst/>
                        </a:rPr>
                        <a:t>7</a:t>
                      </a:r>
                      <a:endParaRPr lang="ja-JP" sz="1600" b="0" i="0" u="none" strike="noStrike" dirty="0">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sz="1600" u="none" strike="noStrike">
                          <a:effectLst/>
                        </a:rPr>
                        <a:t>左腰</a:t>
                      </a:r>
                      <a:endParaRPr lang="ja-JP" sz="16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r" rtl="0" fontAlgn="ctr">
                        <a:buNone/>
                      </a:pPr>
                      <a:r>
                        <a:rPr lang="ja-JP" sz="1600" u="none" strike="noStrike">
                          <a:effectLst/>
                        </a:rPr>
                        <a:t>17</a:t>
                      </a:r>
                      <a:endParaRPr lang="ja-JP" sz="1600" b="0" i="0" u="none" strike="noStrike">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altLang="en-US" sz="1600" u="none" strike="noStrike" dirty="0">
                          <a:effectLst/>
                        </a:rPr>
                        <a:t>背</a:t>
                      </a:r>
                      <a:r>
                        <a:rPr lang="ja-JP" sz="1600" u="none" strike="noStrike" dirty="0">
                          <a:effectLst/>
                        </a:rPr>
                        <a:t>4</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extLst>
                  <a:ext uri="{0D108BD9-81ED-4DB2-BD59-A6C34878D82A}">
                    <a16:rowId xmlns:a16="http://schemas.microsoft.com/office/drawing/2014/main" val="3115028054"/>
                  </a:ext>
                </a:extLst>
              </a:tr>
              <a:tr h="372667">
                <a:tc>
                  <a:txBody>
                    <a:bodyPr/>
                    <a:lstStyle/>
                    <a:p>
                      <a:pPr algn="r" rtl="0" fontAlgn="ctr">
                        <a:buNone/>
                      </a:pPr>
                      <a:r>
                        <a:rPr lang="ja-JP" sz="1600" u="none" strike="noStrike" dirty="0">
                          <a:effectLst/>
                        </a:rPr>
                        <a:t>8</a:t>
                      </a:r>
                      <a:endParaRPr lang="ja-JP" sz="1600" b="0" i="0" u="none" strike="noStrike" dirty="0">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sz="1600" u="none" strike="noStrike">
                          <a:effectLst/>
                        </a:rPr>
                        <a:t>右腰</a:t>
                      </a:r>
                      <a:endParaRPr lang="ja-JP" sz="16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r" rtl="0" fontAlgn="ctr">
                        <a:buNone/>
                      </a:pPr>
                      <a:r>
                        <a:rPr lang="ja-JP" sz="1600" u="none" strike="noStrike">
                          <a:effectLst/>
                        </a:rPr>
                        <a:t>18</a:t>
                      </a:r>
                      <a:endParaRPr lang="ja-JP" sz="1600" b="0" i="0" u="none" strike="noStrike">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altLang="en-US" sz="1600" u="none" strike="noStrike" dirty="0">
                          <a:effectLst/>
                        </a:rPr>
                        <a:t>背</a:t>
                      </a:r>
                      <a:r>
                        <a:rPr lang="ja-JP" sz="1600" u="none" strike="noStrike" dirty="0">
                          <a:effectLst/>
                        </a:rPr>
                        <a:t>5</a:t>
                      </a:r>
                      <a:endParaRPr lang="ja-JP" sz="16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extLst>
                  <a:ext uri="{0D108BD9-81ED-4DB2-BD59-A6C34878D82A}">
                    <a16:rowId xmlns:a16="http://schemas.microsoft.com/office/drawing/2014/main" val="1805668085"/>
                  </a:ext>
                </a:extLst>
              </a:tr>
              <a:tr h="372667">
                <a:tc>
                  <a:txBody>
                    <a:bodyPr/>
                    <a:lstStyle/>
                    <a:p>
                      <a:pPr algn="r" rtl="0" fontAlgn="ctr">
                        <a:buNone/>
                      </a:pPr>
                      <a:r>
                        <a:rPr lang="ja-JP" sz="1600" u="none" strike="noStrike" dirty="0">
                          <a:effectLst/>
                        </a:rPr>
                        <a:t>9</a:t>
                      </a:r>
                      <a:endParaRPr lang="ja-JP" sz="1600" b="0" i="0" u="none" strike="noStrike" dirty="0">
                        <a:solidFill>
                          <a:srgbClr val="000000"/>
                        </a:solidFill>
                        <a:effectLst/>
                        <a:latin typeface="Segoe UI" panose="020B0502040204020203" pitchFamily="34" charset="0"/>
                        <a:ea typeface="游ゴシック" panose="020B0400000000000000" pitchFamily="50" charset="-128"/>
                      </a:endParaRPr>
                    </a:p>
                  </a:txBody>
                  <a:tcPr marL="9525" marR="9525" marT="9525" marB="0" anchor="ctr"/>
                </a:tc>
                <a:tc>
                  <a:txBody>
                    <a:bodyPr/>
                    <a:lstStyle/>
                    <a:p>
                      <a:pPr algn="ctr" rtl="0" fontAlgn="ctr">
                        <a:buNone/>
                      </a:pPr>
                      <a:r>
                        <a:rPr lang="ja-JP" sz="1600" u="none" strike="noStrike">
                          <a:effectLst/>
                        </a:rPr>
                        <a:t>左ひざ</a:t>
                      </a:r>
                      <a:endParaRPr lang="ja-JP" sz="1600" b="0" i="0" u="none" strike="noStrike">
                        <a:solidFill>
                          <a:srgbClr val="000000"/>
                        </a:solidFill>
                        <a:effectLst/>
                        <a:latin typeface="ＭＳ Ｐゴシック" panose="020B0600070205080204" pitchFamily="50" charset="-128"/>
                        <a:ea typeface="ＭＳ Ｐゴシック" panose="020B0600070205080204" pitchFamily="50" charset="-128"/>
                      </a:endParaRPr>
                    </a:p>
                  </a:txBody>
                  <a:tcPr marL="9525" marR="9525" marT="9525" marB="0" anchor="ctr"/>
                </a:tc>
                <a:tc>
                  <a:txBody>
                    <a:bodyPr/>
                    <a:lstStyle/>
                    <a:p>
                      <a:pPr algn="l" fontAlgn="ctr">
                        <a:buNone/>
                      </a:pPr>
                      <a:endParaRPr lang="ja-JP" sz="24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ctr" fontAlgn="ctr">
                        <a:buNone/>
                      </a:pPr>
                      <a:endParaRPr lang="ja-JP" sz="24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35955696"/>
                  </a:ext>
                </a:extLst>
              </a:tr>
            </a:tbl>
          </a:graphicData>
        </a:graphic>
      </p:graphicFrame>
      <p:sp>
        <p:nvSpPr>
          <p:cNvPr id="16" name="テキスト ボックス 15">
            <a:extLst>
              <a:ext uri="{FF2B5EF4-FFF2-40B4-BE49-F238E27FC236}">
                <a16:creationId xmlns:a16="http://schemas.microsoft.com/office/drawing/2014/main" id="{CAB8ECF6-28D2-95A0-DEF2-A0615990BB1B}"/>
              </a:ext>
            </a:extLst>
          </p:cNvPr>
          <p:cNvSpPr txBox="1"/>
          <p:nvPr/>
        </p:nvSpPr>
        <p:spPr>
          <a:xfrm>
            <a:off x="358153" y="5781286"/>
            <a:ext cx="6808303" cy="338554"/>
          </a:xfrm>
          <a:prstGeom prst="rect">
            <a:avLst/>
          </a:prstGeom>
          <a:noFill/>
        </p:spPr>
        <p:txBody>
          <a:bodyPr vert="horz" wrap="square" rtlCol="0">
            <a:spAutoFit/>
          </a:bodyPr>
          <a:lstStyle/>
          <a:p>
            <a:pPr algn="ctr"/>
            <a:r>
              <a:rPr lang="ja-JP" altLang="en-US" sz="1600" dirty="0"/>
              <a:t>テストデータに対して推定した結果の一部</a:t>
            </a:r>
            <a:endParaRPr lang="en-US" altLang="ja-JP" sz="1600" dirty="0"/>
          </a:p>
        </p:txBody>
      </p:sp>
      <p:graphicFrame>
        <p:nvGraphicFramePr>
          <p:cNvPr id="18" name="表 17">
            <a:extLst>
              <a:ext uri="{FF2B5EF4-FFF2-40B4-BE49-F238E27FC236}">
                <a16:creationId xmlns:a16="http://schemas.microsoft.com/office/drawing/2014/main" id="{1FDB736E-042C-FACD-D238-238FCEB21C40}"/>
              </a:ext>
            </a:extLst>
          </p:cNvPr>
          <p:cNvGraphicFramePr>
            <a:graphicFrameLocks noGrp="1"/>
          </p:cNvGraphicFramePr>
          <p:nvPr/>
        </p:nvGraphicFramePr>
        <p:xfrm>
          <a:off x="12822816" y="1011692"/>
          <a:ext cx="1523214" cy="4568190"/>
        </p:xfrm>
        <a:graphic>
          <a:graphicData uri="http://schemas.openxmlformats.org/drawingml/2006/table">
            <a:tbl>
              <a:tblPr>
                <a:tableStyleId>{5C22544A-7EE6-4342-B048-85BDC9FD1C3A}</a:tableStyleId>
              </a:tblPr>
              <a:tblGrid>
                <a:gridCol w="761607">
                  <a:extLst>
                    <a:ext uri="{9D8B030D-6E8A-4147-A177-3AD203B41FA5}">
                      <a16:colId xmlns:a16="http://schemas.microsoft.com/office/drawing/2014/main" val="3360620907"/>
                    </a:ext>
                  </a:extLst>
                </a:gridCol>
                <a:gridCol w="761607">
                  <a:extLst>
                    <a:ext uri="{9D8B030D-6E8A-4147-A177-3AD203B41FA5}">
                      <a16:colId xmlns:a16="http://schemas.microsoft.com/office/drawing/2014/main" val="2452552071"/>
                    </a:ext>
                  </a:extLst>
                </a:gridCol>
              </a:tblGrid>
              <a:tr h="0">
                <a:tc>
                  <a:txBody>
                    <a:bodyPr/>
                    <a:lstStyle/>
                    <a:p>
                      <a:pPr algn="r">
                        <a:buNone/>
                      </a:pPr>
                      <a:r>
                        <a:rPr lang="ja-JP" sz="975">
                          <a:effectLst/>
                        </a:rPr>
                        <a:t>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head</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58795095"/>
                  </a:ext>
                </a:extLst>
              </a:tr>
              <a:tr h="0">
                <a:tc>
                  <a:txBody>
                    <a:bodyPr/>
                    <a:lstStyle/>
                    <a:p>
                      <a:pPr algn="r">
                        <a:buNone/>
                      </a:pPr>
                      <a:r>
                        <a:rPr lang="ja-JP" sz="975">
                          <a:effectLst/>
                        </a:rPr>
                        <a:t>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96491776"/>
                  </a:ext>
                </a:extLst>
              </a:tr>
              <a:tr h="0">
                <a:tc>
                  <a:txBody>
                    <a:bodyPr/>
                    <a:lstStyle/>
                    <a:p>
                      <a:pPr algn="r">
                        <a:buNone/>
                      </a:pPr>
                      <a:r>
                        <a:rPr lang="ja-JP" sz="975">
                          <a:effectLst/>
                        </a:rPr>
                        <a:t>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right_shoulder</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518065461"/>
                  </a:ext>
                </a:extLst>
              </a:tr>
              <a:tr h="0">
                <a:tc>
                  <a:txBody>
                    <a:bodyPr/>
                    <a:lstStyle/>
                    <a:p>
                      <a:pPr algn="r">
                        <a:buNone/>
                      </a:pPr>
                      <a:r>
                        <a:rPr lang="ja-JP" sz="975">
                          <a:effectLst/>
                        </a:rPr>
                        <a:t>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87937856"/>
                  </a:ext>
                </a:extLst>
              </a:tr>
              <a:tr h="0">
                <a:tc>
                  <a:txBody>
                    <a:bodyPr/>
                    <a:lstStyle/>
                    <a:p>
                      <a:pPr algn="r">
                        <a:buNone/>
                      </a:pPr>
                      <a:r>
                        <a:rPr lang="ja-JP" sz="975">
                          <a:effectLst/>
                        </a:rPr>
                        <a:t>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right_elbow</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77558598"/>
                  </a:ext>
                </a:extLst>
              </a:tr>
              <a:tr h="0">
                <a:tc>
                  <a:txBody>
                    <a:bodyPr/>
                    <a:lstStyle/>
                    <a:p>
                      <a:pPr algn="r">
                        <a:buNone/>
                      </a:pPr>
                      <a:r>
                        <a:rPr lang="ja-JP" sz="975">
                          <a:effectLst/>
                        </a:rPr>
                        <a:t>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739542079"/>
                  </a:ext>
                </a:extLst>
              </a:tr>
              <a:tr h="0">
                <a:tc>
                  <a:txBody>
                    <a:bodyPr/>
                    <a:lstStyle/>
                    <a:p>
                      <a:pPr algn="r">
                        <a:buNone/>
                      </a:pPr>
                      <a:r>
                        <a:rPr lang="ja-JP" sz="975">
                          <a:effectLst/>
                        </a:rPr>
                        <a:t>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right_wrist</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98690001"/>
                  </a:ext>
                </a:extLst>
              </a:tr>
              <a:tr h="0">
                <a:tc>
                  <a:txBody>
                    <a:bodyPr/>
                    <a:lstStyle/>
                    <a:p>
                      <a:pPr algn="r">
                        <a:buNone/>
                      </a:pPr>
                      <a:r>
                        <a:rPr lang="ja-JP" sz="975">
                          <a:effectLst/>
                        </a:rPr>
                        <a:t>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615444910"/>
                  </a:ext>
                </a:extLst>
              </a:tr>
              <a:tr h="0">
                <a:tc>
                  <a:txBody>
                    <a:bodyPr/>
                    <a:lstStyle/>
                    <a:p>
                      <a:pPr algn="r">
                        <a:buNone/>
                      </a:pPr>
                      <a:r>
                        <a:rPr lang="ja-JP" sz="975">
                          <a:effectLst/>
                        </a:rPr>
                        <a:t>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right_hip</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839181075"/>
                  </a:ext>
                </a:extLst>
              </a:tr>
              <a:tr h="0">
                <a:tc>
                  <a:txBody>
                    <a:bodyPr/>
                    <a:lstStyle/>
                    <a:p>
                      <a:pPr algn="r">
                        <a:buNone/>
                      </a:pPr>
                      <a:r>
                        <a:rPr lang="ja-JP" sz="975">
                          <a:effectLst/>
                        </a:rPr>
                        <a:t>9</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360034797"/>
                  </a:ext>
                </a:extLst>
              </a:tr>
              <a:tr h="0">
                <a:tc>
                  <a:txBody>
                    <a:bodyPr/>
                    <a:lstStyle/>
                    <a:p>
                      <a:pPr algn="r">
                        <a:buNone/>
                      </a:pPr>
                      <a:r>
                        <a:rPr lang="ja-JP" sz="975">
                          <a:effectLst/>
                        </a:rPr>
                        <a:t>10</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right_knee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68845344"/>
                  </a:ext>
                </a:extLst>
              </a:tr>
              <a:tr h="0">
                <a:tc>
                  <a:txBody>
                    <a:bodyPr/>
                    <a:lstStyle/>
                    <a:p>
                      <a:pPr algn="r">
                        <a:buNone/>
                      </a:pPr>
                      <a:r>
                        <a:rPr lang="ja-JP" sz="975">
                          <a:effectLst/>
                        </a:rPr>
                        <a:t>11</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left_ankle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155635102"/>
                  </a:ext>
                </a:extLst>
              </a:tr>
              <a:tr h="0">
                <a:tc>
                  <a:txBody>
                    <a:bodyPr/>
                    <a:lstStyle/>
                    <a:p>
                      <a:pPr algn="r">
                        <a:buNone/>
                      </a:pPr>
                      <a:r>
                        <a:rPr lang="ja-JP" sz="975">
                          <a:effectLst/>
                        </a:rPr>
                        <a:t>12</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right_ankle</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264139350"/>
                  </a:ext>
                </a:extLst>
              </a:tr>
              <a:tr h="0">
                <a:tc>
                  <a:txBody>
                    <a:bodyPr/>
                    <a:lstStyle/>
                    <a:p>
                      <a:pPr algn="r">
                        <a:buNone/>
                      </a:pPr>
                      <a:r>
                        <a:rPr lang="ja-JP" sz="975">
                          <a:effectLst/>
                        </a:rPr>
                        <a:t>13</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spine0</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4060109477"/>
                  </a:ext>
                </a:extLst>
              </a:tr>
              <a:tr h="0">
                <a:tc>
                  <a:txBody>
                    <a:bodyPr/>
                    <a:lstStyle/>
                    <a:p>
                      <a:pPr algn="r">
                        <a:buNone/>
                      </a:pPr>
                      <a:r>
                        <a:rPr lang="ja-JP" sz="975">
                          <a:effectLst/>
                        </a:rPr>
                        <a:t>14</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spine1</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31755842"/>
                  </a:ext>
                </a:extLst>
              </a:tr>
              <a:tr h="0">
                <a:tc>
                  <a:txBody>
                    <a:bodyPr/>
                    <a:lstStyle/>
                    <a:p>
                      <a:pPr algn="r">
                        <a:buNone/>
                      </a:pPr>
                      <a:r>
                        <a:rPr lang="ja-JP" sz="975">
                          <a:effectLst/>
                        </a:rPr>
                        <a:t>15</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spine2</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256477390"/>
                  </a:ext>
                </a:extLst>
              </a:tr>
              <a:tr h="0">
                <a:tc>
                  <a:txBody>
                    <a:bodyPr/>
                    <a:lstStyle/>
                    <a:p>
                      <a:pPr algn="r">
                        <a:buNone/>
                      </a:pPr>
                      <a:r>
                        <a:rPr lang="ja-JP" sz="975">
                          <a:effectLst/>
                        </a:rPr>
                        <a:t>16</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spine3</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3913122963"/>
                  </a:ext>
                </a:extLst>
              </a:tr>
              <a:tr h="0">
                <a:tc>
                  <a:txBody>
                    <a:bodyPr/>
                    <a:lstStyle/>
                    <a:p>
                      <a:pPr algn="r">
                        <a:buNone/>
                      </a:pPr>
                      <a:r>
                        <a:rPr lang="ja-JP" sz="975">
                          <a:effectLst/>
                        </a:rPr>
                        <a:t>17</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spine4</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35353813"/>
                  </a:ext>
                </a:extLst>
              </a:tr>
              <a:tr h="0">
                <a:tc>
                  <a:txBody>
                    <a:bodyPr/>
                    <a:lstStyle/>
                    <a:p>
                      <a:pPr algn="r">
                        <a:buNone/>
                      </a:pPr>
                      <a:r>
                        <a:rPr lang="ja-JP" sz="975">
                          <a:effectLst/>
                        </a:rPr>
                        <a:t>18</a:t>
                      </a:r>
                      <a:endParaRPr lang="ja-JP" sz="975" b="0" i="0">
                        <a:solidFill>
                          <a:srgbClr val="BFBFBF"/>
                        </a:solidFill>
                        <a:effectLst/>
                        <a:latin typeface="Segoe WPC"/>
                      </a:endParaRPr>
                    </a:p>
                  </a:txBody>
                  <a:tcPr marL="57150" marR="57150" marT="38100" marB="38100" anchor="ctr"/>
                </a:tc>
                <a:tc>
                  <a:txBody>
                    <a:bodyPr/>
                    <a:lstStyle/>
                    <a:p>
                      <a:pPr algn="l">
                        <a:buNone/>
                      </a:pPr>
                      <a:r>
                        <a:rPr lang="ja-JP" sz="975">
                          <a:effectLst/>
                        </a:rPr>
                        <a:t>spine5</a:t>
                      </a:r>
                      <a:endParaRPr lang="ja-JP" sz="975" b="0" i="0">
                        <a:solidFill>
                          <a:srgbClr val="BFBFBF"/>
                        </a:solidFill>
                        <a:effectLst/>
                        <a:latin typeface="Segoe WPC"/>
                      </a:endParaRPr>
                    </a:p>
                  </a:txBody>
                  <a:tcPr marL="57150" marR="57150" marT="38100" marB="38100" anchor="ctr"/>
                </a:tc>
                <a:extLst>
                  <a:ext uri="{0D108BD9-81ED-4DB2-BD59-A6C34878D82A}">
                    <a16:rowId xmlns:a16="http://schemas.microsoft.com/office/drawing/2014/main" val="1029390938"/>
                  </a:ext>
                </a:extLst>
              </a:tr>
            </a:tbl>
          </a:graphicData>
        </a:graphic>
      </p:graphicFrame>
      <p:pic>
        <p:nvPicPr>
          <p:cNvPr id="9" name="図 8">
            <a:extLst>
              <a:ext uri="{FF2B5EF4-FFF2-40B4-BE49-F238E27FC236}">
                <a16:creationId xmlns:a16="http://schemas.microsoft.com/office/drawing/2014/main" id="{0267AA8A-F959-746E-7534-C4E93B0FA3D7}"/>
              </a:ext>
            </a:extLst>
          </p:cNvPr>
          <p:cNvPicPr>
            <a:picLocks noChangeAspect="1"/>
          </p:cNvPicPr>
          <p:nvPr/>
        </p:nvPicPr>
        <p:blipFill>
          <a:blip r:embed="rId3"/>
          <a:stretch>
            <a:fillRect/>
          </a:stretch>
        </p:blipFill>
        <p:spPr>
          <a:xfrm>
            <a:off x="1698788" y="1765573"/>
            <a:ext cx="4338631" cy="3955810"/>
          </a:xfrm>
          <a:prstGeom prst="rect">
            <a:avLst/>
          </a:prstGeom>
        </p:spPr>
      </p:pic>
    </p:spTree>
    <p:extLst>
      <p:ext uri="{BB962C8B-B14F-4D97-AF65-F5344CB8AC3E}">
        <p14:creationId xmlns:p14="http://schemas.microsoft.com/office/powerpoint/2010/main" val="3476658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A7671-5DF0-1F91-594A-AA87AB8B16ED}"/>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8CED324-80D9-722D-70D8-E38E41EFB86E}"/>
              </a:ext>
            </a:extLst>
          </p:cNvPr>
          <p:cNvSpPr>
            <a:spLocks noGrp="1"/>
          </p:cNvSpPr>
          <p:nvPr>
            <p:ph type="sldNum" sz="quarter" idx="12"/>
          </p:nvPr>
        </p:nvSpPr>
        <p:spPr/>
        <p:txBody>
          <a:bodyPr/>
          <a:lstStyle/>
          <a:p>
            <a:fld id="{465F6A33-8929-41AA-8A25-00E3AA79F1EE}" type="slidenum">
              <a:rPr lang="en-US" smtClean="0"/>
              <a:t>8</a:t>
            </a:fld>
            <a:endParaRPr lang="en-US"/>
          </a:p>
        </p:txBody>
      </p:sp>
      <p:sp>
        <p:nvSpPr>
          <p:cNvPr id="11" name="テキスト ボックス 10">
            <a:extLst>
              <a:ext uri="{FF2B5EF4-FFF2-40B4-BE49-F238E27FC236}">
                <a16:creationId xmlns:a16="http://schemas.microsoft.com/office/drawing/2014/main" id="{1873C7D6-14F4-DE90-DBA0-3C748C542061}"/>
              </a:ext>
            </a:extLst>
          </p:cNvPr>
          <p:cNvSpPr txBox="1"/>
          <p:nvPr/>
        </p:nvSpPr>
        <p:spPr>
          <a:xfrm>
            <a:off x="277091" y="258618"/>
            <a:ext cx="6465454" cy="646331"/>
          </a:xfrm>
          <a:prstGeom prst="rect">
            <a:avLst/>
          </a:prstGeom>
          <a:noFill/>
        </p:spPr>
        <p:txBody>
          <a:bodyPr wrap="square" rtlCol="0">
            <a:spAutoFit/>
          </a:bodyPr>
          <a:lstStyle/>
          <a:p>
            <a:r>
              <a:rPr kumimoji="1" lang="ja-JP" altLang="en-US" sz="3600"/>
              <a:t>評価 </a:t>
            </a:r>
            <a:r>
              <a:rPr lang="ja-JP" altLang="en-US" sz="3600" b="1">
                <a:solidFill>
                  <a:srgbClr val="222222"/>
                </a:solidFill>
                <a:latin typeface="Noto Sans JP"/>
              </a:rPr>
              <a:t>工程③ 恒常性</a:t>
            </a:r>
            <a:endParaRPr lang="en-US" altLang="ja-JP" sz="3600" b="1">
              <a:solidFill>
                <a:srgbClr val="222222"/>
              </a:solidFill>
              <a:latin typeface="Noto Sans JP"/>
            </a:endParaRPr>
          </a:p>
        </p:txBody>
      </p:sp>
      <p:cxnSp>
        <p:nvCxnSpPr>
          <p:cNvPr id="10" name="直線コネクタ 9">
            <a:extLst>
              <a:ext uri="{FF2B5EF4-FFF2-40B4-BE49-F238E27FC236}">
                <a16:creationId xmlns:a16="http://schemas.microsoft.com/office/drawing/2014/main" id="{682CD847-AF34-AAE5-7A96-B26DE81DCBC0}"/>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9110F28A-CA9B-779F-0836-DA711CD3014F}"/>
              </a:ext>
            </a:extLst>
          </p:cNvPr>
          <p:cNvSpPr txBox="1"/>
          <p:nvPr/>
        </p:nvSpPr>
        <p:spPr>
          <a:xfrm>
            <a:off x="581025" y="1218905"/>
            <a:ext cx="10772775" cy="923330"/>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工程③</a:t>
            </a:r>
            <a:r>
              <a:rPr lang="en-US" altLang="ja-JP" sz="2000" b="1" dirty="0">
                <a:solidFill>
                  <a:srgbClr val="222222"/>
                </a:solidFill>
                <a:latin typeface="Noto Sans JP"/>
              </a:rPr>
              <a:t> </a:t>
            </a:r>
            <a:r>
              <a:rPr lang="ja-JP" altLang="en-US" sz="2000" b="1" dirty="0">
                <a:solidFill>
                  <a:srgbClr val="222222"/>
                </a:solidFill>
                <a:latin typeface="Noto Sans JP"/>
              </a:rPr>
              <a:t>恒常性の評価</a:t>
            </a:r>
            <a:endParaRPr lang="en-US" altLang="ja-JP" sz="2000" b="1" dirty="0">
              <a:solidFill>
                <a:srgbClr val="222222"/>
              </a:solidFill>
              <a:latin typeface="Noto Sans JP"/>
            </a:endParaRPr>
          </a:p>
          <a:p>
            <a:pPr>
              <a:lnSpc>
                <a:spcPts val="2400"/>
              </a:lnSpc>
            </a:pPr>
            <a:r>
              <a:rPr lang="en-US" altLang="ja-JP" sz="2000" dirty="0">
                <a:solidFill>
                  <a:srgbClr val="222222"/>
                </a:solidFill>
                <a:latin typeface="Noto Sans JP"/>
              </a:rPr>
              <a:t>head〜spine5</a:t>
            </a:r>
            <a:r>
              <a:rPr lang="ja-JP" altLang="en-US" sz="2000" dirty="0">
                <a:solidFill>
                  <a:srgbClr val="222222"/>
                </a:solidFill>
                <a:latin typeface="Noto Sans JP"/>
              </a:rPr>
              <a:t>の</a:t>
            </a:r>
            <a:r>
              <a:rPr lang="en-US" altLang="ja-JP" sz="2000" dirty="0">
                <a:solidFill>
                  <a:srgbClr val="222222"/>
                </a:solidFill>
                <a:latin typeface="Noto Sans JP"/>
              </a:rPr>
              <a:t>6</a:t>
            </a:r>
            <a:r>
              <a:rPr lang="ja-JP" altLang="en-US" sz="2000" dirty="0">
                <a:solidFill>
                  <a:srgbClr val="222222"/>
                </a:solidFill>
                <a:latin typeface="Noto Sans JP"/>
              </a:rPr>
              <a:t>区間の長さを算出、フレーム間の変動係数</a:t>
            </a:r>
            <a:r>
              <a:rPr lang="en-US" altLang="ja-JP" sz="2000" dirty="0">
                <a:solidFill>
                  <a:srgbClr val="222222"/>
                </a:solidFill>
                <a:latin typeface="Noto Sans JP"/>
              </a:rPr>
              <a:t>(CV</a:t>
            </a:r>
            <a:r>
              <a:rPr lang="ja-JP" altLang="en-US" sz="2000" dirty="0">
                <a:solidFill>
                  <a:srgbClr val="222222"/>
                </a:solidFill>
                <a:latin typeface="Noto Sans JP"/>
              </a:rPr>
              <a:t>＝標準偏差</a:t>
            </a:r>
            <a:r>
              <a:rPr lang="en-US" altLang="ja-JP" sz="2000" dirty="0">
                <a:solidFill>
                  <a:srgbClr val="222222"/>
                </a:solidFill>
                <a:latin typeface="Noto Sans JP"/>
              </a:rPr>
              <a:t>/</a:t>
            </a:r>
            <a:r>
              <a:rPr lang="ja-JP" altLang="en-US" sz="2000" dirty="0">
                <a:solidFill>
                  <a:srgbClr val="222222"/>
                </a:solidFill>
                <a:latin typeface="Noto Sans JP"/>
              </a:rPr>
              <a:t>平均値</a:t>
            </a:r>
            <a:r>
              <a:rPr lang="en-US" altLang="ja-JP" sz="2000" dirty="0">
                <a:solidFill>
                  <a:srgbClr val="222222"/>
                </a:solidFill>
                <a:latin typeface="Noto Sans JP"/>
              </a:rPr>
              <a:t>)</a:t>
            </a:r>
            <a:r>
              <a:rPr lang="ja-JP" altLang="en-US" sz="2000" dirty="0">
                <a:solidFill>
                  <a:srgbClr val="222222"/>
                </a:solidFill>
                <a:latin typeface="Noto Sans JP"/>
              </a:rPr>
              <a:t>を推定結果と正解データで比較</a:t>
            </a:r>
            <a:endParaRPr lang="en-US" altLang="ja-JP" sz="2000" b="1" dirty="0">
              <a:solidFill>
                <a:srgbClr val="222222"/>
              </a:solidFill>
              <a:latin typeface="Noto Sans JP"/>
            </a:endParaRPr>
          </a:p>
        </p:txBody>
      </p:sp>
      <p:sp>
        <p:nvSpPr>
          <p:cNvPr id="2" name="Footer Placeholder 4">
            <a:extLst>
              <a:ext uri="{FF2B5EF4-FFF2-40B4-BE49-F238E27FC236}">
                <a16:creationId xmlns:a16="http://schemas.microsoft.com/office/drawing/2014/main" id="{32E2AF87-0EC3-81D9-4AB2-86BBF2557BA4}"/>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32B42386-14B6-9B33-E60A-EDA2DB02D5AF}"/>
              </a:ext>
            </a:extLst>
          </p:cNvPr>
          <p:cNvSpPr>
            <a:spLocks noGrp="1"/>
          </p:cNvSpPr>
          <p:nvPr>
            <p:ph type="dt" sz="half" idx="10"/>
          </p:nvPr>
        </p:nvSpPr>
        <p:spPr>
          <a:xfrm>
            <a:off x="838200" y="6449338"/>
            <a:ext cx="2743200" cy="365125"/>
          </a:xfrm>
        </p:spPr>
        <p:txBody>
          <a:bodyPr/>
          <a:lstStyle/>
          <a:p>
            <a:r>
              <a:rPr lang="en-US"/>
              <a:t>2026/9/24</a:t>
            </a:r>
          </a:p>
        </p:txBody>
      </p:sp>
      <p:sp>
        <p:nvSpPr>
          <p:cNvPr id="17" name="TextBox 11">
            <a:extLst>
              <a:ext uri="{FF2B5EF4-FFF2-40B4-BE49-F238E27FC236}">
                <a16:creationId xmlns:a16="http://schemas.microsoft.com/office/drawing/2014/main" id="{B09F0192-B95E-3FAA-855E-9F21C371D09D}"/>
              </a:ext>
            </a:extLst>
          </p:cNvPr>
          <p:cNvSpPr txBox="1"/>
          <p:nvPr/>
        </p:nvSpPr>
        <p:spPr>
          <a:xfrm>
            <a:off x="1359619" y="2838655"/>
            <a:ext cx="5357957" cy="215444"/>
          </a:xfrm>
          <a:prstGeom prst="rect">
            <a:avLst/>
          </a:prstGeom>
          <a:noFill/>
        </p:spPr>
        <p:txBody>
          <a:bodyPr wrap="square" lIns="0" tIns="0" rIns="0" bIns="0">
            <a:spAutoFit/>
          </a:bodyPr>
          <a:lstStyle/>
          <a:p>
            <a:pPr algn="ctr">
              <a:spcAft>
                <a:spcPts val="400"/>
              </a:spcAft>
            </a:pPr>
            <a:r>
              <a:rPr lang="ja-JP" altLang="en-US" sz="1400" dirty="0">
                <a:solidFill>
                  <a:srgbClr val="222222"/>
                </a:solidFill>
                <a:latin typeface="Noto Sans JP"/>
              </a:rPr>
              <a:t>各キーポイント間の距離の</a:t>
            </a:r>
            <a:r>
              <a:rPr lang="en-US" altLang="ja-JP" sz="1400" dirty="0">
                <a:solidFill>
                  <a:srgbClr val="222222"/>
                </a:solidFill>
                <a:latin typeface="Noto Sans JP"/>
              </a:rPr>
              <a:t>CV</a:t>
            </a:r>
            <a:r>
              <a:rPr lang="ja-JP" altLang="en-US" sz="1400" dirty="0">
                <a:solidFill>
                  <a:srgbClr val="222222"/>
                </a:solidFill>
                <a:latin typeface="Noto Sans JP"/>
              </a:rPr>
              <a:t>の比較</a:t>
            </a:r>
            <a:endParaRPr sz="1400" b="0" dirty="0">
              <a:solidFill>
                <a:srgbClr val="222222"/>
              </a:solidFill>
              <a:latin typeface="Noto Sans JP"/>
            </a:endParaRPr>
          </a:p>
        </p:txBody>
      </p:sp>
      <p:sp>
        <p:nvSpPr>
          <p:cNvPr id="8" name="TextBox 3">
            <a:extLst>
              <a:ext uri="{FF2B5EF4-FFF2-40B4-BE49-F238E27FC236}">
                <a16:creationId xmlns:a16="http://schemas.microsoft.com/office/drawing/2014/main" id="{51F0311F-0E5D-E4BF-939C-8210616917C6}"/>
              </a:ext>
            </a:extLst>
          </p:cNvPr>
          <p:cNvSpPr txBox="1"/>
          <p:nvPr/>
        </p:nvSpPr>
        <p:spPr>
          <a:xfrm>
            <a:off x="7570224" y="3637155"/>
            <a:ext cx="4015069" cy="923330"/>
          </a:xfrm>
          <a:prstGeom prst="rect">
            <a:avLst/>
          </a:prstGeom>
          <a:noFill/>
        </p:spPr>
        <p:txBody>
          <a:bodyPr wrap="square" lIns="0" tIns="0" rIns="0" bIns="0" anchor="t">
            <a:spAutoFit/>
          </a:bodyPr>
          <a:lstStyle/>
          <a:p>
            <a:pPr>
              <a:lnSpc>
                <a:spcPts val="2400"/>
              </a:lnSpc>
            </a:pPr>
            <a:r>
              <a:rPr lang="ja-JP" altLang="en-US" sz="2000" dirty="0">
                <a:solidFill>
                  <a:srgbClr val="222222"/>
                </a:solidFill>
                <a:latin typeface="Noto Sans JP"/>
              </a:rPr>
              <a:t>動画全体の推定結果は、同程度の精度が出ている</a:t>
            </a:r>
          </a:p>
          <a:p>
            <a:pPr>
              <a:lnSpc>
                <a:spcPts val="2400"/>
              </a:lnSpc>
            </a:pPr>
            <a:endParaRPr lang="en-US" altLang="ja-JP" sz="2000" dirty="0">
              <a:solidFill>
                <a:srgbClr val="222222"/>
              </a:solidFill>
              <a:latin typeface="Noto Sans JP"/>
            </a:endParaRPr>
          </a:p>
        </p:txBody>
      </p:sp>
      <p:graphicFrame>
        <p:nvGraphicFramePr>
          <p:cNvPr id="4" name="表 3">
            <a:extLst>
              <a:ext uri="{FF2B5EF4-FFF2-40B4-BE49-F238E27FC236}">
                <a16:creationId xmlns:a16="http://schemas.microsoft.com/office/drawing/2014/main" id="{FB50E70B-F67E-4709-ABDA-01312C6BE3AB}"/>
              </a:ext>
            </a:extLst>
          </p:cNvPr>
          <p:cNvGraphicFramePr>
            <a:graphicFrameLocks noGrp="1"/>
          </p:cNvGraphicFramePr>
          <p:nvPr>
            <p:extLst>
              <p:ext uri="{D42A27DB-BD31-4B8C-83A1-F6EECF244321}">
                <p14:modId xmlns:p14="http://schemas.microsoft.com/office/powerpoint/2010/main" val="3346708983"/>
              </p:ext>
            </p:extLst>
          </p:nvPr>
        </p:nvGraphicFramePr>
        <p:xfrm>
          <a:off x="1092991" y="3221121"/>
          <a:ext cx="5891215" cy="2678728"/>
        </p:xfrm>
        <a:graphic>
          <a:graphicData uri="http://schemas.openxmlformats.org/drawingml/2006/table">
            <a:tbl>
              <a:tblPr>
                <a:tableStyleId>{5C22544A-7EE6-4342-B048-85BDC9FD1C3A}</a:tableStyleId>
              </a:tblPr>
              <a:tblGrid>
                <a:gridCol w="1178243">
                  <a:extLst>
                    <a:ext uri="{9D8B030D-6E8A-4147-A177-3AD203B41FA5}">
                      <a16:colId xmlns:a16="http://schemas.microsoft.com/office/drawing/2014/main" val="1323262420"/>
                    </a:ext>
                  </a:extLst>
                </a:gridCol>
                <a:gridCol w="1178243">
                  <a:extLst>
                    <a:ext uri="{9D8B030D-6E8A-4147-A177-3AD203B41FA5}">
                      <a16:colId xmlns:a16="http://schemas.microsoft.com/office/drawing/2014/main" val="3254722151"/>
                    </a:ext>
                  </a:extLst>
                </a:gridCol>
                <a:gridCol w="1178243">
                  <a:extLst>
                    <a:ext uri="{9D8B030D-6E8A-4147-A177-3AD203B41FA5}">
                      <a16:colId xmlns:a16="http://schemas.microsoft.com/office/drawing/2014/main" val="2059956525"/>
                    </a:ext>
                  </a:extLst>
                </a:gridCol>
                <a:gridCol w="1178243">
                  <a:extLst>
                    <a:ext uri="{9D8B030D-6E8A-4147-A177-3AD203B41FA5}">
                      <a16:colId xmlns:a16="http://schemas.microsoft.com/office/drawing/2014/main" val="3965779440"/>
                    </a:ext>
                  </a:extLst>
                </a:gridCol>
                <a:gridCol w="1178243">
                  <a:extLst>
                    <a:ext uri="{9D8B030D-6E8A-4147-A177-3AD203B41FA5}">
                      <a16:colId xmlns:a16="http://schemas.microsoft.com/office/drawing/2014/main" val="1810227715"/>
                    </a:ext>
                  </a:extLst>
                </a:gridCol>
              </a:tblGrid>
              <a:tr h="334841">
                <a:tc>
                  <a:txBody>
                    <a:bodyPr/>
                    <a:lstStyle/>
                    <a:p>
                      <a:pPr algn="l" fontAlgn="ctr">
                        <a:buNone/>
                      </a:pP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gridSpan="2">
                  <a:txBody>
                    <a:bodyPr/>
                    <a:lstStyle/>
                    <a:p>
                      <a:pPr algn="ctr" fontAlgn="ctr">
                        <a:buNone/>
                      </a:pPr>
                      <a:r>
                        <a:rPr lang="ja-JP" sz="1600" u="none" strike="noStrike">
                          <a:effectLst/>
                        </a:rPr>
                        <a:t>2D</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hMerge="1">
                  <a:txBody>
                    <a:bodyPr/>
                    <a:lstStyle/>
                    <a:p>
                      <a:endParaRPr kumimoji="1" lang="ja-JP" altLang="en-US"/>
                    </a:p>
                  </a:txBody>
                  <a:tcPr/>
                </a:tc>
                <a:tc gridSpan="2">
                  <a:txBody>
                    <a:bodyPr/>
                    <a:lstStyle/>
                    <a:p>
                      <a:pPr algn="ctr" fontAlgn="ctr">
                        <a:buNone/>
                      </a:pPr>
                      <a:r>
                        <a:rPr lang="ja-JP" sz="1600" u="none" strike="noStrike">
                          <a:effectLst/>
                        </a:rPr>
                        <a:t>3D</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hMerge="1">
                  <a:txBody>
                    <a:bodyPr/>
                    <a:lstStyle/>
                    <a:p>
                      <a:endParaRPr kumimoji="1" lang="ja-JP" altLang="en-US"/>
                    </a:p>
                  </a:txBody>
                  <a:tcPr/>
                </a:tc>
                <a:extLst>
                  <a:ext uri="{0D108BD9-81ED-4DB2-BD59-A6C34878D82A}">
                    <a16:rowId xmlns:a16="http://schemas.microsoft.com/office/drawing/2014/main" val="3254438282"/>
                  </a:ext>
                </a:extLst>
              </a:tr>
              <a:tr h="334841">
                <a:tc>
                  <a:txBody>
                    <a:bodyPr/>
                    <a:lstStyle/>
                    <a:p>
                      <a:pPr algn="l" fontAlgn="ctr">
                        <a:buNone/>
                      </a:pPr>
                      <a:r>
                        <a:rPr lang="ja-JP" sz="1600" u="none" strike="noStrike">
                          <a:effectLst/>
                        </a:rPr>
                        <a:t>区間</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600" u="none" strike="noStrike" dirty="0">
                          <a:effectLst/>
                        </a:rPr>
                        <a:t>推定</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600" u="none" strike="noStrike">
                          <a:effectLst/>
                        </a:rPr>
                        <a:t>正解</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600" u="none" strike="noStrike" dirty="0">
                          <a:effectLst/>
                        </a:rPr>
                        <a:t>推定</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600" u="none" strike="noStrike">
                          <a:effectLst/>
                        </a:rPr>
                        <a:t>正解</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761130338"/>
                  </a:ext>
                </a:extLst>
              </a:tr>
              <a:tr h="334841">
                <a:tc>
                  <a:txBody>
                    <a:bodyPr/>
                    <a:lstStyle/>
                    <a:p>
                      <a:pPr algn="l" fontAlgn="ctr">
                        <a:buNone/>
                      </a:pPr>
                      <a:r>
                        <a:rPr lang="ja-JP" sz="1600" u="none" strike="noStrike">
                          <a:effectLst/>
                        </a:rPr>
                        <a:t>頭-背0</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0.649</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0.1162</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0.102</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0.029</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758866639"/>
                  </a:ext>
                </a:extLst>
              </a:tr>
              <a:tr h="334841">
                <a:tc>
                  <a:txBody>
                    <a:bodyPr/>
                    <a:lstStyle/>
                    <a:p>
                      <a:pPr algn="l" fontAlgn="ctr">
                        <a:buNone/>
                      </a:pPr>
                      <a:r>
                        <a:rPr lang="ja-JP" sz="1600" u="none" strike="noStrike">
                          <a:effectLst/>
                        </a:rPr>
                        <a:t>背0-背1</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1.016</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0.0108</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0.582</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0.000</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94368949"/>
                  </a:ext>
                </a:extLst>
              </a:tr>
              <a:tr h="334841">
                <a:tc>
                  <a:txBody>
                    <a:bodyPr/>
                    <a:lstStyle/>
                    <a:p>
                      <a:pPr algn="l" fontAlgn="ctr">
                        <a:buNone/>
                      </a:pPr>
                      <a:r>
                        <a:rPr lang="ja-JP" sz="1600" u="none" strike="noStrike">
                          <a:effectLst/>
                        </a:rPr>
                        <a:t>背1-背2</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1.026</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0.0128</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0.424</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0.000</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438212068"/>
                  </a:ext>
                </a:extLst>
              </a:tr>
              <a:tr h="334841">
                <a:tc>
                  <a:txBody>
                    <a:bodyPr/>
                    <a:lstStyle/>
                    <a:p>
                      <a:pPr algn="l" fontAlgn="ctr">
                        <a:buNone/>
                      </a:pPr>
                      <a:r>
                        <a:rPr lang="ja-JP" sz="1600" u="none" strike="noStrike">
                          <a:effectLst/>
                        </a:rPr>
                        <a:t>背2-背3</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1.336</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0.0319</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0.750</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0.000</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161823178"/>
                  </a:ext>
                </a:extLst>
              </a:tr>
              <a:tr h="334841">
                <a:tc>
                  <a:txBody>
                    <a:bodyPr/>
                    <a:lstStyle/>
                    <a:p>
                      <a:pPr algn="l" fontAlgn="ctr">
                        <a:buNone/>
                      </a:pPr>
                      <a:r>
                        <a:rPr lang="ja-JP" sz="1600" u="none" strike="noStrike">
                          <a:effectLst/>
                        </a:rPr>
                        <a:t>背3-背4</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1.212</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0.1997</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0.672</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0.000</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945821458"/>
                  </a:ext>
                </a:extLst>
              </a:tr>
              <a:tr h="334841">
                <a:tc>
                  <a:txBody>
                    <a:bodyPr/>
                    <a:lstStyle/>
                    <a:p>
                      <a:pPr algn="l" fontAlgn="ctr">
                        <a:buNone/>
                      </a:pPr>
                      <a:r>
                        <a:rPr lang="ja-JP" sz="1600" u="none" strike="noStrike">
                          <a:effectLst/>
                        </a:rPr>
                        <a:t>背4-背5</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1.321</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0.1554</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0.522</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0.000</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562840512"/>
                  </a:ext>
                </a:extLst>
              </a:tr>
            </a:tbl>
          </a:graphicData>
        </a:graphic>
      </p:graphicFrame>
    </p:spTree>
    <p:extLst>
      <p:ext uri="{BB962C8B-B14F-4D97-AF65-F5344CB8AC3E}">
        <p14:creationId xmlns:p14="http://schemas.microsoft.com/office/powerpoint/2010/main" val="683892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6F070-4E7E-413D-466D-4F612D192574}"/>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67A36B5-72D7-3669-EDEE-72B0D7D5AB2C}"/>
              </a:ext>
            </a:extLst>
          </p:cNvPr>
          <p:cNvSpPr>
            <a:spLocks noGrp="1"/>
          </p:cNvSpPr>
          <p:nvPr>
            <p:ph type="sldNum" sz="quarter" idx="12"/>
          </p:nvPr>
        </p:nvSpPr>
        <p:spPr/>
        <p:txBody>
          <a:bodyPr/>
          <a:lstStyle/>
          <a:p>
            <a:fld id="{465F6A33-8929-41AA-8A25-00E3AA79F1EE}" type="slidenum">
              <a:rPr lang="en-US" smtClean="0"/>
              <a:t>9</a:t>
            </a:fld>
            <a:endParaRPr lang="en-US"/>
          </a:p>
        </p:txBody>
      </p:sp>
      <p:sp>
        <p:nvSpPr>
          <p:cNvPr id="11" name="テキスト ボックス 10">
            <a:extLst>
              <a:ext uri="{FF2B5EF4-FFF2-40B4-BE49-F238E27FC236}">
                <a16:creationId xmlns:a16="http://schemas.microsoft.com/office/drawing/2014/main" id="{FBAE4CE7-37B1-754C-7241-84E662D1BCBC}"/>
              </a:ext>
            </a:extLst>
          </p:cNvPr>
          <p:cNvSpPr txBox="1"/>
          <p:nvPr/>
        </p:nvSpPr>
        <p:spPr>
          <a:xfrm>
            <a:off x="277091" y="258618"/>
            <a:ext cx="6465454" cy="646331"/>
          </a:xfrm>
          <a:prstGeom prst="rect">
            <a:avLst/>
          </a:prstGeom>
          <a:noFill/>
        </p:spPr>
        <p:txBody>
          <a:bodyPr wrap="square" rtlCol="0">
            <a:spAutoFit/>
          </a:bodyPr>
          <a:lstStyle/>
          <a:p>
            <a:r>
              <a:rPr kumimoji="1" lang="ja-JP" altLang="en-US" sz="3600" dirty="0"/>
              <a:t>評価 </a:t>
            </a:r>
            <a:r>
              <a:rPr lang="ja-JP" altLang="en-US" sz="3600" b="1" dirty="0">
                <a:solidFill>
                  <a:srgbClr val="222222"/>
                </a:solidFill>
                <a:latin typeface="Noto Sans JP"/>
              </a:rPr>
              <a:t>工程③ 恒常性</a:t>
            </a:r>
            <a:endParaRPr lang="en-US" altLang="ja-JP" sz="3600" b="1" dirty="0">
              <a:solidFill>
                <a:srgbClr val="222222"/>
              </a:solidFill>
              <a:latin typeface="Noto Sans JP"/>
            </a:endParaRPr>
          </a:p>
        </p:txBody>
      </p:sp>
      <p:cxnSp>
        <p:nvCxnSpPr>
          <p:cNvPr id="10" name="直線コネクタ 9">
            <a:extLst>
              <a:ext uri="{FF2B5EF4-FFF2-40B4-BE49-F238E27FC236}">
                <a16:creationId xmlns:a16="http://schemas.microsoft.com/office/drawing/2014/main" id="{4C7878A4-531C-04EE-3C16-C0FF816F7655}"/>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0AB27B1E-4E4A-BAE0-DFD9-D9071103CF9E}"/>
              </a:ext>
            </a:extLst>
          </p:cNvPr>
          <p:cNvSpPr txBox="1"/>
          <p:nvPr/>
        </p:nvSpPr>
        <p:spPr>
          <a:xfrm>
            <a:off x="581025" y="1174629"/>
            <a:ext cx="10772775" cy="615553"/>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工程③</a:t>
            </a:r>
            <a:r>
              <a:rPr lang="en-US" altLang="ja-JP" sz="2000" b="1" dirty="0">
                <a:solidFill>
                  <a:srgbClr val="222222"/>
                </a:solidFill>
                <a:latin typeface="Noto Sans JP"/>
              </a:rPr>
              <a:t> </a:t>
            </a:r>
            <a:r>
              <a:rPr lang="ja-JP" altLang="en-US" sz="2000" b="1" dirty="0">
                <a:solidFill>
                  <a:srgbClr val="222222"/>
                </a:solidFill>
                <a:latin typeface="Noto Sans JP"/>
              </a:rPr>
              <a:t>恒常性の評価</a:t>
            </a:r>
            <a:endParaRPr lang="en-US" altLang="ja-JP" sz="2000" b="1" dirty="0">
              <a:solidFill>
                <a:srgbClr val="222222"/>
              </a:solidFill>
              <a:latin typeface="Noto Sans JP"/>
            </a:endParaRPr>
          </a:p>
          <a:p>
            <a:pPr>
              <a:lnSpc>
                <a:spcPts val="2400"/>
              </a:lnSpc>
            </a:pPr>
            <a:r>
              <a:rPr lang="ja-JP" altLang="en-US" sz="2000" dirty="0">
                <a:solidFill>
                  <a:srgbClr val="222222"/>
                </a:solidFill>
                <a:latin typeface="Noto Sans JP"/>
              </a:rPr>
              <a:t>背中を丸めるシーンに注目</a:t>
            </a:r>
            <a:endParaRPr lang="en-US" altLang="ja-JP" sz="2000" dirty="0">
              <a:solidFill>
                <a:srgbClr val="222222"/>
              </a:solidFill>
              <a:latin typeface="Noto Sans JP"/>
            </a:endParaRPr>
          </a:p>
        </p:txBody>
      </p:sp>
      <p:sp>
        <p:nvSpPr>
          <p:cNvPr id="2" name="Footer Placeholder 4">
            <a:extLst>
              <a:ext uri="{FF2B5EF4-FFF2-40B4-BE49-F238E27FC236}">
                <a16:creationId xmlns:a16="http://schemas.microsoft.com/office/drawing/2014/main" id="{83F00EDD-93AE-FE05-09FB-69131DB373D8}"/>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442AABDF-7D8A-8903-B999-69670355874B}"/>
              </a:ext>
            </a:extLst>
          </p:cNvPr>
          <p:cNvSpPr>
            <a:spLocks noGrp="1"/>
          </p:cNvSpPr>
          <p:nvPr>
            <p:ph type="dt" sz="half" idx="10"/>
          </p:nvPr>
        </p:nvSpPr>
        <p:spPr>
          <a:xfrm>
            <a:off x="838200" y="6449338"/>
            <a:ext cx="2743200" cy="365125"/>
          </a:xfrm>
        </p:spPr>
        <p:txBody>
          <a:bodyPr/>
          <a:lstStyle/>
          <a:p>
            <a:r>
              <a:rPr lang="en-US"/>
              <a:t>2026/9/24</a:t>
            </a:r>
          </a:p>
        </p:txBody>
      </p:sp>
      <p:graphicFrame>
        <p:nvGraphicFramePr>
          <p:cNvPr id="5" name="表 4">
            <a:extLst>
              <a:ext uri="{FF2B5EF4-FFF2-40B4-BE49-F238E27FC236}">
                <a16:creationId xmlns:a16="http://schemas.microsoft.com/office/drawing/2014/main" id="{0DCFCCFF-3AB7-A1B2-ED35-E577EB6C5205}"/>
              </a:ext>
            </a:extLst>
          </p:cNvPr>
          <p:cNvGraphicFramePr>
            <a:graphicFrameLocks noGrp="1"/>
          </p:cNvGraphicFramePr>
          <p:nvPr>
            <p:extLst>
              <p:ext uri="{D42A27DB-BD31-4B8C-83A1-F6EECF244321}">
                <p14:modId xmlns:p14="http://schemas.microsoft.com/office/powerpoint/2010/main" val="910396683"/>
              </p:ext>
            </p:extLst>
          </p:nvPr>
        </p:nvGraphicFramePr>
        <p:xfrm>
          <a:off x="1528764" y="2538904"/>
          <a:ext cx="9207499" cy="3597892"/>
        </p:xfrm>
        <a:graphic>
          <a:graphicData uri="http://schemas.openxmlformats.org/drawingml/2006/table">
            <a:tbl>
              <a:tblPr>
                <a:tableStyleId>{5C22544A-7EE6-4342-B048-85BDC9FD1C3A}</a:tableStyleId>
              </a:tblPr>
              <a:tblGrid>
                <a:gridCol w="1315357">
                  <a:extLst>
                    <a:ext uri="{9D8B030D-6E8A-4147-A177-3AD203B41FA5}">
                      <a16:colId xmlns:a16="http://schemas.microsoft.com/office/drawing/2014/main" val="3406660543"/>
                    </a:ext>
                  </a:extLst>
                </a:gridCol>
                <a:gridCol w="1315357">
                  <a:extLst>
                    <a:ext uri="{9D8B030D-6E8A-4147-A177-3AD203B41FA5}">
                      <a16:colId xmlns:a16="http://schemas.microsoft.com/office/drawing/2014/main" val="2459444325"/>
                    </a:ext>
                  </a:extLst>
                </a:gridCol>
                <a:gridCol w="1315357">
                  <a:extLst>
                    <a:ext uri="{9D8B030D-6E8A-4147-A177-3AD203B41FA5}">
                      <a16:colId xmlns:a16="http://schemas.microsoft.com/office/drawing/2014/main" val="310412884"/>
                    </a:ext>
                  </a:extLst>
                </a:gridCol>
                <a:gridCol w="1315357">
                  <a:extLst>
                    <a:ext uri="{9D8B030D-6E8A-4147-A177-3AD203B41FA5}">
                      <a16:colId xmlns:a16="http://schemas.microsoft.com/office/drawing/2014/main" val="1830783033"/>
                    </a:ext>
                  </a:extLst>
                </a:gridCol>
                <a:gridCol w="1315357">
                  <a:extLst>
                    <a:ext uri="{9D8B030D-6E8A-4147-A177-3AD203B41FA5}">
                      <a16:colId xmlns:a16="http://schemas.microsoft.com/office/drawing/2014/main" val="3180837860"/>
                    </a:ext>
                  </a:extLst>
                </a:gridCol>
                <a:gridCol w="1315357">
                  <a:extLst>
                    <a:ext uri="{9D8B030D-6E8A-4147-A177-3AD203B41FA5}">
                      <a16:colId xmlns:a16="http://schemas.microsoft.com/office/drawing/2014/main" val="3783790799"/>
                    </a:ext>
                  </a:extLst>
                </a:gridCol>
                <a:gridCol w="1315357">
                  <a:extLst>
                    <a:ext uri="{9D8B030D-6E8A-4147-A177-3AD203B41FA5}">
                      <a16:colId xmlns:a16="http://schemas.microsoft.com/office/drawing/2014/main" val="2320491718"/>
                    </a:ext>
                  </a:extLst>
                </a:gridCol>
              </a:tblGrid>
              <a:tr h="264671">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gridSpan="3">
                  <a:txBody>
                    <a:bodyPr/>
                    <a:lstStyle/>
                    <a:p>
                      <a:pPr algn="ctr" fontAlgn="ctr">
                        <a:buNone/>
                      </a:pPr>
                      <a:r>
                        <a:rPr lang="ja-JP" sz="1600" u="none" strike="noStrike" dirty="0">
                          <a:effectLst/>
                        </a:rPr>
                        <a:t>2D</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hMerge="1">
                  <a:txBody>
                    <a:bodyPr/>
                    <a:lstStyle/>
                    <a:p>
                      <a:endParaRPr kumimoji="1" lang="ja-JP" altLang="en-US"/>
                    </a:p>
                  </a:txBody>
                  <a:tcPr/>
                </a:tc>
                <a:tc hMerge="1">
                  <a:txBody>
                    <a:bodyPr/>
                    <a:lstStyle/>
                    <a:p>
                      <a:endParaRPr kumimoji="1" lang="ja-JP" altLang="en-US"/>
                    </a:p>
                  </a:txBody>
                  <a:tcPr/>
                </a:tc>
                <a:tc gridSpan="3">
                  <a:txBody>
                    <a:bodyPr/>
                    <a:lstStyle/>
                    <a:p>
                      <a:pPr algn="ctr" fontAlgn="ctr">
                        <a:buNone/>
                      </a:pPr>
                      <a:r>
                        <a:rPr lang="ja-JP" sz="1600" u="none" strike="noStrike" dirty="0">
                          <a:effectLst/>
                        </a:rPr>
                        <a:t>3D</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977013223"/>
                  </a:ext>
                </a:extLst>
              </a:tr>
              <a:tr h="264671">
                <a:tc>
                  <a:txBody>
                    <a:bodyPr/>
                    <a:lstStyle/>
                    <a:p>
                      <a:pPr algn="l"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600" u="none" strike="noStrike">
                          <a:effectLst/>
                        </a:rPr>
                        <a:t>frame5</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600" u="none" strike="noStrike" dirty="0">
                          <a:effectLst/>
                        </a:rPr>
                        <a:t>frame103</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600" u="none" strike="noStrike">
                          <a:effectLst/>
                        </a:rPr>
                        <a:t>変化率(%)</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600" u="none" strike="noStrike">
                          <a:effectLst/>
                        </a:rPr>
                        <a:t>frame5</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600" u="none" strike="noStrike">
                          <a:effectLst/>
                        </a:rPr>
                        <a:t>frame103</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r>
                        <a:rPr lang="ja-JP" sz="1600" u="none" strike="noStrike">
                          <a:effectLst/>
                        </a:rPr>
                        <a:t>変化率(%)</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701861361"/>
                  </a:ext>
                </a:extLst>
              </a:tr>
              <a:tr h="264671">
                <a:tc rowSpan="6">
                  <a:txBody>
                    <a:bodyPr/>
                    <a:lstStyle/>
                    <a:p>
                      <a:pPr algn="ctr" fontAlgn="ctr">
                        <a:buNone/>
                      </a:pPr>
                      <a:r>
                        <a:rPr lang="ja-JP" sz="1100" b="0" i="0" u="none" strike="noStrike">
                          <a:solidFill>
                            <a:srgbClr val="000000"/>
                          </a:solidFill>
                          <a:effectLst/>
                          <a:latin typeface="游ゴシック" panose="020B0400000000000000" pitchFamily="50" charset="-128"/>
                          <a:ea typeface="游ゴシック" panose="020B0400000000000000" pitchFamily="50" charset="-128"/>
                        </a:rPr>
                        <a:t>拡張後</a:t>
                      </a:r>
                    </a:p>
                  </a:txBody>
                  <a:tcPr marL="9525" marR="9525" marT="9525" marB="0" anchor="ctr"/>
                </a:tc>
                <a:tc>
                  <a:txBody>
                    <a:bodyPr/>
                    <a:lstStyle/>
                    <a:p>
                      <a:pPr algn="r" fontAlgn="ctr">
                        <a:buNone/>
                      </a:pPr>
                      <a:r>
                        <a:rPr lang="ja-JP" sz="1600" u="none" strike="noStrike" dirty="0">
                          <a:effectLst/>
                        </a:rPr>
                        <a:t>73.11</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86.59</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18.43</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0.652</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0.989</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51.78</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678093494"/>
                  </a:ext>
                </a:extLst>
              </a:tr>
              <a:tr h="264671">
                <a:tc vMerge="1">
                  <a:txBody>
                    <a:bodyPr/>
                    <a:lstStyle/>
                    <a:p>
                      <a:endParaRPr kumimoji="1" lang="ja-JP" altLang="en-US"/>
                    </a:p>
                  </a:txBody>
                  <a:tcPr/>
                </a:tc>
                <a:tc>
                  <a:txBody>
                    <a:bodyPr/>
                    <a:lstStyle/>
                    <a:p>
                      <a:pPr algn="r" fontAlgn="ctr">
                        <a:buNone/>
                      </a:pPr>
                      <a:r>
                        <a:rPr lang="ja-JP" sz="1600" u="none" strike="noStrike">
                          <a:effectLst/>
                        </a:rPr>
                        <a:t>34.41</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63.38</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84.21</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0.351</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0.565</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60.66</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352268999"/>
                  </a:ext>
                </a:extLst>
              </a:tr>
              <a:tr h="264671">
                <a:tc vMerge="1">
                  <a:txBody>
                    <a:bodyPr/>
                    <a:lstStyle/>
                    <a:p>
                      <a:endParaRPr kumimoji="1" lang="ja-JP" altLang="en-US"/>
                    </a:p>
                  </a:txBody>
                  <a:tcPr/>
                </a:tc>
                <a:tc>
                  <a:txBody>
                    <a:bodyPr/>
                    <a:lstStyle/>
                    <a:p>
                      <a:pPr algn="r" fontAlgn="ctr">
                        <a:buNone/>
                      </a:pPr>
                      <a:r>
                        <a:rPr lang="ja-JP" sz="1600" u="none" strike="noStrike" dirty="0">
                          <a:effectLst/>
                        </a:rPr>
                        <a:t>27.98</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16.14</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-42.32</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0.362</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0.227</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-37.17</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4141606299"/>
                  </a:ext>
                </a:extLst>
              </a:tr>
              <a:tr h="264671">
                <a:tc vMerge="1">
                  <a:txBody>
                    <a:bodyPr/>
                    <a:lstStyle/>
                    <a:p>
                      <a:endParaRPr kumimoji="1" lang="ja-JP" altLang="en-US"/>
                    </a:p>
                  </a:txBody>
                  <a:tcPr/>
                </a:tc>
                <a:tc>
                  <a:txBody>
                    <a:bodyPr/>
                    <a:lstStyle/>
                    <a:p>
                      <a:pPr algn="r" fontAlgn="ctr">
                        <a:buNone/>
                      </a:pPr>
                      <a:r>
                        <a:rPr lang="ja-JP" sz="1600" u="none" strike="noStrike" dirty="0">
                          <a:effectLst/>
                        </a:rPr>
                        <a:t>70.83</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35.66</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-49.65</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0.650</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0.263</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-59.57</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524213573"/>
                  </a:ext>
                </a:extLst>
              </a:tr>
              <a:tr h="264671">
                <a:tc vMerge="1">
                  <a:txBody>
                    <a:bodyPr/>
                    <a:lstStyle/>
                    <a:p>
                      <a:endParaRPr kumimoji="1" lang="ja-JP" altLang="en-US"/>
                    </a:p>
                  </a:txBody>
                  <a:tcPr/>
                </a:tc>
                <a:tc>
                  <a:txBody>
                    <a:bodyPr/>
                    <a:lstStyle/>
                    <a:p>
                      <a:pPr algn="r" fontAlgn="ctr">
                        <a:buNone/>
                      </a:pPr>
                      <a:r>
                        <a:rPr lang="ja-JP" sz="1600" u="none" strike="noStrike">
                          <a:effectLst/>
                        </a:rPr>
                        <a:t>44.61</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52.57</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17.85</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0.355</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0.371</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4.555</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2447942377"/>
                  </a:ext>
                </a:extLst>
              </a:tr>
              <a:tr h="264671">
                <a:tc vMerge="1">
                  <a:txBody>
                    <a:bodyPr/>
                    <a:lstStyle/>
                    <a:p>
                      <a:endParaRPr kumimoji="1" lang="ja-JP" altLang="en-US"/>
                    </a:p>
                  </a:txBody>
                  <a:tcPr/>
                </a:tc>
                <a:tc>
                  <a:txBody>
                    <a:bodyPr/>
                    <a:lstStyle/>
                    <a:p>
                      <a:pPr algn="r" fontAlgn="ctr">
                        <a:buNone/>
                      </a:pPr>
                      <a:r>
                        <a:rPr lang="ja-JP" sz="1600" u="none" strike="noStrike">
                          <a:effectLst/>
                        </a:rPr>
                        <a:t>250.9</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254.3</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1.358</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2.370</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2.415</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1.909</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966988851"/>
                  </a:ext>
                </a:extLst>
              </a:tr>
              <a:tr h="383244">
                <a:tc rowSpan="4">
                  <a:txBody>
                    <a:bodyPr/>
                    <a:lstStyle/>
                    <a:p>
                      <a:pPr algn="ctr" fontAlgn="ctr">
                        <a:buNone/>
                      </a:pPr>
                      <a:r>
                        <a:rPr lang="ja-JP" sz="1100" b="0" i="0" u="none" strike="noStrike" dirty="0">
                          <a:solidFill>
                            <a:srgbClr val="000000"/>
                          </a:solidFill>
                          <a:effectLst/>
                          <a:latin typeface="游ゴシック" panose="020B0400000000000000" pitchFamily="50" charset="-128"/>
                          <a:ea typeface="游ゴシック" panose="020B0400000000000000" pitchFamily="50" charset="-128"/>
                        </a:rPr>
                        <a:t>拡張前</a:t>
                      </a:r>
                    </a:p>
                  </a:txBody>
                  <a:tcPr marL="9525" marR="9525" marT="9525" marB="0" anchor="ctr"/>
                </a:tc>
                <a:tc>
                  <a:txBody>
                    <a:bodyPr/>
                    <a:lstStyle/>
                    <a:p>
                      <a:pPr algn="r" fontAlgn="ctr">
                        <a:buNone/>
                      </a:pPr>
                      <a:r>
                        <a:rPr lang="ja-JP" sz="1600" u="none" strike="noStrike">
                          <a:effectLst/>
                        </a:rPr>
                        <a:t>188.9</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162.8</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-13.84</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l" fontAlgn="ctr">
                        <a:buNone/>
                      </a:pP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641166983"/>
                  </a:ext>
                </a:extLst>
              </a:tr>
              <a:tr h="264671">
                <a:tc vMerge="1">
                  <a:txBody>
                    <a:bodyPr/>
                    <a:lstStyle/>
                    <a:p>
                      <a:endParaRPr kumimoji="1" lang="ja-JP" altLang="en-US"/>
                    </a:p>
                  </a:txBody>
                  <a:tcPr/>
                </a:tc>
                <a:tc gridSpan="2">
                  <a:txBody>
                    <a:bodyPr/>
                    <a:lstStyle/>
                    <a:p>
                      <a:endParaRPr kumimoji="1" lang="ja-JP" altLang="en-US"/>
                    </a:p>
                  </a:txBody>
                  <a:tcPr/>
                </a:tc>
                <a:tc hMerge="1">
                  <a:txBody>
                    <a:bodyPr/>
                    <a:lstStyle/>
                    <a:p>
                      <a:endParaRPr kumimoji="1" lang="ja-JP" altLang="en-US"/>
                    </a:p>
                  </a:txBody>
                  <a:tcPr/>
                </a:tc>
                <a:tc>
                  <a:txBody>
                    <a:bodyPr/>
                    <a:lstStyle/>
                    <a:p>
                      <a:pPr algn="l" fontAlgn="ctr">
                        <a:buNone/>
                      </a:pP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0.356</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0.302</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-15.16</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3382810952"/>
                  </a:ext>
                </a:extLst>
              </a:tr>
              <a:tr h="264671">
                <a:tc vMerge="1">
                  <a:txBody>
                    <a:bodyPr/>
                    <a:lstStyle/>
                    <a:p>
                      <a:endParaRPr kumimoji="1" lang="ja-JP" altLang="en-US"/>
                    </a:p>
                  </a:txBody>
                  <a:tcPr/>
                </a:tc>
                <a:tc gridSpan="2">
                  <a:txBody>
                    <a:bodyPr/>
                    <a:lstStyle/>
                    <a:p>
                      <a:endParaRPr kumimoji="1" lang="ja-JP" altLang="en-US"/>
                    </a:p>
                  </a:txBody>
                  <a:tcPr/>
                </a:tc>
                <a:tc hMerge="1">
                  <a:txBody>
                    <a:bodyPr/>
                    <a:lstStyle/>
                    <a:p>
                      <a:endParaRPr kumimoji="1" lang="ja-JP" altLang="en-US"/>
                    </a:p>
                  </a:txBody>
                  <a:tcPr/>
                </a:tc>
                <a:tc>
                  <a:txBody>
                    <a:bodyPr/>
                    <a:lstStyle/>
                    <a:p>
                      <a:pPr algn="l" fontAlgn="ctr">
                        <a:buNone/>
                      </a:pP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0.552</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0.469</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-15.17</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4027070398"/>
                  </a:ext>
                </a:extLst>
              </a:tr>
              <a:tr h="264671">
                <a:tc vMerge="1">
                  <a:txBody>
                    <a:bodyPr/>
                    <a:lstStyle/>
                    <a:p>
                      <a:endParaRPr kumimoji="1" lang="ja-JP" altLang="en-US" dirty="0"/>
                    </a:p>
                  </a:txBody>
                  <a:tcPr/>
                </a:tc>
                <a:tc gridSpan="2">
                  <a:txBody>
                    <a:bodyPr/>
                    <a:lstStyle/>
                    <a:p>
                      <a:endParaRPr kumimoji="1" lang="ja-JP" altLang="en-US"/>
                    </a:p>
                  </a:txBody>
                  <a:tcPr/>
                </a:tc>
                <a:tc hMerge="1">
                  <a:txBody>
                    <a:bodyPr/>
                    <a:lstStyle/>
                    <a:p>
                      <a:endParaRPr kumimoji="1" lang="ja-JP" altLang="en-US"/>
                    </a:p>
                  </a:txBody>
                  <a:tcPr/>
                </a:tc>
                <a:tc>
                  <a:txBody>
                    <a:bodyPr/>
                    <a:lstStyle/>
                    <a:p>
                      <a:pPr algn="l" fontAlgn="ctr">
                        <a:buNone/>
                      </a:pP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a:effectLst/>
                        </a:rPr>
                        <a:t>0.909</a:t>
                      </a:r>
                      <a:endParaRPr 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0.771</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tc>
                  <a:txBody>
                    <a:bodyPr/>
                    <a:lstStyle/>
                    <a:p>
                      <a:pPr algn="r" fontAlgn="ctr">
                        <a:buNone/>
                      </a:pPr>
                      <a:r>
                        <a:rPr lang="ja-JP" sz="1600" u="none" strike="noStrike" dirty="0">
                          <a:effectLst/>
                        </a:rPr>
                        <a:t>-15.17</a:t>
                      </a:r>
                      <a:endParaRPr 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tc>
                <a:extLst>
                  <a:ext uri="{0D108BD9-81ED-4DB2-BD59-A6C34878D82A}">
                    <a16:rowId xmlns:a16="http://schemas.microsoft.com/office/drawing/2014/main" val="1684419402"/>
                  </a:ext>
                </a:extLst>
              </a:tr>
            </a:tbl>
          </a:graphicData>
        </a:graphic>
      </p:graphicFrame>
      <p:sp>
        <p:nvSpPr>
          <p:cNvPr id="8" name="TextBox 11">
            <a:extLst>
              <a:ext uri="{FF2B5EF4-FFF2-40B4-BE49-F238E27FC236}">
                <a16:creationId xmlns:a16="http://schemas.microsoft.com/office/drawing/2014/main" id="{E2B88F23-4ED2-40F3-024A-2E6F66EE4AEB}"/>
              </a:ext>
            </a:extLst>
          </p:cNvPr>
          <p:cNvSpPr txBox="1"/>
          <p:nvPr/>
        </p:nvSpPr>
        <p:spPr>
          <a:xfrm>
            <a:off x="3453534" y="2269224"/>
            <a:ext cx="5357957" cy="215444"/>
          </a:xfrm>
          <a:prstGeom prst="rect">
            <a:avLst/>
          </a:prstGeom>
          <a:noFill/>
        </p:spPr>
        <p:txBody>
          <a:bodyPr wrap="square" lIns="0" tIns="0" rIns="0" bIns="0">
            <a:spAutoFit/>
          </a:bodyPr>
          <a:lstStyle/>
          <a:p>
            <a:pPr algn="ctr">
              <a:spcAft>
                <a:spcPts val="400"/>
              </a:spcAft>
            </a:pPr>
            <a:r>
              <a:rPr lang="ja-JP" altLang="en-US" sz="1400" dirty="0">
                <a:solidFill>
                  <a:srgbClr val="222222"/>
                </a:solidFill>
                <a:latin typeface="Noto Sans JP"/>
              </a:rPr>
              <a:t>まっすぐな状態と背中を丸めた状態を比較</a:t>
            </a:r>
            <a:endParaRPr sz="1400" b="0" dirty="0">
              <a:solidFill>
                <a:srgbClr val="222222"/>
              </a:solidFill>
              <a:latin typeface="Noto Sans JP"/>
            </a:endParaRPr>
          </a:p>
        </p:txBody>
      </p:sp>
    </p:spTree>
    <p:extLst>
      <p:ext uri="{BB962C8B-B14F-4D97-AF65-F5344CB8AC3E}">
        <p14:creationId xmlns:p14="http://schemas.microsoft.com/office/powerpoint/2010/main" val="315102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9A4C4-F4D0-CED7-1AC7-1DC77F646006}"/>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AB81B4F-CD3E-0ED0-7F29-64FCD2ADB687}"/>
              </a:ext>
            </a:extLst>
          </p:cNvPr>
          <p:cNvSpPr>
            <a:spLocks noGrp="1"/>
          </p:cNvSpPr>
          <p:nvPr>
            <p:ph type="sldNum" sz="quarter" idx="12"/>
          </p:nvPr>
        </p:nvSpPr>
        <p:spPr/>
        <p:txBody>
          <a:bodyPr/>
          <a:lstStyle/>
          <a:p>
            <a:fld id="{465F6A33-8929-41AA-8A25-00E3AA79F1EE}" type="slidenum">
              <a:rPr lang="en-US" smtClean="0"/>
              <a:t>10</a:t>
            </a:fld>
            <a:endParaRPr lang="en-US"/>
          </a:p>
        </p:txBody>
      </p:sp>
      <p:sp>
        <p:nvSpPr>
          <p:cNvPr id="11" name="テキスト ボックス 10">
            <a:extLst>
              <a:ext uri="{FF2B5EF4-FFF2-40B4-BE49-F238E27FC236}">
                <a16:creationId xmlns:a16="http://schemas.microsoft.com/office/drawing/2014/main" id="{FD94D171-437F-84EB-FB8C-B6ADAF6C0BAF}"/>
              </a:ext>
            </a:extLst>
          </p:cNvPr>
          <p:cNvSpPr txBox="1"/>
          <p:nvPr/>
        </p:nvSpPr>
        <p:spPr>
          <a:xfrm>
            <a:off x="277091" y="258618"/>
            <a:ext cx="6465454" cy="1200329"/>
          </a:xfrm>
          <a:prstGeom prst="rect">
            <a:avLst/>
          </a:prstGeom>
          <a:noFill/>
        </p:spPr>
        <p:txBody>
          <a:bodyPr wrap="square" rtlCol="0">
            <a:spAutoFit/>
          </a:bodyPr>
          <a:lstStyle/>
          <a:p>
            <a:r>
              <a:rPr kumimoji="1" lang="ja-JP" altLang="en-US" sz="3600"/>
              <a:t>評価 </a:t>
            </a:r>
            <a:r>
              <a:rPr lang="ja-JP" altLang="en-US" sz="3600" b="1">
                <a:solidFill>
                  <a:srgbClr val="222222"/>
                </a:solidFill>
                <a:latin typeface="Noto Sans JP"/>
              </a:rPr>
              <a:t>工程③ 柔軟性</a:t>
            </a:r>
            <a:endParaRPr lang="en-US" altLang="ja-JP" sz="3600" b="1">
              <a:solidFill>
                <a:srgbClr val="222222"/>
              </a:solidFill>
              <a:latin typeface="Noto Sans JP"/>
            </a:endParaRPr>
          </a:p>
          <a:p>
            <a:endParaRPr kumimoji="1" lang="ja-JP" altLang="en-US" sz="3600"/>
          </a:p>
        </p:txBody>
      </p:sp>
      <p:cxnSp>
        <p:nvCxnSpPr>
          <p:cNvPr id="10" name="直線コネクタ 9">
            <a:extLst>
              <a:ext uri="{FF2B5EF4-FFF2-40B4-BE49-F238E27FC236}">
                <a16:creationId xmlns:a16="http://schemas.microsoft.com/office/drawing/2014/main" id="{BA6A8275-5487-D86A-20E9-CB482C8C73F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3">
            <a:extLst>
              <a:ext uri="{FF2B5EF4-FFF2-40B4-BE49-F238E27FC236}">
                <a16:creationId xmlns:a16="http://schemas.microsoft.com/office/drawing/2014/main" id="{3802E31C-8F6B-DF03-DF2C-7DE164EEEE5A}"/>
              </a:ext>
            </a:extLst>
          </p:cNvPr>
          <p:cNvSpPr txBox="1"/>
          <p:nvPr/>
        </p:nvSpPr>
        <p:spPr>
          <a:xfrm>
            <a:off x="581025" y="1160121"/>
            <a:ext cx="8483399" cy="615553"/>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工程③</a:t>
            </a:r>
            <a:r>
              <a:rPr lang="en-US" altLang="ja-JP" sz="2000" b="1" dirty="0">
                <a:solidFill>
                  <a:srgbClr val="222222"/>
                </a:solidFill>
                <a:latin typeface="Noto Sans JP"/>
              </a:rPr>
              <a:t> </a:t>
            </a:r>
            <a:r>
              <a:rPr lang="ja-JP" altLang="en-US" sz="2000" b="1" dirty="0">
                <a:solidFill>
                  <a:srgbClr val="222222"/>
                </a:solidFill>
                <a:latin typeface="Noto Sans JP"/>
              </a:rPr>
              <a:t>柔軟性の評価</a:t>
            </a:r>
            <a:endParaRPr lang="en-US" altLang="ja-JP" sz="2000" b="1" dirty="0">
              <a:solidFill>
                <a:srgbClr val="222222"/>
              </a:solidFill>
              <a:latin typeface="Noto Sans JP"/>
            </a:endParaRPr>
          </a:p>
          <a:p>
            <a:pPr>
              <a:lnSpc>
                <a:spcPts val="2400"/>
              </a:lnSpc>
            </a:pPr>
            <a:r>
              <a:rPr lang="ja-JP" altLang="en-US" sz="2000" dirty="0">
                <a:solidFill>
                  <a:srgbClr val="222222"/>
                </a:solidFill>
                <a:latin typeface="Noto Sans JP"/>
              </a:rPr>
              <a:t>背骨の関節</a:t>
            </a:r>
            <a:r>
              <a:rPr lang="en-US" altLang="ja-JP" sz="2000" dirty="0">
                <a:solidFill>
                  <a:srgbClr val="222222"/>
                </a:solidFill>
                <a:latin typeface="Noto Sans JP"/>
              </a:rPr>
              <a:t>4</a:t>
            </a:r>
            <a:r>
              <a:rPr lang="ja-JP" altLang="en-US" sz="2000" dirty="0">
                <a:solidFill>
                  <a:srgbClr val="222222"/>
                </a:solidFill>
                <a:latin typeface="Noto Sans JP"/>
              </a:rPr>
              <a:t>点と肘、膝の関節</a:t>
            </a:r>
            <a:r>
              <a:rPr lang="en-US" altLang="ja-JP" sz="2000" dirty="0">
                <a:solidFill>
                  <a:srgbClr val="222222"/>
                </a:solidFill>
                <a:latin typeface="Noto Sans JP"/>
              </a:rPr>
              <a:t>4</a:t>
            </a:r>
            <a:r>
              <a:rPr lang="ja-JP" altLang="en-US" sz="2000" dirty="0">
                <a:solidFill>
                  <a:srgbClr val="222222"/>
                </a:solidFill>
                <a:latin typeface="Noto Sans JP"/>
              </a:rPr>
              <a:t>点の角度を算出</a:t>
            </a:r>
            <a:endParaRPr lang="en-US" altLang="ja-JP" sz="2000" dirty="0">
              <a:solidFill>
                <a:srgbClr val="222222"/>
              </a:solidFill>
              <a:latin typeface="Noto Sans JP"/>
            </a:endParaRPr>
          </a:p>
        </p:txBody>
      </p:sp>
      <p:sp>
        <p:nvSpPr>
          <p:cNvPr id="2" name="Footer Placeholder 4">
            <a:extLst>
              <a:ext uri="{FF2B5EF4-FFF2-40B4-BE49-F238E27FC236}">
                <a16:creationId xmlns:a16="http://schemas.microsoft.com/office/drawing/2014/main" id="{40CDACBD-827E-74F7-BCCB-18A9D0502884}"/>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CCE1159D-73A4-C6BE-8AA8-0E95B7339D30}"/>
              </a:ext>
            </a:extLst>
          </p:cNvPr>
          <p:cNvSpPr>
            <a:spLocks noGrp="1"/>
          </p:cNvSpPr>
          <p:nvPr>
            <p:ph type="dt" sz="half" idx="10"/>
          </p:nvPr>
        </p:nvSpPr>
        <p:spPr>
          <a:xfrm>
            <a:off x="838200" y="6449338"/>
            <a:ext cx="2743200" cy="365125"/>
          </a:xfrm>
        </p:spPr>
        <p:txBody>
          <a:bodyPr/>
          <a:lstStyle/>
          <a:p>
            <a:r>
              <a:rPr lang="en-US"/>
              <a:t>2026/9/24</a:t>
            </a:r>
          </a:p>
        </p:txBody>
      </p:sp>
      <p:pic>
        <p:nvPicPr>
          <p:cNvPr id="9" name="図 8">
            <a:extLst>
              <a:ext uri="{FF2B5EF4-FFF2-40B4-BE49-F238E27FC236}">
                <a16:creationId xmlns:a16="http://schemas.microsoft.com/office/drawing/2014/main" id="{FF9669AF-A6ED-DFDF-7B3D-69046A6BEE13}"/>
              </a:ext>
            </a:extLst>
          </p:cNvPr>
          <p:cNvPicPr>
            <a:picLocks noChangeAspect="1"/>
          </p:cNvPicPr>
          <p:nvPr/>
        </p:nvPicPr>
        <p:blipFill>
          <a:blip r:embed="rId3">
            <a:extLst>
              <a:ext uri="{28A0092B-C50C-407E-A947-70E740481C1C}">
                <a14:useLocalDpi xmlns:a14="http://schemas.microsoft.com/office/drawing/2010/main" val="0"/>
              </a:ext>
            </a:extLst>
          </a:blip>
          <a:srcRect t="11401"/>
          <a:stretch>
            <a:fillRect/>
          </a:stretch>
        </p:blipFill>
        <p:spPr>
          <a:xfrm>
            <a:off x="1829517" y="1971679"/>
            <a:ext cx="8618024" cy="4330683"/>
          </a:xfrm>
          <a:prstGeom prst="rect">
            <a:avLst/>
          </a:prstGeom>
        </p:spPr>
      </p:pic>
    </p:spTree>
    <p:extLst>
      <p:ext uri="{BB962C8B-B14F-4D97-AF65-F5344CB8AC3E}">
        <p14:creationId xmlns:p14="http://schemas.microsoft.com/office/powerpoint/2010/main" val="1578321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F9495-881B-22D2-8C7A-107E45E50961}"/>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493BC1D-3A25-B0B1-6CAB-E93C3EC2883A}"/>
              </a:ext>
            </a:extLst>
          </p:cNvPr>
          <p:cNvSpPr>
            <a:spLocks noGrp="1"/>
          </p:cNvSpPr>
          <p:nvPr>
            <p:ph type="sldNum" sz="quarter" idx="12"/>
          </p:nvPr>
        </p:nvSpPr>
        <p:spPr/>
        <p:txBody>
          <a:bodyPr/>
          <a:lstStyle/>
          <a:p>
            <a:fld id="{465F6A33-8929-41AA-8A25-00E3AA79F1EE}" type="slidenum">
              <a:rPr lang="en-US" smtClean="0"/>
              <a:t>11</a:t>
            </a:fld>
            <a:endParaRPr lang="en-US"/>
          </a:p>
        </p:txBody>
      </p:sp>
      <p:sp>
        <p:nvSpPr>
          <p:cNvPr id="11" name="テキスト ボックス 10">
            <a:extLst>
              <a:ext uri="{FF2B5EF4-FFF2-40B4-BE49-F238E27FC236}">
                <a16:creationId xmlns:a16="http://schemas.microsoft.com/office/drawing/2014/main" id="{06140BCD-47BF-7E01-E735-469E650F861A}"/>
              </a:ext>
            </a:extLst>
          </p:cNvPr>
          <p:cNvSpPr txBox="1"/>
          <p:nvPr/>
        </p:nvSpPr>
        <p:spPr>
          <a:xfrm>
            <a:off x="277090" y="258618"/>
            <a:ext cx="11520657" cy="646331"/>
          </a:xfrm>
          <a:prstGeom prst="rect">
            <a:avLst/>
          </a:prstGeom>
          <a:noFill/>
        </p:spPr>
        <p:txBody>
          <a:bodyPr wrap="square" rtlCol="0">
            <a:spAutoFit/>
          </a:bodyPr>
          <a:lstStyle/>
          <a:p>
            <a:r>
              <a:rPr kumimoji="1" lang="ja-JP" altLang="en-US" sz="3600"/>
              <a:t>評価 </a:t>
            </a:r>
            <a:r>
              <a:rPr lang="ja-JP" altLang="en-US" sz="3600" b="1">
                <a:solidFill>
                  <a:srgbClr val="222222"/>
                </a:solidFill>
                <a:latin typeface="Noto Sans JP"/>
              </a:rPr>
              <a:t>工程③セルフオクルージョン</a:t>
            </a:r>
            <a:endParaRPr kumimoji="1" lang="ja-JP" altLang="en-US" sz="3600"/>
          </a:p>
        </p:txBody>
      </p:sp>
      <p:cxnSp>
        <p:nvCxnSpPr>
          <p:cNvPr id="10" name="直線コネクタ 9">
            <a:extLst>
              <a:ext uri="{FF2B5EF4-FFF2-40B4-BE49-F238E27FC236}">
                <a16:creationId xmlns:a16="http://schemas.microsoft.com/office/drawing/2014/main" id="{DAC74646-5ACF-0BF0-66BF-81D5BBB8BDA6}"/>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28A44BE0-645D-98CB-ADC1-1261899A37A0}"/>
              </a:ext>
            </a:extLst>
          </p:cNvPr>
          <p:cNvSpPr>
            <a:spLocks noGrp="1"/>
          </p:cNvSpPr>
          <p:nvPr>
            <p:ph type="ftr" sz="quarter" idx="11"/>
          </p:nvPr>
        </p:nvSpPr>
        <p:spPr>
          <a:xfrm>
            <a:off x="4038600" y="6449338"/>
            <a:ext cx="4114800" cy="365125"/>
          </a:xfrm>
        </p:spPr>
        <p:txBody>
          <a:bodyPr/>
          <a:lstStyle/>
          <a:p>
            <a:r>
              <a:rPr lang="en-US"/>
              <a:t>A-14-02</a:t>
            </a:r>
          </a:p>
        </p:txBody>
      </p:sp>
      <p:sp>
        <p:nvSpPr>
          <p:cNvPr id="7" name="Date Placeholder 3">
            <a:extLst>
              <a:ext uri="{FF2B5EF4-FFF2-40B4-BE49-F238E27FC236}">
                <a16:creationId xmlns:a16="http://schemas.microsoft.com/office/drawing/2014/main" id="{11456585-B97F-5D86-4B3D-03E5C00CF854}"/>
              </a:ext>
            </a:extLst>
          </p:cNvPr>
          <p:cNvSpPr>
            <a:spLocks noGrp="1"/>
          </p:cNvSpPr>
          <p:nvPr>
            <p:ph type="dt" sz="half" idx="10"/>
          </p:nvPr>
        </p:nvSpPr>
        <p:spPr>
          <a:xfrm>
            <a:off x="838200" y="6449338"/>
            <a:ext cx="2743200" cy="365125"/>
          </a:xfrm>
        </p:spPr>
        <p:txBody>
          <a:bodyPr/>
          <a:lstStyle/>
          <a:p>
            <a:r>
              <a:rPr lang="en-US"/>
              <a:t>2026/9/24</a:t>
            </a:r>
          </a:p>
        </p:txBody>
      </p:sp>
      <p:pic>
        <p:nvPicPr>
          <p:cNvPr id="5" name="図 4">
            <a:extLst>
              <a:ext uri="{FF2B5EF4-FFF2-40B4-BE49-F238E27FC236}">
                <a16:creationId xmlns:a16="http://schemas.microsoft.com/office/drawing/2014/main" id="{3B36768D-EE4D-4B79-811A-0D40FCBC51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090" y="3529011"/>
            <a:ext cx="5652027" cy="2362565"/>
          </a:xfrm>
          <a:prstGeom prst="rect">
            <a:avLst/>
          </a:prstGeom>
        </p:spPr>
      </p:pic>
      <p:pic>
        <p:nvPicPr>
          <p:cNvPr id="9" name="図 8">
            <a:extLst>
              <a:ext uri="{FF2B5EF4-FFF2-40B4-BE49-F238E27FC236}">
                <a16:creationId xmlns:a16="http://schemas.microsoft.com/office/drawing/2014/main" id="{DCA12BEC-C7EE-DF7F-7A6B-5D2A48A976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8650" y="3529014"/>
            <a:ext cx="5649097" cy="2362562"/>
          </a:xfrm>
          <a:prstGeom prst="rect">
            <a:avLst/>
          </a:prstGeom>
        </p:spPr>
      </p:pic>
      <p:sp>
        <p:nvSpPr>
          <p:cNvPr id="8" name="TextBox 3">
            <a:extLst>
              <a:ext uri="{FF2B5EF4-FFF2-40B4-BE49-F238E27FC236}">
                <a16:creationId xmlns:a16="http://schemas.microsoft.com/office/drawing/2014/main" id="{1C683C20-B0E8-9AA0-6473-A02CD4D92A54}"/>
              </a:ext>
            </a:extLst>
          </p:cNvPr>
          <p:cNvSpPr txBox="1"/>
          <p:nvPr/>
        </p:nvSpPr>
        <p:spPr>
          <a:xfrm>
            <a:off x="581025" y="1160121"/>
            <a:ext cx="8483399" cy="615553"/>
          </a:xfrm>
          <a:prstGeom prst="rect">
            <a:avLst/>
          </a:prstGeom>
          <a:noFill/>
        </p:spPr>
        <p:txBody>
          <a:bodyPr wrap="square" lIns="0" tIns="0" rIns="0" bIns="0" anchor="t">
            <a:spAutoFit/>
          </a:bodyPr>
          <a:lstStyle/>
          <a:p>
            <a:pPr>
              <a:lnSpc>
                <a:spcPts val="2400"/>
              </a:lnSpc>
            </a:pPr>
            <a:r>
              <a:rPr lang="ja-JP" altLang="en-US" sz="2000" b="1" dirty="0">
                <a:solidFill>
                  <a:srgbClr val="222222"/>
                </a:solidFill>
                <a:latin typeface="Noto Sans JP"/>
              </a:rPr>
              <a:t>工程③</a:t>
            </a:r>
            <a:r>
              <a:rPr lang="en-US" altLang="ja-JP" sz="2000" b="1" dirty="0">
                <a:solidFill>
                  <a:srgbClr val="222222"/>
                </a:solidFill>
                <a:latin typeface="Noto Sans JP"/>
              </a:rPr>
              <a:t> </a:t>
            </a:r>
            <a:r>
              <a:rPr lang="ja-JP" altLang="en-US" sz="2000" b="1" dirty="0">
                <a:solidFill>
                  <a:srgbClr val="222222"/>
                </a:solidFill>
                <a:latin typeface="Noto Sans JP"/>
              </a:rPr>
              <a:t>柔軟性の評価</a:t>
            </a:r>
            <a:endParaRPr lang="en-US" altLang="ja-JP" sz="2000" b="1" dirty="0">
              <a:solidFill>
                <a:srgbClr val="222222"/>
              </a:solidFill>
              <a:latin typeface="Noto Sans JP"/>
            </a:endParaRPr>
          </a:p>
          <a:p>
            <a:pPr>
              <a:lnSpc>
                <a:spcPts val="2400"/>
              </a:lnSpc>
            </a:pPr>
            <a:r>
              <a:rPr lang="ja-JP" altLang="en-US" sz="2000" dirty="0">
                <a:solidFill>
                  <a:srgbClr val="222222"/>
                </a:solidFill>
                <a:latin typeface="Noto Sans JP"/>
              </a:rPr>
              <a:t>背骨の関節</a:t>
            </a:r>
            <a:r>
              <a:rPr lang="en-US" altLang="ja-JP" sz="2000" dirty="0">
                <a:solidFill>
                  <a:srgbClr val="222222"/>
                </a:solidFill>
                <a:latin typeface="Noto Sans JP"/>
              </a:rPr>
              <a:t>4</a:t>
            </a:r>
            <a:r>
              <a:rPr lang="ja-JP" altLang="en-US" sz="2000" dirty="0">
                <a:solidFill>
                  <a:srgbClr val="222222"/>
                </a:solidFill>
                <a:latin typeface="Noto Sans JP"/>
              </a:rPr>
              <a:t>点と肘、膝の関節</a:t>
            </a:r>
            <a:r>
              <a:rPr lang="en-US" altLang="ja-JP" sz="2000" dirty="0">
                <a:solidFill>
                  <a:srgbClr val="222222"/>
                </a:solidFill>
                <a:latin typeface="Noto Sans JP"/>
              </a:rPr>
              <a:t>4</a:t>
            </a:r>
            <a:r>
              <a:rPr lang="ja-JP" altLang="en-US" sz="2000" dirty="0">
                <a:solidFill>
                  <a:srgbClr val="222222"/>
                </a:solidFill>
                <a:latin typeface="Noto Sans JP"/>
              </a:rPr>
              <a:t>点の角度を算出</a:t>
            </a:r>
            <a:endParaRPr lang="en-US" altLang="ja-JP" sz="2000" dirty="0">
              <a:solidFill>
                <a:srgbClr val="222222"/>
              </a:solidFill>
              <a:latin typeface="Noto Sans JP"/>
            </a:endParaRPr>
          </a:p>
        </p:txBody>
      </p:sp>
    </p:spTree>
    <p:extLst>
      <p:ext uri="{BB962C8B-B14F-4D97-AF65-F5344CB8AC3E}">
        <p14:creationId xmlns:p14="http://schemas.microsoft.com/office/powerpoint/2010/main" val="3630399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6B0FE-A1A1-06AE-2D81-C963CB1E2EE2}"/>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4C073CD-4D6D-0621-0A21-D259886898A0}"/>
              </a:ext>
            </a:extLst>
          </p:cNvPr>
          <p:cNvSpPr>
            <a:spLocks noGrp="1"/>
          </p:cNvSpPr>
          <p:nvPr>
            <p:ph type="sldNum" sz="quarter" idx="12"/>
          </p:nvPr>
        </p:nvSpPr>
        <p:spPr/>
        <p:txBody>
          <a:bodyPr/>
          <a:lstStyle/>
          <a:p>
            <a:fld id="{465F6A33-8929-41AA-8A25-00E3AA79F1EE}" type="slidenum">
              <a:rPr lang="en-US" smtClean="0"/>
              <a:t>12</a:t>
            </a:fld>
            <a:endParaRPr lang="en-US"/>
          </a:p>
        </p:txBody>
      </p:sp>
      <p:sp>
        <p:nvSpPr>
          <p:cNvPr id="11" name="テキスト ボックス 10">
            <a:extLst>
              <a:ext uri="{FF2B5EF4-FFF2-40B4-BE49-F238E27FC236}">
                <a16:creationId xmlns:a16="http://schemas.microsoft.com/office/drawing/2014/main" id="{9E5FE734-2C81-70A9-D956-53DD4D6CA57F}"/>
              </a:ext>
            </a:extLst>
          </p:cNvPr>
          <p:cNvSpPr txBox="1"/>
          <p:nvPr/>
        </p:nvSpPr>
        <p:spPr>
          <a:xfrm>
            <a:off x="277091" y="258618"/>
            <a:ext cx="6465454" cy="646331"/>
          </a:xfrm>
          <a:prstGeom prst="rect">
            <a:avLst/>
          </a:prstGeom>
          <a:noFill/>
        </p:spPr>
        <p:txBody>
          <a:bodyPr wrap="square" rtlCol="0">
            <a:spAutoFit/>
          </a:bodyPr>
          <a:lstStyle/>
          <a:p>
            <a:r>
              <a:rPr kumimoji="1" lang="ja-JP" altLang="en-US" sz="3600"/>
              <a:t>考察</a:t>
            </a:r>
          </a:p>
        </p:txBody>
      </p:sp>
      <p:cxnSp>
        <p:nvCxnSpPr>
          <p:cNvPr id="10" name="直線コネクタ 9">
            <a:extLst>
              <a:ext uri="{FF2B5EF4-FFF2-40B4-BE49-F238E27FC236}">
                <a16:creationId xmlns:a16="http://schemas.microsoft.com/office/drawing/2014/main" id="{8D7E516D-3198-45E6-AABD-EABDCC1C4D73}"/>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8D96C00F-C0E9-4723-28E2-A1DA56B9AAE1}"/>
              </a:ext>
            </a:extLst>
          </p:cNvPr>
          <p:cNvSpPr>
            <a:spLocks noGrp="1"/>
          </p:cNvSpPr>
          <p:nvPr>
            <p:ph type="ftr" sz="quarter" idx="11"/>
          </p:nvPr>
        </p:nvSpPr>
        <p:spPr>
          <a:xfrm>
            <a:off x="4038600" y="6449338"/>
            <a:ext cx="4114800" cy="365125"/>
          </a:xfrm>
        </p:spPr>
        <p:txBody>
          <a:bodyPr/>
          <a:lstStyle/>
          <a:p>
            <a:r>
              <a:rPr lang="en-US"/>
              <a:t>A-14-02</a:t>
            </a:r>
          </a:p>
        </p:txBody>
      </p:sp>
      <p:sp>
        <p:nvSpPr>
          <p:cNvPr id="3" name="Date Placeholder 3">
            <a:extLst>
              <a:ext uri="{FF2B5EF4-FFF2-40B4-BE49-F238E27FC236}">
                <a16:creationId xmlns:a16="http://schemas.microsoft.com/office/drawing/2014/main" id="{65C8397C-050A-7DFC-D467-56BB3A44A129}"/>
              </a:ext>
            </a:extLst>
          </p:cNvPr>
          <p:cNvSpPr>
            <a:spLocks noGrp="1"/>
          </p:cNvSpPr>
          <p:nvPr>
            <p:ph type="dt" sz="half" idx="10"/>
          </p:nvPr>
        </p:nvSpPr>
        <p:spPr>
          <a:xfrm>
            <a:off x="838200" y="6449338"/>
            <a:ext cx="2743200" cy="365125"/>
          </a:xfrm>
        </p:spPr>
        <p:txBody>
          <a:bodyPr/>
          <a:lstStyle/>
          <a:p>
            <a:r>
              <a:rPr lang="en-US"/>
              <a:t>2026/9/24</a:t>
            </a:r>
          </a:p>
        </p:txBody>
      </p:sp>
      <p:sp>
        <p:nvSpPr>
          <p:cNvPr id="5" name="TextBox 3">
            <a:extLst>
              <a:ext uri="{FF2B5EF4-FFF2-40B4-BE49-F238E27FC236}">
                <a16:creationId xmlns:a16="http://schemas.microsoft.com/office/drawing/2014/main" id="{FCDC865E-4ACC-17DF-588B-C80C695FF7B9}"/>
              </a:ext>
            </a:extLst>
          </p:cNvPr>
          <p:cNvSpPr txBox="1"/>
          <p:nvPr/>
        </p:nvSpPr>
        <p:spPr>
          <a:xfrm>
            <a:off x="581024" y="1533525"/>
            <a:ext cx="10291763" cy="2462213"/>
          </a:xfrm>
          <a:prstGeom prst="rect">
            <a:avLst/>
          </a:prstGeom>
          <a:noFill/>
        </p:spPr>
        <p:txBody>
          <a:bodyPr wrap="square" lIns="0" tIns="0" rIns="0" bIns="0" anchor="t">
            <a:spAutoFit/>
          </a:bodyPr>
          <a:lstStyle/>
          <a:p>
            <a:pPr>
              <a:lnSpc>
                <a:spcPts val="2400"/>
              </a:lnSpc>
            </a:pPr>
            <a:r>
              <a:rPr lang="ja-JP" altLang="en-US" sz="2000">
                <a:solidFill>
                  <a:srgbClr val="222222"/>
                </a:solidFill>
                <a:latin typeface="Noto Sans JP"/>
              </a:rPr>
              <a:t>・</a:t>
            </a:r>
            <a:r>
              <a:rPr lang="en-US" altLang="ja-JP" sz="2000">
                <a:solidFill>
                  <a:srgbClr val="222222"/>
                </a:solidFill>
                <a:latin typeface="Noto Sans JP"/>
              </a:rPr>
              <a:t>3DCG</a:t>
            </a:r>
            <a:r>
              <a:rPr lang="ja-JP" altLang="en-US" sz="2000">
                <a:solidFill>
                  <a:srgbClr val="222222"/>
                </a:solidFill>
                <a:latin typeface="Noto Sans JP"/>
              </a:rPr>
              <a:t>によって作成したデータセットを使用して追加学習を正しく行えた</a:t>
            </a:r>
            <a:endParaRPr lang="en-US" altLang="ja-JP" sz="2000">
              <a:solidFill>
                <a:srgbClr val="222222"/>
              </a:solidFill>
              <a:latin typeface="Noto Sans JP"/>
            </a:endParaRPr>
          </a:p>
          <a:p>
            <a:pPr>
              <a:lnSpc>
                <a:spcPts val="2400"/>
              </a:lnSpc>
            </a:pPr>
            <a:r>
              <a:rPr lang="ja-JP" altLang="en-US" sz="2000">
                <a:solidFill>
                  <a:srgbClr val="222222"/>
                </a:solidFill>
                <a:latin typeface="Noto Sans JP"/>
              </a:rPr>
              <a:t>・首から腰に掛けたかけて追加したキーポイントを含む</a:t>
            </a:r>
            <a:r>
              <a:rPr lang="en-US" altLang="ja-JP" sz="2000">
                <a:solidFill>
                  <a:srgbClr val="222222"/>
                </a:solidFill>
                <a:latin typeface="Noto Sans JP"/>
              </a:rPr>
              <a:t>19</a:t>
            </a:r>
            <a:r>
              <a:rPr lang="ja-JP" altLang="en-US" sz="2000">
                <a:solidFill>
                  <a:srgbClr val="222222"/>
                </a:solidFill>
                <a:latin typeface="Noto Sans JP"/>
              </a:rPr>
              <a:t>点を推定できるようになった</a:t>
            </a:r>
            <a:endParaRPr lang="en-US" altLang="ja-JP" sz="2000">
              <a:solidFill>
                <a:srgbClr val="222222"/>
              </a:solidFill>
              <a:latin typeface="Noto Sans JP"/>
            </a:endParaRPr>
          </a:p>
          <a:p>
            <a:pPr>
              <a:lnSpc>
                <a:spcPts val="2400"/>
              </a:lnSpc>
            </a:pPr>
            <a:endParaRPr lang="en-US" altLang="ja-JP" sz="2000">
              <a:solidFill>
                <a:srgbClr val="222222"/>
              </a:solidFill>
              <a:latin typeface="Noto Sans JP"/>
            </a:endParaRPr>
          </a:p>
          <a:p>
            <a:pPr>
              <a:lnSpc>
                <a:spcPts val="2400"/>
              </a:lnSpc>
            </a:pPr>
            <a:r>
              <a:rPr lang="ja-JP" altLang="en-US" sz="2000">
                <a:solidFill>
                  <a:srgbClr val="222222"/>
                </a:solidFill>
                <a:latin typeface="Noto Sans JP"/>
              </a:rPr>
              <a:t>・正解データと推定結果の動画全体での</a:t>
            </a:r>
            <a:r>
              <a:rPr lang="en-US" altLang="ja-JP" sz="2000">
                <a:solidFill>
                  <a:srgbClr val="222222"/>
                </a:solidFill>
                <a:latin typeface="Noto Sans JP"/>
              </a:rPr>
              <a:t>CV</a:t>
            </a:r>
            <a:r>
              <a:rPr lang="ja-JP" altLang="en-US" sz="2000">
                <a:solidFill>
                  <a:srgbClr val="222222"/>
                </a:solidFill>
                <a:latin typeface="Noto Sans JP"/>
              </a:rPr>
              <a:t>を比べると大きな差がない</a:t>
            </a:r>
            <a:endParaRPr lang="en-US" altLang="ja-JP" sz="2000">
              <a:solidFill>
                <a:srgbClr val="222222"/>
              </a:solidFill>
              <a:latin typeface="Noto Sans JP"/>
            </a:endParaRPr>
          </a:p>
          <a:p>
            <a:pPr>
              <a:lnSpc>
                <a:spcPts val="2400"/>
              </a:lnSpc>
            </a:pPr>
            <a:r>
              <a:rPr lang="ja-JP" altLang="en-US" sz="2000">
                <a:solidFill>
                  <a:srgbClr val="222222"/>
                </a:solidFill>
                <a:latin typeface="Noto Sans JP"/>
              </a:rPr>
              <a:t>　　→　既存モデルに近い精度で、新設したキーポイントの推定ができている</a:t>
            </a:r>
            <a:endParaRPr lang="en-US" altLang="ja-JP" sz="2000">
              <a:solidFill>
                <a:srgbClr val="222222"/>
              </a:solidFill>
              <a:latin typeface="Noto Sans JP"/>
            </a:endParaRPr>
          </a:p>
          <a:p>
            <a:pPr>
              <a:lnSpc>
                <a:spcPts val="2400"/>
              </a:lnSpc>
            </a:pPr>
            <a:endParaRPr lang="en-US" altLang="ja-JP" sz="2000">
              <a:solidFill>
                <a:srgbClr val="222222"/>
              </a:solidFill>
              <a:latin typeface="Noto Sans JP"/>
            </a:endParaRPr>
          </a:p>
          <a:p>
            <a:pPr>
              <a:lnSpc>
                <a:spcPts val="2400"/>
              </a:lnSpc>
            </a:pPr>
            <a:r>
              <a:rPr lang="ja-JP" altLang="en-US" sz="2000">
                <a:solidFill>
                  <a:srgbClr val="222222"/>
                </a:solidFill>
                <a:latin typeface="Noto Sans JP"/>
              </a:rPr>
              <a:t>・</a:t>
            </a:r>
            <a:r>
              <a:rPr lang="ja-JP" altLang="en-US" sz="2000"/>
              <a:t>首から腰に掛けての精度については、キーポイント数の変化によって推定の恒常性が著しく向上するという結果にはならなかった</a:t>
            </a:r>
            <a:endParaRPr lang="en-US" altLang="ja-JP" sz="2000"/>
          </a:p>
        </p:txBody>
      </p:sp>
    </p:spTree>
    <p:extLst>
      <p:ext uri="{BB962C8B-B14F-4D97-AF65-F5344CB8AC3E}">
        <p14:creationId xmlns:p14="http://schemas.microsoft.com/office/powerpoint/2010/main" val="642173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ECFB3-69BB-49C5-C3E4-41BBAA939F23}"/>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CAEC1B1-F6B9-B6C4-782C-3C61B4C2C948}"/>
              </a:ext>
            </a:extLst>
          </p:cNvPr>
          <p:cNvSpPr>
            <a:spLocks noGrp="1"/>
          </p:cNvSpPr>
          <p:nvPr>
            <p:ph type="sldNum" sz="quarter" idx="12"/>
          </p:nvPr>
        </p:nvSpPr>
        <p:spPr/>
        <p:txBody>
          <a:bodyPr/>
          <a:lstStyle/>
          <a:p>
            <a:fld id="{465F6A33-8929-41AA-8A25-00E3AA79F1EE}" type="slidenum">
              <a:rPr lang="en-US" smtClean="0"/>
              <a:t>13</a:t>
            </a:fld>
            <a:endParaRPr lang="en-US"/>
          </a:p>
        </p:txBody>
      </p:sp>
      <p:sp>
        <p:nvSpPr>
          <p:cNvPr id="11" name="テキスト ボックス 10">
            <a:extLst>
              <a:ext uri="{FF2B5EF4-FFF2-40B4-BE49-F238E27FC236}">
                <a16:creationId xmlns:a16="http://schemas.microsoft.com/office/drawing/2014/main" id="{BD7F2914-19A2-0536-564A-DD3721539646}"/>
              </a:ext>
            </a:extLst>
          </p:cNvPr>
          <p:cNvSpPr txBox="1"/>
          <p:nvPr/>
        </p:nvSpPr>
        <p:spPr>
          <a:xfrm>
            <a:off x="277091" y="258618"/>
            <a:ext cx="6465454" cy="646331"/>
          </a:xfrm>
          <a:prstGeom prst="rect">
            <a:avLst/>
          </a:prstGeom>
          <a:noFill/>
        </p:spPr>
        <p:txBody>
          <a:bodyPr wrap="square" rtlCol="0">
            <a:spAutoFit/>
          </a:bodyPr>
          <a:lstStyle/>
          <a:p>
            <a:r>
              <a:rPr kumimoji="1" lang="ja-JP" altLang="en-US" sz="3600"/>
              <a:t>まとめ・今後の課題</a:t>
            </a:r>
          </a:p>
        </p:txBody>
      </p:sp>
      <p:cxnSp>
        <p:nvCxnSpPr>
          <p:cNvPr id="10" name="直線コネクタ 9">
            <a:extLst>
              <a:ext uri="{FF2B5EF4-FFF2-40B4-BE49-F238E27FC236}">
                <a16:creationId xmlns:a16="http://schemas.microsoft.com/office/drawing/2014/main" id="{BC9A0A62-72AF-FDD0-BB97-BC53C8910D69}"/>
              </a:ext>
            </a:extLst>
          </p:cNvPr>
          <p:cNvCxnSpPr/>
          <p:nvPr/>
        </p:nvCxnSpPr>
        <p:spPr>
          <a:xfrm>
            <a:off x="277090" y="904949"/>
            <a:ext cx="115206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AFE01174-DB34-5F27-EDE1-8C2E45A7CC3B}"/>
              </a:ext>
            </a:extLst>
          </p:cNvPr>
          <p:cNvSpPr>
            <a:spLocks noGrp="1"/>
          </p:cNvSpPr>
          <p:nvPr>
            <p:ph type="ftr" sz="quarter" idx="11"/>
          </p:nvPr>
        </p:nvSpPr>
        <p:spPr>
          <a:xfrm>
            <a:off x="4038600" y="6449338"/>
            <a:ext cx="4114800" cy="365125"/>
          </a:xfrm>
        </p:spPr>
        <p:txBody>
          <a:bodyPr/>
          <a:lstStyle/>
          <a:p>
            <a:r>
              <a:rPr lang="en-US"/>
              <a:t>A-14-02</a:t>
            </a:r>
          </a:p>
        </p:txBody>
      </p:sp>
      <p:sp>
        <p:nvSpPr>
          <p:cNvPr id="3" name="Date Placeholder 3">
            <a:extLst>
              <a:ext uri="{FF2B5EF4-FFF2-40B4-BE49-F238E27FC236}">
                <a16:creationId xmlns:a16="http://schemas.microsoft.com/office/drawing/2014/main" id="{106AF545-2C35-05AA-B323-A7AD4089A0DC}"/>
              </a:ext>
            </a:extLst>
          </p:cNvPr>
          <p:cNvSpPr>
            <a:spLocks noGrp="1"/>
          </p:cNvSpPr>
          <p:nvPr>
            <p:ph type="dt" sz="half" idx="10"/>
          </p:nvPr>
        </p:nvSpPr>
        <p:spPr>
          <a:xfrm>
            <a:off x="838200" y="6449338"/>
            <a:ext cx="2743200" cy="365125"/>
          </a:xfrm>
        </p:spPr>
        <p:txBody>
          <a:bodyPr/>
          <a:lstStyle/>
          <a:p>
            <a:r>
              <a:rPr lang="en-US"/>
              <a:t>2026/9/24</a:t>
            </a:r>
          </a:p>
        </p:txBody>
      </p:sp>
      <p:sp>
        <p:nvSpPr>
          <p:cNvPr id="5" name="TextBox 3">
            <a:extLst>
              <a:ext uri="{FF2B5EF4-FFF2-40B4-BE49-F238E27FC236}">
                <a16:creationId xmlns:a16="http://schemas.microsoft.com/office/drawing/2014/main" id="{481F3886-3DE3-76F0-1C75-EB43A3572131}"/>
              </a:ext>
            </a:extLst>
          </p:cNvPr>
          <p:cNvSpPr txBox="1"/>
          <p:nvPr/>
        </p:nvSpPr>
        <p:spPr>
          <a:xfrm>
            <a:off x="581024" y="1533525"/>
            <a:ext cx="10772775" cy="1538883"/>
          </a:xfrm>
          <a:prstGeom prst="rect">
            <a:avLst/>
          </a:prstGeom>
          <a:noFill/>
        </p:spPr>
        <p:txBody>
          <a:bodyPr wrap="square" lIns="0" tIns="0" rIns="0" bIns="0" anchor="t">
            <a:spAutoFit/>
          </a:bodyPr>
          <a:lstStyle/>
          <a:p>
            <a:pPr>
              <a:lnSpc>
                <a:spcPts val="2400"/>
              </a:lnSpc>
            </a:pPr>
            <a:r>
              <a:rPr lang="ja-JP" altLang="en-US" sz="2000" b="1">
                <a:solidFill>
                  <a:srgbClr val="222222"/>
                </a:solidFill>
                <a:latin typeface="Noto Sans JP"/>
              </a:rPr>
              <a:t>まとめ</a:t>
            </a:r>
            <a:endParaRPr lang="en-US" altLang="ja-JP" sz="2000" b="1">
              <a:solidFill>
                <a:srgbClr val="222222"/>
              </a:solidFill>
              <a:latin typeface="Noto Sans JP"/>
            </a:endParaRPr>
          </a:p>
          <a:p>
            <a:pPr>
              <a:lnSpc>
                <a:spcPts val="2400"/>
              </a:lnSpc>
            </a:pPr>
            <a:r>
              <a:rPr lang="ja-JP" altLang="en-US" sz="2000">
                <a:solidFill>
                  <a:srgbClr val="222222"/>
                </a:solidFill>
                <a:latin typeface="Noto Sans JP"/>
              </a:rPr>
              <a:t>・首から腰に掛けて新たなキーポイントを追加したモデルを作成し、自作データセットで追加学習を行った</a:t>
            </a:r>
            <a:endParaRPr lang="en-US" altLang="ja-JP" sz="2000">
              <a:solidFill>
                <a:srgbClr val="222222"/>
              </a:solidFill>
              <a:latin typeface="Noto Sans JP"/>
            </a:endParaRPr>
          </a:p>
          <a:p>
            <a:pPr>
              <a:lnSpc>
                <a:spcPts val="2400"/>
              </a:lnSpc>
            </a:pPr>
            <a:r>
              <a:rPr lang="ja-JP" altLang="en-US" sz="2000">
                <a:solidFill>
                  <a:srgbClr val="222222"/>
                </a:solidFill>
                <a:latin typeface="Noto Sans JP"/>
              </a:rPr>
              <a:t>・新設したキーポイントの推定精度に不安定さがあるが、本手法により</a:t>
            </a:r>
            <a:r>
              <a:rPr lang="ja-JP" altLang="ja-JP" sz="2000"/>
              <a:t>人体の柔軟性再現というアプローチ自体</a:t>
            </a:r>
            <a:r>
              <a:rPr lang="ja-JP" altLang="en-US" sz="2000"/>
              <a:t>の妥当性</a:t>
            </a:r>
            <a:r>
              <a:rPr lang="ja-JP" altLang="ja-JP" sz="2000"/>
              <a:t>が確認された</a:t>
            </a:r>
            <a:endParaRPr lang="en-US" altLang="ja-JP" sz="2000">
              <a:solidFill>
                <a:srgbClr val="222222"/>
              </a:solidFill>
              <a:latin typeface="Noto Sans JP"/>
            </a:endParaRPr>
          </a:p>
        </p:txBody>
      </p:sp>
      <p:sp>
        <p:nvSpPr>
          <p:cNvPr id="12" name="TextBox 11"/>
          <p:cNvSpPr txBox="1"/>
          <p:nvPr/>
        </p:nvSpPr>
        <p:spPr>
          <a:xfrm>
            <a:off x="581025" y="3518852"/>
            <a:ext cx="8483399" cy="1025922"/>
          </a:xfrm>
          <a:prstGeom prst="rect">
            <a:avLst/>
          </a:prstGeom>
          <a:noFill/>
        </p:spPr>
        <p:txBody>
          <a:bodyPr wrap="square" lIns="0" tIns="0" rIns="0" bIns="0">
            <a:spAutoFit/>
          </a:bodyPr>
          <a:lstStyle/>
          <a:p>
            <a:pPr>
              <a:spcAft>
                <a:spcPts val="400"/>
              </a:spcAft>
            </a:pPr>
            <a:r>
              <a:rPr lang="ja-JP" altLang="en-US" sz="2000" b="1">
                <a:solidFill>
                  <a:srgbClr val="222222"/>
                </a:solidFill>
                <a:latin typeface="Noto Sans JP"/>
              </a:rPr>
              <a:t>今後の課題</a:t>
            </a:r>
            <a:endParaRPr lang="en-US" altLang="ja-JP" sz="2000" b="1">
              <a:solidFill>
                <a:srgbClr val="222222"/>
              </a:solidFill>
              <a:latin typeface="Noto Sans JP"/>
            </a:endParaRPr>
          </a:p>
          <a:p>
            <a:pPr>
              <a:spcAft>
                <a:spcPts val="400"/>
              </a:spcAft>
            </a:pPr>
            <a:r>
              <a:rPr lang="ja-JP" altLang="en-US" sz="2000">
                <a:solidFill>
                  <a:srgbClr val="222222"/>
                </a:solidFill>
                <a:latin typeface="Noto Sans JP"/>
              </a:rPr>
              <a:t>・新設したキーポイントの推定精度向上</a:t>
            </a:r>
            <a:endParaRPr lang="en-US" altLang="ja-JP" sz="2000">
              <a:solidFill>
                <a:srgbClr val="222222"/>
              </a:solidFill>
              <a:latin typeface="Noto Sans JP"/>
            </a:endParaRPr>
          </a:p>
          <a:p>
            <a:pPr>
              <a:spcAft>
                <a:spcPts val="400"/>
              </a:spcAft>
            </a:pPr>
            <a:r>
              <a:rPr lang="ja-JP" altLang="en-US" sz="2000">
                <a:solidFill>
                  <a:srgbClr val="222222"/>
                </a:solidFill>
                <a:latin typeface="Noto Sans JP"/>
              </a:rPr>
              <a:t>・新設するキーポイントの数を変更した比較実験</a:t>
            </a:r>
            <a:endParaRPr lang="en-US" sz="2400">
              <a:solidFill>
                <a:srgbClr val="222222"/>
              </a:solidFill>
              <a:latin typeface="Noto Sans JP"/>
            </a:endParaRPr>
          </a:p>
        </p:txBody>
      </p:sp>
    </p:spTree>
    <p:extLst>
      <p:ext uri="{BB962C8B-B14F-4D97-AF65-F5344CB8AC3E}">
        <p14:creationId xmlns:p14="http://schemas.microsoft.com/office/powerpoint/2010/main" val="1265696255"/>
      </p:ext>
    </p:extLst>
  </p:cSld>
  <p:clrMapOvr>
    <a:masterClrMapping/>
  </p:clrMapOvr>
</p:sld>
</file>

<file path=ppt/theme/theme1.xml><?xml version="1.0" encoding="utf-8"?>
<a:theme xmlns:a="http://schemas.openxmlformats.org/drawingml/2006/main" name="Office Theme">
  <a:themeElements>
    <a:clrScheme name="ataka">
      <a:dk1>
        <a:sysClr val="windowText" lastClr="000000"/>
      </a:dk1>
      <a:lt1>
        <a:sysClr val="window" lastClr="FFFFFF"/>
      </a:lt1>
      <a:dk2>
        <a:srgbClr val="44546A"/>
      </a:dk2>
      <a:lt2>
        <a:srgbClr val="E7E6E6"/>
      </a:lt2>
      <a:accent1>
        <a:srgbClr val="006699"/>
      </a:accent1>
      <a:accent2>
        <a:srgbClr val="FF3300"/>
      </a:accent2>
      <a:accent3>
        <a:srgbClr val="A5A5A5"/>
      </a:accent3>
      <a:accent4>
        <a:srgbClr val="FFC000"/>
      </a:accent4>
      <a:accent5>
        <a:srgbClr val="5B9BD5"/>
      </a:accent5>
      <a:accent6>
        <a:srgbClr val="70AD47"/>
      </a:accent6>
      <a:hlink>
        <a:srgbClr val="0563C1"/>
      </a:hlink>
      <a:folHlink>
        <a:srgbClr val="954F72"/>
      </a:folHlink>
    </a:clrScheme>
    <a:fontScheme name="UD Slide">
      <a:majorFont>
        <a:latin typeface="Segoe UI"/>
        <a:ea typeface="BIZ UDGothic"/>
        <a:cs typeface=""/>
      </a:majorFont>
      <a:minorFont>
        <a:latin typeface="Segoe UI"/>
        <a:ea typeface="BIZ UDGothic"/>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81a6398-a7c7-453b-b7c7-722cd86c103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AC48C65AB480B74A898A96065A706975" ma:contentTypeVersion="16" ma:contentTypeDescription="新しいドキュメントを作成します。" ma:contentTypeScope="" ma:versionID="302ce235408e83e8265b158f2a6fb236">
  <xsd:schema xmlns:xsd="http://www.w3.org/2001/XMLSchema" xmlns:xs="http://www.w3.org/2001/XMLSchema" xmlns:p="http://schemas.microsoft.com/office/2006/metadata/properties" xmlns:ns3="981a6398-a7c7-453b-b7c7-722cd86c1035" xmlns:ns4="755413fb-6b5e-4a11-9108-91cec50f39ba" targetNamespace="http://schemas.microsoft.com/office/2006/metadata/properties" ma:root="true" ma:fieldsID="f549494a49d89a2ae1fb954d479086d8" ns3:_="" ns4:_="">
    <xsd:import namespace="981a6398-a7c7-453b-b7c7-722cd86c1035"/>
    <xsd:import namespace="755413fb-6b5e-4a11-9108-91cec50f39ba"/>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4:SharedWithDetails" minOccurs="0"/>
                <xsd:element ref="ns4:SharingHintHash" minOccurs="0"/>
                <xsd:element ref="ns4:SharedWithUsers" minOccurs="0"/>
                <xsd:element ref="ns3:MediaServiceDateTaken" minOccurs="0"/>
                <xsd:element ref="ns3:MediaLengthInSeconds" minOccurs="0"/>
                <xsd:element ref="ns3:_activity" minOccurs="0"/>
                <xsd:element ref="ns3:MediaServiceLocation"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1a6398-a7c7-453b-b7c7-722cd86c10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_activity" ma:index="19" nillable="true" ma:displayName="_activity" ma:hidden="true" ma:internalName="_activity">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5413fb-6b5e-4a11-9108-91cec50f39ba" elementFormDefault="qualified">
    <xsd:import namespace="http://schemas.microsoft.com/office/2006/documentManagement/types"/>
    <xsd:import namespace="http://schemas.microsoft.com/office/infopath/2007/PartnerControls"/>
    <xsd:element name="SharedWithDetails" ma:index="14" nillable="true" ma:displayName="共有相手の詳細情報" ma:internalName="SharedWithDetails" ma:readOnly="true">
      <xsd:simpleType>
        <xsd:restriction base="dms:Note">
          <xsd:maxLength value="255"/>
        </xsd:restriction>
      </xsd:simpleType>
    </xsd:element>
    <xsd:element name="SharingHintHash" ma:index="15" nillable="true" ma:displayName="共有のヒントのハッシュ" ma:hidden="true" ma:internalName="SharingHintHash" ma:readOnly="true">
      <xsd:simpleType>
        <xsd:restriction base="dms:Text"/>
      </xsd:simpleType>
    </xsd:element>
    <xsd:element name="SharedWithUsers" ma:index="16"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3F2EDB-B8FA-4ECB-9B99-E00F8C796FB7}">
  <ds:schemaRefs>
    <ds:schemaRef ds:uri="http://schemas.microsoft.com/sharepoint/v3/contenttype/forms"/>
  </ds:schemaRefs>
</ds:datastoreItem>
</file>

<file path=customXml/itemProps2.xml><?xml version="1.0" encoding="utf-8"?>
<ds:datastoreItem xmlns:ds="http://schemas.openxmlformats.org/officeDocument/2006/customXml" ds:itemID="{B097FFD5-1240-413C-A802-68446FC40684}">
  <ds:schemaRefs>
    <ds:schemaRef ds:uri="http://www.w3.org/XML/1998/namespace"/>
    <ds:schemaRef ds:uri="http://purl.org/dc/elements/1.1/"/>
    <ds:schemaRef ds:uri="http://purl.org/dc/terms/"/>
    <ds:schemaRef ds:uri="http://schemas.microsoft.com/office/2006/metadata/properties"/>
    <ds:schemaRef ds:uri="http://schemas.microsoft.com/office/infopath/2007/PartnerControls"/>
    <ds:schemaRef ds:uri="http://purl.org/dc/dcmitype/"/>
    <ds:schemaRef ds:uri="http://schemas.microsoft.com/office/2006/documentManagement/types"/>
    <ds:schemaRef ds:uri="http://schemas.openxmlformats.org/package/2006/metadata/core-properties"/>
    <ds:schemaRef ds:uri="755413fb-6b5e-4a11-9108-91cec50f39ba"/>
    <ds:schemaRef ds:uri="981a6398-a7c7-453b-b7c7-722cd86c1035"/>
  </ds:schemaRefs>
</ds:datastoreItem>
</file>

<file path=customXml/itemProps3.xml><?xml version="1.0" encoding="utf-8"?>
<ds:datastoreItem xmlns:ds="http://schemas.openxmlformats.org/officeDocument/2006/customXml" ds:itemID="{AC3AC93D-4E71-4252-83D1-BD51B3C2E1A8}">
  <ds:schemaRefs>
    <ds:schemaRef ds:uri="755413fb-6b5e-4a11-9108-91cec50f39ba"/>
    <ds:schemaRef ds:uri="981a6398-a7c7-453b-b7c7-722cd86c103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72fe835d-5e95-4512-8ae0-a7b38af25fc8}" enabled="0" method="" siteId="{72fe835d-5e95-4512-8ae0-a7b38af25fc8}" removed="1"/>
</clbl:labelList>
</file>

<file path=docProps/app.xml><?xml version="1.0" encoding="utf-8"?>
<Properties xmlns="http://schemas.openxmlformats.org/officeDocument/2006/extended-properties" xmlns:vt="http://schemas.openxmlformats.org/officeDocument/2006/docPropsVTypes">
  <Template>TM02900769[[fn=Retrospect]]</Template>
  <TotalTime>225</TotalTime>
  <Words>2410</Words>
  <Application>Microsoft Office PowerPoint</Application>
  <PresentationFormat>ワイド画面</PresentationFormat>
  <Paragraphs>491</Paragraphs>
  <Slides>13</Slides>
  <Notes>13</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13</vt:i4>
      </vt:variant>
    </vt:vector>
  </HeadingPairs>
  <TitlesOfParts>
    <vt:vector size="22" baseType="lpstr">
      <vt:lpstr>ＭＳ Ｐゴシック</vt:lpstr>
      <vt:lpstr>Noto Sans JP</vt:lpstr>
      <vt:lpstr>游ゴシック</vt:lpstr>
      <vt:lpstr>BIZ UDGothic</vt:lpstr>
      <vt:lpstr>Arial</vt:lpstr>
      <vt:lpstr>Segoe UI</vt:lpstr>
      <vt:lpstr>Calibri</vt:lpstr>
      <vt:lpstr>Segoe WPC</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タイトル</dc:title>
  <dc:creator>ACEM2-15 ac32814x(長岡高専)</dc:creator>
  <cp:lastModifiedBy>ACEM2-21 ac37822m(長岡高専)</cp:lastModifiedBy>
  <cp:revision>1</cp:revision>
  <dcterms:created xsi:type="dcterms:W3CDTF">2022-01-28T04:44:58Z</dcterms:created>
  <dcterms:modified xsi:type="dcterms:W3CDTF">2026-09-08T02:45:00Z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0x010100AC48C65AB480B74A898A96065A706975</vt:lpwstr>
  </property>
</Properties>
</file>